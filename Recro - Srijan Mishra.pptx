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alkwalker.com/blog/social-media-statistics-in-india#:~:text=Age%20distribution&amp;text=52.3%25%20of%20social%20media%20results,from%20those%20aged%2035%2D44."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heglobalstatistics.com/india-social-media-statistics/#:~:text=The%205%20most%20popular%20social,Messenger%20(324.39%20million%20users)."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f6af9d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f6af9d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1622d55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1622d55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51d9112a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51d9112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51d23597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51d23597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reference: </a:t>
            </a:r>
            <a:r>
              <a:rPr lang="en" u="sng">
                <a:solidFill>
                  <a:schemeClr val="hlink"/>
                </a:solidFill>
                <a:hlinkClick r:id="rId2"/>
              </a:rPr>
              <a:t>Link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659b8000c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659b8000c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Reference: </a:t>
            </a:r>
            <a:r>
              <a:rPr lang="en" u="sng">
                <a:solidFill>
                  <a:schemeClr val="hlink"/>
                </a:solidFill>
                <a:hlinkClick r:id="rId2"/>
              </a:rPr>
              <a:t>Link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5430e6bdd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5430e6bdd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d9c67055b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d9c67055b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51622d55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51622d55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51622d55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51622d55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9c67055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d9c67055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d9c67055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d9c67055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d9c67055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d9c67055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1e21383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1e21383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d9c67055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d9c67055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000"/>
              <a:buNone/>
              <a:defRPr sz="4000">
                <a:solidFill>
                  <a:schemeClr val="dk2"/>
                </a:solidFill>
              </a:defRPr>
            </a:lvl1pPr>
            <a:lvl2pPr lvl="1">
              <a:spcBef>
                <a:spcPts val="0"/>
              </a:spcBef>
              <a:spcAft>
                <a:spcPts val="0"/>
              </a:spcAft>
              <a:buClr>
                <a:schemeClr val="dk2"/>
              </a:buClr>
              <a:buSzPts val="4000"/>
              <a:buNone/>
              <a:defRPr sz="4000">
                <a:solidFill>
                  <a:schemeClr val="dk2"/>
                </a:solidFill>
              </a:defRPr>
            </a:lvl2pPr>
            <a:lvl3pPr lvl="2">
              <a:spcBef>
                <a:spcPts val="0"/>
              </a:spcBef>
              <a:spcAft>
                <a:spcPts val="0"/>
              </a:spcAft>
              <a:buClr>
                <a:schemeClr val="dk2"/>
              </a:buClr>
              <a:buSzPts val="4000"/>
              <a:buNone/>
              <a:defRPr sz="4000">
                <a:solidFill>
                  <a:schemeClr val="dk2"/>
                </a:solidFill>
              </a:defRPr>
            </a:lvl3pPr>
            <a:lvl4pPr lvl="3">
              <a:spcBef>
                <a:spcPts val="0"/>
              </a:spcBef>
              <a:spcAft>
                <a:spcPts val="0"/>
              </a:spcAft>
              <a:buClr>
                <a:schemeClr val="dk2"/>
              </a:buClr>
              <a:buSzPts val="4000"/>
              <a:buNone/>
              <a:defRPr sz="4000">
                <a:solidFill>
                  <a:schemeClr val="dk2"/>
                </a:solidFill>
              </a:defRPr>
            </a:lvl4pPr>
            <a:lvl5pPr lvl="4">
              <a:spcBef>
                <a:spcPts val="0"/>
              </a:spcBef>
              <a:spcAft>
                <a:spcPts val="0"/>
              </a:spcAft>
              <a:buClr>
                <a:schemeClr val="dk2"/>
              </a:buClr>
              <a:buSzPts val="4000"/>
              <a:buNone/>
              <a:defRPr sz="4000">
                <a:solidFill>
                  <a:schemeClr val="dk2"/>
                </a:solidFill>
              </a:defRPr>
            </a:lvl5pPr>
            <a:lvl6pPr lvl="5">
              <a:spcBef>
                <a:spcPts val="0"/>
              </a:spcBef>
              <a:spcAft>
                <a:spcPts val="0"/>
              </a:spcAft>
              <a:buClr>
                <a:schemeClr val="dk2"/>
              </a:buClr>
              <a:buSzPts val="4000"/>
              <a:buNone/>
              <a:defRPr sz="4000">
                <a:solidFill>
                  <a:schemeClr val="dk2"/>
                </a:solidFill>
              </a:defRPr>
            </a:lvl6pPr>
            <a:lvl7pPr lvl="6">
              <a:spcBef>
                <a:spcPts val="0"/>
              </a:spcBef>
              <a:spcAft>
                <a:spcPts val="0"/>
              </a:spcAft>
              <a:buClr>
                <a:schemeClr val="dk2"/>
              </a:buClr>
              <a:buSzPts val="4000"/>
              <a:buNone/>
              <a:defRPr sz="4000">
                <a:solidFill>
                  <a:schemeClr val="dk2"/>
                </a:solidFill>
              </a:defRPr>
            </a:lvl7pPr>
            <a:lvl8pPr lvl="7">
              <a:spcBef>
                <a:spcPts val="0"/>
              </a:spcBef>
              <a:spcAft>
                <a:spcPts val="0"/>
              </a:spcAft>
              <a:buClr>
                <a:schemeClr val="dk2"/>
              </a:buClr>
              <a:buSzPts val="4000"/>
              <a:buNone/>
              <a:defRPr sz="4000">
                <a:solidFill>
                  <a:schemeClr val="dk2"/>
                </a:solidFill>
              </a:defRPr>
            </a:lvl8pPr>
            <a:lvl9pPr lvl="8">
              <a:spcBef>
                <a:spcPts val="0"/>
              </a:spcBef>
              <a:spcAft>
                <a:spcPts val="0"/>
              </a:spcAft>
              <a:buClr>
                <a:schemeClr val="dk2"/>
              </a:buClr>
              <a:buSzPts val="4000"/>
              <a:buNone/>
              <a:defRPr sz="4000">
                <a:solidFill>
                  <a:schemeClr val="dk2"/>
                </a:solidFill>
              </a:defRPr>
            </a:lvl9pPr>
          </a:lstStyle>
          <a:p/>
        </p:txBody>
      </p:sp>
      <p:sp>
        <p:nvSpPr>
          <p:cNvPr id="11" name="Google Shape;11;p2"/>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2" name="Google Shape;12;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13" name="Google Shape;13;p2"/>
          <p:cNvGrpSpPr/>
          <p:nvPr/>
        </p:nvGrpSpPr>
        <p:grpSpPr>
          <a:xfrm>
            <a:off x="830392" y="1191256"/>
            <a:ext cx="745763" cy="45826"/>
            <a:chOff x="4580561" y="2589004"/>
            <a:chExt cx="1064464" cy="25200"/>
          </a:xfrm>
        </p:grpSpPr>
        <p:sp>
          <p:nvSpPr>
            <p:cNvPr id="14" name="Google Shape;14;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bg>
      <p:bgPr>
        <a:solidFill>
          <a:schemeClr val="lt2"/>
        </a:solidFill>
      </p:bgPr>
    </p:bg>
    <p:spTree>
      <p:nvGrpSpPr>
        <p:cNvPr id="17" name="Shape 17"/>
        <p:cNvGrpSpPr/>
        <p:nvPr/>
      </p:nvGrpSpPr>
      <p:grpSpPr>
        <a:xfrm>
          <a:off x="0" y="0"/>
          <a:ext cx="0" cy="0"/>
          <a:chOff x="0" y="0"/>
          <a:chExt cx="0" cy="0"/>
        </a:xfrm>
      </p:grpSpPr>
      <p:sp>
        <p:nvSpPr>
          <p:cNvPr id="18" name="Google Shape;18;p3"/>
          <p:cNvSpPr txBox="1"/>
          <p:nvPr>
            <p:ph type="ctrTitle"/>
          </p:nvPr>
        </p:nvSpPr>
        <p:spPr>
          <a:xfrm>
            <a:off x="729450" y="1322450"/>
            <a:ext cx="3787800" cy="198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000"/>
              <a:buNone/>
              <a:defRPr sz="4000">
                <a:solidFill>
                  <a:schemeClr val="dk2"/>
                </a:solidFill>
              </a:defRPr>
            </a:lvl1pPr>
            <a:lvl2pPr lvl="1" rtl="0">
              <a:spcBef>
                <a:spcPts val="0"/>
              </a:spcBef>
              <a:spcAft>
                <a:spcPts val="0"/>
              </a:spcAft>
              <a:buClr>
                <a:schemeClr val="dk2"/>
              </a:buClr>
              <a:buSzPts val="4000"/>
              <a:buNone/>
              <a:defRPr sz="4000">
                <a:solidFill>
                  <a:schemeClr val="dk2"/>
                </a:solidFill>
              </a:defRPr>
            </a:lvl2pPr>
            <a:lvl3pPr lvl="2" rtl="0">
              <a:spcBef>
                <a:spcPts val="0"/>
              </a:spcBef>
              <a:spcAft>
                <a:spcPts val="0"/>
              </a:spcAft>
              <a:buClr>
                <a:schemeClr val="dk2"/>
              </a:buClr>
              <a:buSzPts val="4000"/>
              <a:buNone/>
              <a:defRPr sz="4000">
                <a:solidFill>
                  <a:schemeClr val="dk2"/>
                </a:solidFill>
              </a:defRPr>
            </a:lvl3pPr>
            <a:lvl4pPr lvl="3" rtl="0">
              <a:spcBef>
                <a:spcPts val="0"/>
              </a:spcBef>
              <a:spcAft>
                <a:spcPts val="0"/>
              </a:spcAft>
              <a:buClr>
                <a:schemeClr val="dk2"/>
              </a:buClr>
              <a:buSzPts val="4000"/>
              <a:buNone/>
              <a:defRPr sz="4000">
                <a:solidFill>
                  <a:schemeClr val="dk2"/>
                </a:solidFill>
              </a:defRPr>
            </a:lvl4pPr>
            <a:lvl5pPr lvl="4" rtl="0">
              <a:spcBef>
                <a:spcPts val="0"/>
              </a:spcBef>
              <a:spcAft>
                <a:spcPts val="0"/>
              </a:spcAft>
              <a:buClr>
                <a:schemeClr val="dk2"/>
              </a:buClr>
              <a:buSzPts val="4000"/>
              <a:buNone/>
              <a:defRPr sz="4000">
                <a:solidFill>
                  <a:schemeClr val="dk2"/>
                </a:solidFill>
              </a:defRPr>
            </a:lvl5pPr>
            <a:lvl6pPr lvl="5" rtl="0">
              <a:spcBef>
                <a:spcPts val="0"/>
              </a:spcBef>
              <a:spcAft>
                <a:spcPts val="0"/>
              </a:spcAft>
              <a:buClr>
                <a:schemeClr val="dk2"/>
              </a:buClr>
              <a:buSzPts val="4000"/>
              <a:buNone/>
              <a:defRPr sz="4000">
                <a:solidFill>
                  <a:schemeClr val="dk2"/>
                </a:solidFill>
              </a:defRPr>
            </a:lvl6pPr>
            <a:lvl7pPr lvl="6" rtl="0">
              <a:spcBef>
                <a:spcPts val="0"/>
              </a:spcBef>
              <a:spcAft>
                <a:spcPts val="0"/>
              </a:spcAft>
              <a:buClr>
                <a:schemeClr val="dk2"/>
              </a:buClr>
              <a:buSzPts val="4000"/>
              <a:buNone/>
              <a:defRPr sz="4000">
                <a:solidFill>
                  <a:schemeClr val="dk2"/>
                </a:solidFill>
              </a:defRPr>
            </a:lvl7pPr>
            <a:lvl8pPr lvl="7" rtl="0">
              <a:spcBef>
                <a:spcPts val="0"/>
              </a:spcBef>
              <a:spcAft>
                <a:spcPts val="0"/>
              </a:spcAft>
              <a:buClr>
                <a:schemeClr val="dk2"/>
              </a:buClr>
              <a:buSzPts val="4000"/>
              <a:buNone/>
              <a:defRPr sz="4000">
                <a:solidFill>
                  <a:schemeClr val="dk2"/>
                </a:solidFill>
              </a:defRPr>
            </a:lvl8pPr>
            <a:lvl9pPr lvl="8" rtl="0">
              <a:spcBef>
                <a:spcPts val="0"/>
              </a:spcBef>
              <a:spcAft>
                <a:spcPts val="0"/>
              </a:spcAft>
              <a:buClr>
                <a:schemeClr val="dk2"/>
              </a:buClr>
              <a:buSzPts val="4000"/>
              <a:buNone/>
              <a:defRPr sz="4000">
                <a:solidFill>
                  <a:schemeClr val="dk2"/>
                </a:solidFill>
              </a:defRPr>
            </a:lvl9pPr>
          </a:lstStyle>
          <a:p/>
        </p:txBody>
      </p:sp>
      <p:sp>
        <p:nvSpPr>
          <p:cNvPr id="19" name="Google Shape;19;p3"/>
          <p:cNvSpPr txBox="1"/>
          <p:nvPr>
            <p:ph idx="1" type="subTitle"/>
          </p:nvPr>
        </p:nvSpPr>
        <p:spPr>
          <a:xfrm>
            <a:off x="729595" y="3401500"/>
            <a:ext cx="37878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20" name="Google Shape;20;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21" name="Google Shape;21;p3"/>
          <p:cNvGrpSpPr/>
          <p:nvPr/>
        </p:nvGrpSpPr>
        <p:grpSpPr>
          <a:xfrm>
            <a:off x="830392" y="1191256"/>
            <a:ext cx="745763" cy="45826"/>
            <a:chOff x="4580561" y="2589004"/>
            <a:chExt cx="1064464" cy="25200"/>
          </a:xfrm>
        </p:grpSpPr>
        <p:sp>
          <p:nvSpPr>
            <p:cNvPr id="22" name="Google Shape;22;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3"/>
          <p:cNvSpPr/>
          <p:nvPr/>
        </p:nvSpPr>
        <p:spPr>
          <a:xfrm>
            <a:off x="0" y="1"/>
            <a:ext cx="9144000" cy="467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3"/>
          <p:cNvGrpSpPr/>
          <p:nvPr/>
        </p:nvGrpSpPr>
        <p:grpSpPr>
          <a:xfrm>
            <a:off x="5063224" y="1313339"/>
            <a:ext cx="3459829" cy="2670551"/>
            <a:chOff x="3553042" y="1657806"/>
            <a:chExt cx="3461100" cy="2671532"/>
          </a:xfrm>
        </p:grpSpPr>
        <p:sp>
          <p:nvSpPr>
            <p:cNvPr id="26" name="Google Shape;26;p3"/>
            <p:cNvSpPr/>
            <p:nvPr/>
          </p:nvSpPr>
          <p:spPr>
            <a:xfrm>
              <a:off x="4856024" y="3625653"/>
              <a:ext cx="944700" cy="663300"/>
            </a:xfrm>
            <a:prstGeom prst="trapezoid">
              <a:avLst>
                <a:gd fmla="val 2500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10800000">
              <a:off x="4953871" y="3681997"/>
              <a:ext cx="400200" cy="606600"/>
            </a:xfrm>
            <a:prstGeom prst="triangle">
              <a:avLst>
                <a:gd fmla="val 96745"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767796" y="3681816"/>
              <a:ext cx="163500" cy="606600"/>
            </a:xfrm>
            <a:prstGeom prst="triangle">
              <a:avLst>
                <a:gd fmla="val 98558"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10800000">
              <a:off x="4668343" y="4283738"/>
              <a:ext cx="1230600" cy="45600"/>
            </a:xfrm>
            <a:prstGeom prst="roundRect">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926950" y="3681915"/>
              <a:ext cx="42900" cy="594300"/>
            </a:xfrm>
            <a:prstGeom prst="rect">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553042" y="1674645"/>
              <a:ext cx="3461100" cy="2014500"/>
            </a:xfrm>
            <a:prstGeom prst="roundRect">
              <a:avLst>
                <a:gd fmla="val 1882"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3553042" y="1657806"/>
              <a:ext cx="3461100" cy="2014500"/>
            </a:xfrm>
            <a:prstGeom prst="roundRect">
              <a:avLst>
                <a:gd fmla="val 1764" name="adj"/>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Component Detail" id="34" name="Google Shape;34;p3"/>
          <p:cNvPicPr preferRelativeResize="0"/>
          <p:nvPr/>
        </p:nvPicPr>
        <p:blipFill rotWithShape="1">
          <a:blip r:embed="rId2">
            <a:alphaModFix/>
          </a:blip>
          <a:srcRect b="25076" l="0" r="0" t="0"/>
          <a:stretch/>
        </p:blipFill>
        <p:spPr>
          <a:xfrm>
            <a:off x="5161725" y="1399791"/>
            <a:ext cx="3262825" cy="1833425"/>
          </a:xfrm>
          <a:prstGeom prst="rect">
            <a:avLst/>
          </a:prstGeom>
          <a:noFill/>
          <a:ln>
            <a:noFill/>
          </a:ln>
        </p:spPr>
      </p:pic>
      <p:sp>
        <p:nvSpPr>
          <p:cNvPr id="35" name="Google Shape;35;p3"/>
          <p:cNvSpPr/>
          <p:nvPr/>
        </p:nvSpPr>
        <p:spPr>
          <a:xfrm flipH="1">
            <a:off x="5156196" y="1401826"/>
            <a:ext cx="3268577" cy="1812993"/>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3"/>
          <p:cNvGrpSpPr/>
          <p:nvPr/>
        </p:nvGrpSpPr>
        <p:grpSpPr>
          <a:xfrm>
            <a:off x="7666681" y="2077877"/>
            <a:ext cx="1148179" cy="2282764"/>
            <a:chOff x="7666681" y="2077877"/>
            <a:chExt cx="1148179" cy="2282764"/>
          </a:xfrm>
        </p:grpSpPr>
        <p:grpSp>
          <p:nvGrpSpPr>
            <p:cNvPr id="37" name="Google Shape;37;p3"/>
            <p:cNvGrpSpPr/>
            <p:nvPr/>
          </p:nvGrpSpPr>
          <p:grpSpPr>
            <a:xfrm>
              <a:off x="7666681" y="2077877"/>
              <a:ext cx="1148179" cy="2282764"/>
              <a:chOff x="3983627" y="1676395"/>
              <a:chExt cx="1449538" cy="2881914"/>
            </a:xfrm>
          </p:grpSpPr>
          <p:sp>
            <p:nvSpPr>
              <p:cNvPr id="38" name="Google Shape;38;p3"/>
              <p:cNvSpPr/>
              <p:nvPr/>
            </p:nvSpPr>
            <p:spPr>
              <a:xfrm rot="-5400000">
                <a:off x="3276827" y="2404608"/>
                <a:ext cx="2860500" cy="1446900"/>
              </a:xfrm>
              <a:prstGeom prst="roundRect">
                <a:avLst>
                  <a:gd fmla="val 4551" name="adj"/>
                </a:avLst>
              </a:prstGeom>
              <a:solidFill>
                <a:srgbClr val="66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3279465" y="2383195"/>
                <a:ext cx="2860500" cy="1446900"/>
              </a:xfrm>
              <a:prstGeom prst="roundRect">
                <a:avLst>
                  <a:gd fmla="val 4551" name="adj"/>
                </a:avLst>
              </a:prstGeom>
              <a:solidFill>
                <a:srgbClr val="333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473243" y="4318802"/>
                <a:ext cx="472800" cy="76800"/>
              </a:xfrm>
              <a:prstGeom prst="roundRect">
                <a:avLst>
                  <a:gd fmla="val 50000" name="adj"/>
                </a:avLst>
              </a:prstGeom>
              <a:solidFill>
                <a:srgbClr val="4B4B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Mobile View" id="41" name="Google Shape;41;p3"/>
            <p:cNvPicPr preferRelativeResize="0"/>
            <p:nvPr/>
          </p:nvPicPr>
          <p:blipFill rotWithShape="1">
            <a:blip r:embed="rId3">
              <a:alphaModFix/>
            </a:blip>
            <a:srcRect b="4371" l="0" r="0" t="4362"/>
            <a:stretch/>
          </p:blipFill>
          <p:spPr>
            <a:xfrm>
              <a:off x="7720839" y="2222723"/>
              <a:ext cx="1037555" cy="1833418"/>
            </a:xfrm>
            <a:prstGeom prst="rect">
              <a:avLst/>
            </a:prstGeom>
            <a:noFill/>
            <a:ln>
              <a:noFill/>
            </a:ln>
          </p:spPr>
        </p:pic>
        <p:sp>
          <p:nvSpPr>
            <p:cNvPr id="42" name="Google Shape;42;p3"/>
            <p:cNvSpPr/>
            <p:nvPr/>
          </p:nvSpPr>
          <p:spPr>
            <a:xfrm flipH="1">
              <a:off x="7722342" y="2222973"/>
              <a:ext cx="1037700" cy="1833000"/>
            </a:xfrm>
            <a:prstGeom prst="rtTriangle">
              <a:avLst/>
            </a:prstGeom>
            <a:solidFill>
              <a:srgbClr val="000000">
                <a:alpha val="3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3" name="Shape 43"/>
        <p:cNvGrpSpPr/>
        <p:nvPr/>
      </p:nvGrpSpPr>
      <p:grpSpPr>
        <a:xfrm>
          <a:off x="0" y="0"/>
          <a:ext cx="0" cy="0"/>
          <a:chOff x="0" y="0"/>
          <a:chExt cx="0" cy="0"/>
        </a:xfrm>
      </p:grpSpPr>
      <p:grpSp>
        <p:nvGrpSpPr>
          <p:cNvPr id="44" name="Google Shape;44;p4"/>
          <p:cNvGrpSpPr/>
          <p:nvPr/>
        </p:nvGrpSpPr>
        <p:grpSpPr>
          <a:xfrm>
            <a:off x="830392" y="1191256"/>
            <a:ext cx="745763" cy="45826"/>
            <a:chOff x="4580561" y="2589004"/>
            <a:chExt cx="1064464" cy="25200"/>
          </a:xfrm>
        </p:grpSpPr>
        <p:sp>
          <p:nvSpPr>
            <p:cNvPr id="45" name="Google Shape;45;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48" name="Google Shape;48;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 name="Google Shape;51;p5"/>
          <p:cNvGrpSpPr/>
          <p:nvPr/>
        </p:nvGrpSpPr>
        <p:grpSpPr>
          <a:xfrm>
            <a:off x="830392" y="1191256"/>
            <a:ext cx="745763" cy="45826"/>
            <a:chOff x="4580561" y="2589004"/>
            <a:chExt cx="1064464" cy="25200"/>
          </a:xfrm>
        </p:grpSpPr>
        <p:sp>
          <p:nvSpPr>
            <p:cNvPr id="52" name="Google Shape;52;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55" name="Google Shape;55;p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6" name="Google Shape;56;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sp>
        <p:nvSpPr>
          <p:cNvPr id="58" name="Google Shape;58;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 name="Google Shape;59;p6"/>
          <p:cNvGrpSpPr/>
          <p:nvPr/>
        </p:nvGrpSpPr>
        <p:grpSpPr>
          <a:xfrm>
            <a:off x="830392" y="1191256"/>
            <a:ext cx="745763" cy="45826"/>
            <a:chOff x="4580561" y="2589004"/>
            <a:chExt cx="1064464" cy="25200"/>
          </a:xfrm>
        </p:grpSpPr>
        <p:sp>
          <p:nvSpPr>
            <p:cNvPr id="60" name="Google Shape;60;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63" name="Google Shape;63;p6"/>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4" name="Google Shape;64;p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5" name="Google Shape;65;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7"/>
          <p:cNvGrpSpPr/>
          <p:nvPr/>
        </p:nvGrpSpPr>
        <p:grpSpPr>
          <a:xfrm>
            <a:off x="830392" y="1191256"/>
            <a:ext cx="745763" cy="45826"/>
            <a:chOff x="4580561" y="2589004"/>
            <a:chExt cx="1064464" cy="25200"/>
          </a:xfrm>
        </p:grpSpPr>
        <p:sp>
          <p:nvSpPr>
            <p:cNvPr id="69" name="Google Shape;69;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72" name="Google Shape;72;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73"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9"/>
          <p:cNvGrpSpPr/>
          <p:nvPr/>
        </p:nvGrpSpPr>
        <p:grpSpPr>
          <a:xfrm>
            <a:off x="830392" y="1191256"/>
            <a:ext cx="745763" cy="45826"/>
            <a:chOff x="4580561" y="2589004"/>
            <a:chExt cx="1064464" cy="25200"/>
          </a:xfrm>
        </p:grpSpPr>
        <p:sp>
          <p:nvSpPr>
            <p:cNvPr id="79" name="Google Shape;79;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82" name="Google Shape;82;p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83" name="Google Shape;83;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84" name="Shape 84"/>
        <p:cNvGrpSpPr/>
        <p:nvPr/>
      </p:nvGrpSpPr>
      <p:grpSpPr>
        <a:xfrm>
          <a:off x="0" y="0"/>
          <a:ext cx="0" cy="0"/>
          <a:chOff x="0" y="0"/>
          <a:chExt cx="0" cy="0"/>
        </a:xfrm>
      </p:grpSpPr>
      <p:grpSp>
        <p:nvGrpSpPr>
          <p:cNvPr id="85" name="Google Shape;85;p10"/>
          <p:cNvGrpSpPr/>
          <p:nvPr/>
        </p:nvGrpSpPr>
        <p:grpSpPr>
          <a:xfrm>
            <a:off x="830392" y="4169130"/>
            <a:ext cx="745763" cy="45826"/>
            <a:chOff x="4580561" y="2589004"/>
            <a:chExt cx="1064464" cy="25200"/>
          </a:xfrm>
        </p:grpSpPr>
        <p:sp>
          <p:nvSpPr>
            <p:cNvPr id="86" name="Google Shape;86;p1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sz="3000">
                <a:solidFill>
                  <a:schemeClr val="lt1"/>
                </a:solidFill>
              </a:defRPr>
            </a:lvl1pPr>
            <a:lvl2pPr lvl="1">
              <a:spcBef>
                <a:spcPts val="0"/>
              </a:spcBef>
              <a:spcAft>
                <a:spcPts val="0"/>
              </a:spcAft>
              <a:buClr>
                <a:schemeClr val="lt1"/>
              </a:buClr>
              <a:buSzPts val="3000"/>
              <a:buNone/>
              <a:defRPr sz="3000">
                <a:solidFill>
                  <a:schemeClr val="lt1"/>
                </a:solidFill>
              </a:defRPr>
            </a:lvl2pPr>
            <a:lvl3pPr lvl="2">
              <a:spcBef>
                <a:spcPts val="0"/>
              </a:spcBef>
              <a:spcAft>
                <a:spcPts val="0"/>
              </a:spcAft>
              <a:buClr>
                <a:schemeClr val="lt1"/>
              </a:buClr>
              <a:buSzPts val="3000"/>
              <a:buNone/>
              <a:defRPr sz="3000">
                <a:solidFill>
                  <a:schemeClr val="lt1"/>
                </a:solidFill>
              </a:defRPr>
            </a:lvl3pPr>
            <a:lvl4pPr lvl="3">
              <a:spcBef>
                <a:spcPts val="0"/>
              </a:spcBef>
              <a:spcAft>
                <a:spcPts val="0"/>
              </a:spcAft>
              <a:buClr>
                <a:schemeClr val="lt1"/>
              </a:buClr>
              <a:buSzPts val="3000"/>
              <a:buNone/>
              <a:defRPr sz="3000">
                <a:solidFill>
                  <a:schemeClr val="lt1"/>
                </a:solidFill>
              </a:defRPr>
            </a:lvl4pPr>
            <a:lvl5pPr lvl="4">
              <a:spcBef>
                <a:spcPts val="0"/>
              </a:spcBef>
              <a:spcAft>
                <a:spcPts val="0"/>
              </a:spcAft>
              <a:buClr>
                <a:schemeClr val="lt1"/>
              </a:buClr>
              <a:buSzPts val="3000"/>
              <a:buNone/>
              <a:defRPr sz="3000">
                <a:solidFill>
                  <a:schemeClr val="lt1"/>
                </a:solidFill>
              </a:defRPr>
            </a:lvl5pPr>
            <a:lvl6pPr lvl="5">
              <a:spcBef>
                <a:spcPts val="0"/>
              </a:spcBef>
              <a:spcAft>
                <a:spcPts val="0"/>
              </a:spcAft>
              <a:buClr>
                <a:schemeClr val="lt1"/>
              </a:buClr>
              <a:buSzPts val="3000"/>
              <a:buNone/>
              <a:defRPr sz="3000">
                <a:solidFill>
                  <a:schemeClr val="lt1"/>
                </a:solidFill>
              </a:defRPr>
            </a:lvl6pPr>
            <a:lvl7pPr lvl="6">
              <a:spcBef>
                <a:spcPts val="0"/>
              </a:spcBef>
              <a:spcAft>
                <a:spcPts val="0"/>
              </a:spcAft>
              <a:buClr>
                <a:schemeClr val="lt1"/>
              </a:buClr>
              <a:buSzPts val="3000"/>
              <a:buNone/>
              <a:defRPr sz="3000">
                <a:solidFill>
                  <a:schemeClr val="lt1"/>
                </a:solidFill>
              </a:defRPr>
            </a:lvl7pPr>
            <a:lvl8pPr lvl="7">
              <a:spcBef>
                <a:spcPts val="0"/>
              </a:spcBef>
              <a:spcAft>
                <a:spcPts val="0"/>
              </a:spcAft>
              <a:buClr>
                <a:schemeClr val="lt1"/>
              </a:buClr>
              <a:buSzPts val="3000"/>
              <a:buNone/>
              <a:defRPr sz="3000">
                <a:solidFill>
                  <a:schemeClr val="lt1"/>
                </a:solidFill>
              </a:defRPr>
            </a:lvl8pPr>
            <a:lvl9pPr lvl="8">
              <a:spcBef>
                <a:spcPts val="0"/>
              </a:spcBef>
              <a:spcAft>
                <a:spcPts val="0"/>
              </a:spcAft>
              <a:buClr>
                <a:schemeClr val="lt1"/>
              </a:buClr>
              <a:buSzPts val="3000"/>
              <a:buNone/>
              <a:defRPr sz="3000">
                <a:solidFill>
                  <a:schemeClr val="lt1"/>
                </a:solidFill>
              </a:defRPr>
            </a:lvl9pPr>
          </a:lstStyle>
          <a:p/>
        </p:txBody>
      </p:sp>
      <p:sp>
        <p:nvSpPr>
          <p:cNvPr id="89" name="Google Shape;89;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1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1"/>
          <p:cNvGrpSpPr/>
          <p:nvPr/>
        </p:nvGrpSpPr>
        <p:grpSpPr>
          <a:xfrm>
            <a:off x="830392" y="1191256"/>
            <a:ext cx="745763" cy="45826"/>
            <a:chOff x="4580561" y="2589004"/>
            <a:chExt cx="1064464" cy="25200"/>
          </a:xfrm>
        </p:grpSpPr>
        <p:sp>
          <p:nvSpPr>
            <p:cNvPr id="93" name="Google Shape;93;p1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1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000"/>
              <a:buNone/>
              <a:defRPr sz="3000">
                <a:solidFill>
                  <a:schemeClr val="dk2"/>
                </a:solidFill>
              </a:defRPr>
            </a:lvl1pPr>
            <a:lvl2pPr lvl="1">
              <a:spcBef>
                <a:spcPts val="0"/>
              </a:spcBef>
              <a:spcAft>
                <a:spcPts val="0"/>
              </a:spcAft>
              <a:buClr>
                <a:schemeClr val="dk2"/>
              </a:buClr>
              <a:buSzPts val="3000"/>
              <a:buNone/>
              <a:defRPr sz="3000">
                <a:solidFill>
                  <a:schemeClr val="dk2"/>
                </a:solidFill>
              </a:defRPr>
            </a:lvl2pPr>
            <a:lvl3pPr lvl="2">
              <a:spcBef>
                <a:spcPts val="0"/>
              </a:spcBef>
              <a:spcAft>
                <a:spcPts val="0"/>
              </a:spcAft>
              <a:buClr>
                <a:schemeClr val="dk2"/>
              </a:buClr>
              <a:buSzPts val="3000"/>
              <a:buNone/>
              <a:defRPr sz="3000">
                <a:solidFill>
                  <a:schemeClr val="dk2"/>
                </a:solidFill>
              </a:defRPr>
            </a:lvl3pPr>
            <a:lvl4pPr lvl="3">
              <a:spcBef>
                <a:spcPts val="0"/>
              </a:spcBef>
              <a:spcAft>
                <a:spcPts val="0"/>
              </a:spcAft>
              <a:buClr>
                <a:schemeClr val="dk2"/>
              </a:buClr>
              <a:buSzPts val="3000"/>
              <a:buNone/>
              <a:defRPr sz="3000">
                <a:solidFill>
                  <a:schemeClr val="dk2"/>
                </a:solidFill>
              </a:defRPr>
            </a:lvl4pPr>
            <a:lvl5pPr lvl="4">
              <a:spcBef>
                <a:spcPts val="0"/>
              </a:spcBef>
              <a:spcAft>
                <a:spcPts val="0"/>
              </a:spcAft>
              <a:buClr>
                <a:schemeClr val="dk2"/>
              </a:buClr>
              <a:buSzPts val="3000"/>
              <a:buNone/>
              <a:defRPr sz="3000">
                <a:solidFill>
                  <a:schemeClr val="dk2"/>
                </a:solidFill>
              </a:defRPr>
            </a:lvl5pPr>
            <a:lvl6pPr lvl="5">
              <a:spcBef>
                <a:spcPts val="0"/>
              </a:spcBef>
              <a:spcAft>
                <a:spcPts val="0"/>
              </a:spcAft>
              <a:buClr>
                <a:schemeClr val="dk2"/>
              </a:buClr>
              <a:buSzPts val="3000"/>
              <a:buNone/>
              <a:defRPr sz="3000">
                <a:solidFill>
                  <a:schemeClr val="dk2"/>
                </a:solidFill>
              </a:defRPr>
            </a:lvl6pPr>
            <a:lvl7pPr lvl="6">
              <a:spcBef>
                <a:spcPts val="0"/>
              </a:spcBef>
              <a:spcAft>
                <a:spcPts val="0"/>
              </a:spcAft>
              <a:buClr>
                <a:schemeClr val="dk2"/>
              </a:buClr>
              <a:buSzPts val="3000"/>
              <a:buNone/>
              <a:defRPr sz="3000">
                <a:solidFill>
                  <a:schemeClr val="dk2"/>
                </a:solidFill>
              </a:defRPr>
            </a:lvl7pPr>
            <a:lvl8pPr lvl="7">
              <a:spcBef>
                <a:spcPts val="0"/>
              </a:spcBef>
              <a:spcAft>
                <a:spcPts val="0"/>
              </a:spcAft>
              <a:buClr>
                <a:schemeClr val="dk2"/>
              </a:buClr>
              <a:buSzPts val="3000"/>
              <a:buNone/>
              <a:defRPr sz="3000">
                <a:solidFill>
                  <a:schemeClr val="dk2"/>
                </a:solidFill>
              </a:defRPr>
            </a:lvl8pPr>
            <a:lvl9pPr lvl="8">
              <a:spcBef>
                <a:spcPts val="0"/>
              </a:spcBef>
              <a:spcAft>
                <a:spcPts val="0"/>
              </a:spcAft>
              <a:buClr>
                <a:schemeClr val="dk2"/>
              </a:buClr>
              <a:buSzPts val="3000"/>
              <a:buNone/>
              <a:defRPr sz="3000">
                <a:solidFill>
                  <a:schemeClr val="dk2"/>
                </a:solidFill>
              </a:defRPr>
            </a:lvl9pPr>
          </a:lstStyle>
          <a:p/>
        </p:txBody>
      </p:sp>
      <p:sp>
        <p:nvSpPr>
          <p:cNvPr id="96" name="Google Shape;96;p1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7" name="Google Shape;97;p1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99" name="Shape 99"/>
        <p:cNvGrpSpPr/>
        <p:nvPr/>
      </p:nvGrpSpPr>
      <p:grpSpPr>
        <a:xfrm>
          <a:off x="0" y="0"/>
          <a:ext cx="0" cy="0"/>
          <a:chOff x="0" y="0"/>
          <a:chExt cx="0" cy="0"/>
        </a:xfrm>
      </p:grpSpPr>
      <p:pic>
        <p:nvPicPr>
          <p:cNvPr descr="Side view of hands writing in a notebook at a cafe" id="100" name="Google Shape;100;p12"/>
          <p:cNvPicPr preferRelativeResize="0"/>
          <p:nvPr/>
        </p:nvPicPr>
        <p:blipFill rotWithShape="1">
          <a:blip r:embed="rId2">
            <a:alphaModFix/>
          </a:blip>
          <a:srcRect b="26446" l="9050" r="54351" t="12064"/>
          <a:stretch/>
        </p:blipFill>
        <p:spPr>
          <a:xfrm>
            <a:off x="1" y="-50"/>
            <a:ext cx="4572000" cy="5143501"/>
          </a:xfrm>
          <a:prstGeom prst="rect">
            <a:avLst/>
          </a:prstGeom>
          <a:noFill/>
          <a:ln>
            <a:noFill/>
          </a:ln>
        </p:spPr>
      </p:pic>
      <p:sp>
        <p:nvSpPr>
          <p:cNvPr id="101" name="Google Shape;101;p12"/>
          <p:cNvSpPr/>
          <p:nvPr/>
        </p:nvSpPr>
        <p:spPr>
          <a:xfrm>
            <a:off x="1650" y="0"/>
            <a:ext cx="45687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2"/>
          <p:cNvGrpSpPr/>
          <p:nvPr/>
        </p:nvGrpSpPr>
        <p:grpSpPr>
          <a:xfrm>
            <a:off x="830392" y="1191256"/>
            <a:ext cx="745763" cy="45826"/>
            <a:chOff x="4580561" y="2589004"/>
            <a:chExt cx="1064464" cy="25200"/>
          </a:xfrm>
        </p:grpSpPr>
        <p:sp>
          <p:nvSpPr>
            <p:cNvPr id="103" name="Google Shape;103;p12"/>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2"/>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2"/>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06" name="Google Shape;106;p12"/>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2"/>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8" name="Google Shape;108;p12"/>
          <p:cNvSpPr txBox="1"/>
          <p:nvPr>
            <p:ph idx="12" type="sldNum"/>
          </p:nvPr>
        </p:nvSpPr>
        <p:spPr>
          <a:xfrm>
            <a:off x="8536300" y="4749850"/>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2">
  <p:cSld name="SECTION_TITLE_AND_DESCRIPTION_1_2">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b="0" l="31883" r="25713" t="8096"/>
          <a:stretch/>
        </p:blipFill>
        <p:spPr>
          <a:xfrm>
            <a:off x="0" y="0"/>
            <a:ext cx="4575250" cy="5143500"/>
          </a:xfrm>
          <a:prstGeom prst="rect">
            <a:avLst/>
          </a:prstGeom>
          <a:noFill/>
          <a:ln>
            <a:noFill/>
          </a:ln>
        </p:spPr>
      </p:pic>
      <p:sp>
        <p:nvSpPr>
          <p:cNvPr id="111" name="Google Shape;111;p13"/>
          <p:cNvSpPr/>
          <p:nvPr/>
        </p:nvSpPr>
        <p:spPr>
          <a:xfrm>
            <a:off x="-75" y="0"/>
            <a:ext cx="4572000" cy="5143500"/>
          </a:xfrm>
          <a:prstGeom prst="rect">
            <a:avLst/>
          </a:prstGeom>
          <a:solidFill>
            <a:srgbClr val="178D7D">
              <a:alpha val="680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13"/>
          <p:cNvGrpSpPr/>
          <p:nvPr/>
        </p:nvGrpSpPr>
        <p:grpSpPr>
          <a:xfrm>
            <a:off x="830392" y="1191256"/>
            <a:ext cx="745763" cy="45826"/>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rot="-5400000">
              <a:off x="4836311" y="2333254"/>
              <a:ext cx="25200" cy="536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13"/>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000"/>
              <a:buNone/>
              <a:defRPr sz="3000">
                <a:solidFill>
                  <a:srgbClr val="FFFFFF"/>
                </a:solidFill>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p:txBody>
      </p:sp>
      <p:sp>
        <p:nvSpPr>
          <p:cNvPr id="116" name="Google Shape;116;p13"/>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600">
                <a:solidFill>
                  <a:srgbClr val="FFFFFF"/>
                </a:solidFill>
              </a:defRPr>
            </a:lvl1pPr>
            <a:lvl2pPr lvl="1" rtl="0">
              <a:lnSpc>
                <a:spcPct val="100000"/>
              </a:lnSpc>
              <a:spcBef>
                <a:spcPts val="0"/>
              </a:spcBef>
              <a:spcAft>
                <a:spcPts val="0"/>
              </a:spcAft>
              <a:buClr>
                <a:srgbClr val="FFFFFF"/>
              </a:buClr>
              <a:buSzPts val="1600"/>
              <a:buNone/>
              <a:defRPr sz="1600">
                <a:solidFill>
                  <a:srgbClr val="FFFFFF"/>
                </a:solidFill>
              </a:defRPr>
            </a:lvl2pPr>
            <a:lvl3pPr lvl="2" rtl="0">
              <a:lnSpc>
                <a:spcPct val="100000"/>
              </a:lnSpc>
              <a:spcBef>
                <a:spcPts val="0"/>
              </a:spcBef>
              <a:spcAft>
                <a:spcPts val="0"/>
              </a:spcAft>
              <a:buClr>
                <a:srgbClr val="FFFFFF"/>
              </a:buClr>
              <a:buSzPts val="1600"/>
              <a:buNone/>
              <a:defRPr sz="1600">
                <a:solidFill>
                  <a:srgbClr val="FFFFFF"/>
                </a:solidFill>
              </a:defRPr>
            </a:lvl3pPr>
            <a:lvl4pPr lvl="3" rtl="0">
              <a:lnSpc>
                <a:spcPct val="100000"/>
              </a:lnSpc>
              <a:spcBef>
                <a:spcPts val="0"/>
              </a:spcBef>
              <a:spcAft>
                <a:spcPts val="0"/>
              </a:spcAft>
              <a:buClr>
                <a:srgbClr val="FFFFFF"/>
              </a:buClr>
              <a:buSzPts val="1600"/>
              <a:buNone/>
              <a:defRPr sz="1600">
                <a:solidFill>
                  <a:srgbClr val="FFFFFF"/>
                </a:solidFill>
              </a:defRPr>
            </a:lvl4pPr>
            <a:lvl5pPr lvl="4" rtl="0">
              <a:lnSpc>
                <a:spcPct val="100000"/>
              </a:lnSpc>
              <a:spcBef>
                <a:spcPts val="0"/>
              </a:spcBef>
              <a:spcAft>
                <a:spcPts val="0"/>
              </a:spcAft>
              <a:buClr>
                <a:srgbClr val="FFFFFF"/>
              </a:buClr>
              <a:buSzPts val="1600"/>
              <a:buNone/>
              <a:defRPr sz="1600">
                <a:solidFill>
                  <a:srgbClr val="FFFFFF"/>
                </a:solidFill>
              </a:defRPr>
            </a:lvl5pPr>
            <a:lvl6pPr lvl="5" rtl="0">
              <a:lnSpc>
                <a:spcPct val="100000"/>
              </a:lnSpc>
              <a:spcBef>
                <a:spcPts val="0"/>
              </a:spcBef>
              <a:spcAft>
                <a:spcPts val="0"/>
              </a:spcAft>
              <a:buClr>
                <a:srgbClr val="FFFFFF"/>
              </a:buClr>
              <a:buSzPts val="1600"/>
              <a:buNone/>
              <a:defRPr sz="1600">
                <a:solidFill>
                  <a:srgbClr val="FFFFFF"/>
                </a:solidFill>
              </a:defRPr>
            </a:lvl6pPr>
            <a:lvl7pPr lvl="6" rtl="0">
              <a:lnSpc>
                <a:spcPct val="100000"/>
              </a:lnSpc>
              <a:spcBef>
                <a:spcPts val="0"/>
              </a:spcBef>
              <a:spcAft>
                <a:spcPts val="0"/>
              </a:spcAft>
              <a:buClr>
                <a:srgbClr val="FFFFFF"/>
              </a:buClr>
              <a:buSzPts val="1600"/>
              <a:buNone/>
              <a:defRPr sz="1600">
                <a:solidFill>
                  <a:srgbClr val="FFFFFF"/>
                </a:solidFill>
              </a:defRPr>
            </a:lvl7pPr>
            <a:lvl8pPr lvl="7" rtl="0">
              <a:lnSpc>
                <a:spcPct val="100000"/>
              </a:lnSpc>
              <a:spcBef>
                <a:spcPts val="0"/>
              </a:spcBef>
              <a:spcAft>
                <a:spcPts val="0"/>
              </a:spcAft>
              <a:buClr>
                <a:srgbClr val="FFFFFF"/>
              </a:buClr>
              <a:buSzPts val="1600"/>
              <a:buNone/>
              <a:defRPr sz="1600">
                <a:solidFill>
                  <a:srgbClr val="FFFFFF"/>
                </a:solidFill>
              </a:defRPr>
            </a:lvl8pPr>
            <a:lvl9pPr lvl="8" rtl="0">
              <a:lnSpc>
                <a:spcPct val="100000"/>
              </a:lnSpc>
              <a:spcBef>
                <a:spcPts val="0"/>
              </a:spcBef>
              <a:spcAft>
                <a:spcPts val="0"/>
              </a:spcAft>
              <a:buClr>
                <a:srgbClr val="FFFFFF"/>
              </a:buClr>
              <a:buSzPts val="1600"/>
              <a:buNone/>
              <a:defRPr sz="1600">
                <a:solidFill>
                  <a:srgbClr val="FFFFFF"/>
                </a:solidFill>
              </a:defRPr>
            </a:lvl9pPr>
          </a:lstStyle>
          <a:p/>
        </p:txBody>
      </p:sp>
      <p:sp>
        <p:nvSpPr>
          <p:cNvPr id="117" name="Google Shape;117;p13"/>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8" name="Google Shape;118;p1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14"/>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21" name="Google Shape;121;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22" name="Shape 122"/>
        <p:cNvGrpSpPr/>
        <p:nvPr/>
      </p:nvGrpSpPr>
      <p:grpSpPr>
        <a:xfrm>
          <a:off x="0" y="0"/>
          <a:ext cx="0" cy="0"/>
          <a:chOff x="0" y="0"/>
          <a:chExt cx="0" cy="0"/>
        </a:xfrm>
      </p:grpSpPr>
      <p:grpSp>
        <p:nvGrpSpPr>
          <p:cNvPr id="123" name="Google Shape;123;p15"/>
          <p:cNvGrpSpPr/>
          <p:nvPr/>
        </p:nvGrpSpPr>
        <p:grpSpPr>
          <a:xfrm>
            <a:off x="830392" y="4169130"/>
            <a:ext cx="745763" cy="45826"/>
            <a:chOff x="4580561" y="2589004"/>
            <a:chExt cx="1064464" cy="25200"/>
          </a:xfrm>
        </p:grpSpPr>
        <p:sp>
          <p:nvSpPr>
            <p:cNvPr id="124" name="Google Shape;12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15"/>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27" name="Google Shape;127;p15"/>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28" name="Google Shape;128;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7.xml"/><Relationship Id="rId5" Type="http://schemas.openxmlformats.org/officeDocument/2006/relationships/slide" Target="/ppt/slides/slide10.xml"/><Relationship Id="rId6" Type="http://schemas.openxmlformats.org/officeDocument/2006/relationships/slide" Target="/ppt/slid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docs.google.com/spreadsheets/d/1wGI6go2gC-fTmg1X-hip9RhxQsBf29a6jMohFAONbAA/edit?usp=sharin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ctrTitle"/>
          </p:nvPr>
        </p:nvSpPr>
        <p:spPr>
          <a:xfrm>
            <a:off x="729450" y="1322450"/>
            <a:ext cx="3787800" cy="144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Manager Assignment</a:t>
            </a:r>
            <a:endParaRPr/>
          </a:p>
        </p:txBody>
      </p:sp>
      <p:sp>
        <p:nvSpPr>
          <p:cNvPr id="136" name="Google Shape;136;p17"/>
          <p:cNvSpPr txBox="1"/>
          <p:nvPr>
            <p:ph idx="1" type="subTitle"/>
          </p:nvPr>
        </p:nvSpPr>
        <p:spPr>
          <a:xfrm>
            <a:off x="729450" y="3313625"/>
            <a:ext cx="3787800" cy="824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 Srijan Mishra</a:t>
            </a:r>
            <a:endParaRPr sz="1800"/>
          </a:p>
        </p:txBody>
      </p:sp>
      <p:pic>
        <p:nvPicPr>
          <p:cNvPr id="137" name="Google Shape;137;p17"/>
          <p:cNvPicPr preferRelativeResize="0"/>
          <p:nvPr/>
        </p:nvPicPr>
        <p:blipFill>
          <a:blip r:embed="rId3">
            <a:alphaModFix/>
          </a:blip>
          <a:stretch>
            <a:fillRect/>
          </a:stretch>
        </p:blipFill>
        <p:spPr>
          <a:xfrm>
            <a:off x="4517250" y="1962150"/>
            <a:ext cx="3733800" cy="121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41" name="Shape 141"/>
        <p:cNvGrpSpPr/>
        <p:nvPr/>
      </p:nvGrpSpPr>
      <p:grpSpPr>
        <a:xfrm>
          <a:off x="0" y="0"/>
          <a:ext cx="0" cy="0"/>
          <a:chOff x="0" y="0"/>
          <a:chExt cx="0" cy="0"/>
        </a:xfrm>
      </p:grpSpPr>
      <p:sp>
        <p:nvSpPr>
          <p:cNvPr id="142" name="Google Shape;142;p18"/>
          <p:cNvSpPr txBox="1"/>
          <p:nvPr>
            <p:ph type="title"/>
          </p:nvPr>
        </p:nvSpPr>
        <p:spPr>
          <a:xfrm>
            <a:off x="729450" y="1322450"/>
            <a:ext cx="28599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p:txBody>
      </p:sp>
      <p:sp>
        <p:nvSpPr>
          <p:cNvPr id="143" name="Google Shape;143;p18"/>
          <p:cNvSpPr txBox="1"/>
          <p:nvPr>
            <p:ph idx="4294967295" type="subTitle"/>
          </p:nvPr>
        </p:nvSpPr>
        <p:spPr>
          <a:xfrm>
            <a:off x="4542975" y="1376352"/>
            <a:ext cx="4080000" cy="325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u="sng">
                <a:solidFill>
                  <a:schemeClr val="hlink"/>
                </a:solidFill>
                <a:hlinkClick action="ppaction://hlinksldjump" r:id="rId3"/>
              </a:rPr>
              <a:t>Objective</a:t>
            </a:r>
            <a:endParaRPr sz="1600">
              <a:solidFill>
                <a:srgbClr val="FFFFFF"/>
              </a:solidFill>
            </a:endParaRPr>
          </a:p>
          <a:p>
            <a:pPr indent="0" lvl="0" marL="0" rtl="0" algn="l">
              <a:lnSpc>
                <a:spcPct val="115000"/>
              </a:lnSpc>
              <a:spcBef>
                <a:spcPts val="1600"/>
              </a:spcBef>
              <a:spcAft>
                <a:spcPts val="0"/>
              </a:spcAft>
              <a:buNone/>
            </a:pPr>
            <a:r>
              <a:rPr lang="en" sz="1600" u="sng">
                <a:solidFill>
                  <a:schemeClr val="hlink"/>
                </a:solidFill>
                <a:hlinkClick action="ppaction://hlinksldjump" r:id="rId4"/>
              </a:rPr>
              <a:t>Proposal</a:t>
            </a:r>
            <a:endParaRPr sz="1600">
              <a:solidFill>
                <a:srgbClr val="FFFFFF"/>
              </a:solidFill>
            </a:endParaRPr>
          </a:p>
          <a:p>
            <a:pPr indent="0" lvl="0" marL="0" rtl="0" algn="l">
              <a:lnSpc>
                <a:spcPct val="115000"/>
              </a:lnSpc>
              <a:spcBef>
                <a:spcPts val="1600"/>
              </a:spcBef>
              <a:spcAft>
                <a:spcPts val="0"/>
              </a:spcAft>
              <a:buNone/>
            </a:pPr>
            <a:r>
              <a:rPr lang="en" sz="1600" u="sng">
                <a:solidFill>
                  <a:schemeClr val="hlink"/>
                </a:solidFill>
                <a:hlinkClick action="ppaction://hlinksldjump" r:id="rId5"/>
              </a:rPr>
              <a:t>Wireframes</a:t>
            </a:r>
            <a:endParaRPr sz="1600">
              <a:solidFill>
                <a:srgbClr val="FFFFFF"/>
              </a:solidFill>
            </a:endParaRPr>
          </a:p>
          <a:p>
            <a:pPr indent="0" lvl="0" marL="0" rtl="0" algn="l">
              <a:lnSpc>
                <a:spcPct val="115000"/>
              </a:lnSpc>
              <a:spcBef>
                <a:spcPts val="1600"/>
              </a:spcBef>
              <a:spcAft>
                <a:spcPts val="0"/>
              </a:spcAft>
              <a:buNone/>
            </a:pPr>
            <a:r>
              <a:rPr lang="en" sz="1600" u="sng">
                <a:solidFill>
                  <a:schemeClr val="hlink"/>
                </a:solidFill>
                <a:hlinkClick action="ppaction://hlinksldjump" r:id="rId6"/>
              </a:rPr>
              <a:t>Content Pegs &amp; Calendar</a:t>
            </a:r>
            <a:endParaRPr sz="1600">
              <a:solidFill>
                <a:srgbClr val="FFFFFF"/>
              </a:solidFill>
            </a:endParaRPr>
          </a:p>
          <a:p>
            <a:pPr indent="0" lvl="0" marL="0" rtl="0" algn="l">
              <a:spcBef>
                <a:spcPts val="1600"/>
              </a:spcBef>
              <a:spcAft>
                <a:spcPts val="160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a:t>
            </a:r>
            <a:endParaRPr sz="3000"/>
          </a:p>
        </p:txBody>
      </p:sp>
      <p:sp>
        <p:nvSpPr>
          <p:cNvPr id="149" name="Google Shape;149;p1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Grow and scale-up in Tier 2 cities of India (TG - 23-26 yrs old)</a:t>
            </a:r>
            <a:endParaRPr b="1" sz="1600">
              <a:solidFill>
                <a:schemeClr val="dk1"/>
              </a:solidFill>
            </a:endParaRPr>
          </a:p>
          <a:p>
            <a:pPr indent="0" lvl="0" marL="0" rtl="0" algn="l">
              <a:spcBef>
                <a:spcPts val="1000"/>
              </a:spcBef>
              <a:spcAft>
                <a:spcPts val="0"/>
              </a:spcAft>
              <a:buNone/>
            </a:pPr>
            <a:r>
              <a:t/>
            </a:r>
            <a:endParaRPr b="1" sz="1600">
              <a:solidFill>
                <a:schemeClr val="dk1"/>
              </a:solidFill>
            </a:endParaRPr>
          </a:p>
          <a:p>
            <a:pPr indent="0" lvl="0" marL="0" rtl="0" algn="l">
              <a:spcBef>
                <a:spcPts val="1000"/>
              </a:spcBef>
              <a:spcAft>
                <a:spcPts val="0"/>
              </a:spcAft>
              <a:buNone/>
            </a:pPr>
            <a:r>
              <a:rPr lang="en"/>
              <a:t>Some of the top Tier 2 cities of India are:</a:t>
            </a:r>
            <a:br>
              <a:rPr lang="en"/>
            </a:br>
            <a:r>
              <a:rPr lang="en"/>
              <a:t>Amritsar, Bhopal, Bhubaneswar, Chandigarh, Faridabad, Ghaziabad, Jamshedpur, Jaipur, Kochi, Lucknow, Nagpur, etc.</a:t>
            </a:r>
            <a:endParaRPr/>
          </a:p>
          <a:p>
            <a:pPr indent="0" lvl="0" marL="0" rtl="0" algn="l">
              <a:spcBef>
                <a:spcPts val="1600"/>
              </a:spcBef>
              <a:spcAft>
                <a:spcPts val="0"/>
              </a:spcAft>
              <a:buNone/>
            </a:pPr>
            <a:r>
              <a:t/>
            </a:r>
            <a:endParaRPr/>
          </a:p>
          <a:p>
            <a:pPr indent="0" lvl="0" marL="0" rtl="0" algn="l">
              <a:lnSpc>
                <a:spcPct val="115000"/>
              </a:lnSpc>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 Social Platforms</a:t>
            </a:r>
            <a:endParaRPr sz="3000"/>
          </a:p>
          <a:p>
            <a:pPr indent="0" lvl="0" marL="0" rtl="0" algn="l">
              <a:spcBef>
                <a:spcPts val="0"/>
              </a:spcBef>
              <a:spcAft>
                <a:spcPts val="0"/>
              </a:spcAft>
              <a:buNone/>
            </a:pPr>
            <a:r>
              <a:t/>
            </a:r>
            <a:endParaRPr sz="3000"/>
          </a:p>
        </p:txBody>
      </p:sp>
      <p:sp>
        <p:nvSpPr>
          <p:cNvPr id="155" name="Google Shape;155;p20"/>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solidFill>
                  <a:schemeClr val="dk1"/>
                </a:solidFill>
              </a:rPr>
              <a:t>In order to reach the desired TG (tech/engineers), we first need to identify the best possible platforms to use.</a:t>
            </a:r>
            <a:endParaRPr b="1" sz="1600">
              <a:solidFill>
                <a:schemeClr val="dk1"/>
              </a:solidFill>
            </a:endParaRPr>
          </a:p>
          <a:p>
            <a:pPr indent="0" lvl="0" marL="0" rtl="0" algn="l">
              <a:lnSpc>
                <a:spcPct val="115000"/>
              </a:lnSpc>
              <a:spcBef>
                <a:spcPts val="1000"/>
              </a:spcBef>
              <a:spcAft>
                <a:spcPts val="0"/>
              </a:spcAft>
              <a:buNone/>
            </a:pPr>
            <a:r>
              <a:t/>
            </a:r>
            <a:endParaRPr b="1" sz="1600">
              <a:solidFill>
                <a:schemeClr val="dk1"/>
              </a:solidFill>
            </a:endParaRPr>
          </a:p>
          <a:p>
            <a:pPr indent="-311150" lvl="0" marL="457200" rtl="0" algn="l">
              <a:lnSpc>
                <a:spcPct val="115000"/>
              </a:lnSpc>
              <a:spcBef>
                <a:spcPts val="1000"/>
              </a:spcBef>
              <a:spcAft>
                <a:spcPts val="0"/>
              </a:spcAft>
              <a:buSzPts val="1300"/>
              <a:buAutoNum type="arabicPeriod"/>
            </a:pPr>
            <a:r>
              <a:rPr lang="en"/>
              <a:t>Instagram</a:t>
            </a:r>
            <a:endParaRPr/>
          </a:p>
          <a:p>
            <a:pPr indent="-311150" lvl="0" marL="457200" rtl="0" algn="l">
              <a:lnSpc>
                <a:spcPct val="115000"/>
              </a:lnSpc>
              <a:spcBef>
                <a:spcPts val="0"/>
              </a:spcBef>
              <a:spcAft>
                <a:spcPts val="0"/>
              </a:spcAft>
              <a:buSzPts val="1300"/>
              <a:buAutoNum type="arabicPeriod"/>
            </a:pPr>
            <a:r>
              <a:rPr lang="en"/>
              <a:t>YouTube</a:t>
            </a:r>
            <a:endParaRPr/>
          </a:p>
          <a:p>
            <a:pPr indent="-311150" lvl="0" marL="457200" rtl="0" algn="l">
              <a:lnSpc>
                <a:spcPct val="115000"/>
              </a:lnSpc>
              <a:spcBef>
                <a:spcPts val="0"/>
              </a:spcBef>
              <a:spcAft>
                <a:spcPts val="0"/>
              </a:spcAft>
              <a:buSzPts val="1300"/>
              <a:buAutoNum type="arabicPeriod"/>
            </a:pPr>
            <a:r>
              <a:rPr lang="en"/>
              <a:t>Facebook</a:t>
            </a:r>
            <a:endParaRPr/>
          </a:p>
          <a:p>
            <a:pPr indent="-311150" lvl="0" marL="457200" rtl="0" algn="l">
              <a:lnSpc>
                <a:spcPct val="115000"/>
              </a:lnSpc>
              <a:spcBef>
                <a:spcPts val="0"/>
              </a:spcBef>
              <a:spcAft>
                <a:spcPts val="0"/>
              </a:spcAft>
              <a:buSzPts val="1300"/>
              <a:buAutoNum type="arabicPeriod"/>
            </a:pPr>
            <a:r>
              <a:rPr lang="en"/>
              <a:t>LinkedIn</a:t>
            </a:r>
            <a:endParaRPr/>
          </a:p>
          <a:p>
            <a:pPr indent="-311150" lvl="0" marL="457200" rtl="0" algn="l">
              <a:lnSpc>
                <a:spcPct val="115000"/>
              </a:lnSpc>
              <a:spcBef>
                <a:spcPts val="0"/>
              </a:spcBef>
              <a:spcAft>
                <a:spcPts val="0"/>
              </a:spcAft>
              <a:buSzPts val="1300"/>
              <a:buAutoNum type="arabicPeriod"/>
            </a:pPr>
            <a:r>
              <a:rPr lang="en"/>
              <a:t>Twitter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9" name="Shape 159"/>
        <p:cNvGrpSpPr/>
        <p:nvPr/>
      </p:nvGrpSpPr>
      <p:grpSpPr>
        <a:xfrm>
          <a:off x="0" y="0"/>
          <a:ext cx="0" cy="0"/>
          <a:chOff x="0" y="0"/>
          <a:chExt cx="0" cy="0"/>
        </a:xfrm>
      </p:grpSpPr>
      <p:sp>
        <p:nvSpPr>
          <p:cNvPr id="160" name="Google Shape;160;p21"/>
          <p:cNvSpPr txBox="1"/>
          <p:nvPr>
            <p:ph type="title"/>
          </p:nvPr>
        </p:nvSpPr>
        <p:spPr>
          <a:xfrm>
            <a:off x="729450" y="864300"/>
            <a:ext cx="7021200" cy="67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Facts</a:t>
            </a:r>
            <a:endParaRPr b="0"/>
          </a:p>
        </p:txBody>
      </p:sp>
      <p:sp>
        <p:nvSpPr>
          <p:cNvPr id="161" name="Google Shape;161;p21"/>
          <p:cNvSpPr txBox="1"/>
          <p:nvPr>
            <p:ph type="title"/>
          </p:nvPr>
        </p:nvSpPr>
        <p:spPr>
          <a:xfrm>
            <a:off x="729450" y="1555216"/>
            <a:ext cx="7021200" cy="22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600">
                <a:latin typeface="Lato"/>
                <a:ea typeface="Lato"/>
                <a:cs typeface="Lato"/>
                <a:sym typeface="Lato"/>
              </a:rPr>
              <a:t>The social platforms used by our TG, </a:t>
            </a:r>
            <a:r>
              <a:rPr b="0" lang="en" sz="1600">
                <a:latin typeface="Lato"/>
                <a:ea typeface="Lato"/>
                <a:cs typeface="Lato"/>
                <a:sym typeface="Lato"/>
              </a:rPr>
              <a:t>statistically</a:t>
            </a:r>
            <a:r>
              <a:rPr b="0" lang="en" sz="1600">
                <a:latin typeface="Lato"/>
                <a:ea typeface="Lato"/>
                <a:cs typeface="Lato"/>
                <a:sym typeface="Lato"/>
              </a:rPr>
              <a:t> are:</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Instagram</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Facebook</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Twitter</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LinkedIn </a:t>
            </a:r>
            <a:endParaRPr b="0" sz="1600">
              <a:latin typeface="Lato"/>
              <a:ea typeface="Lato"/>
              <a:cs typeface="Lato"/>
              <a:sym typeface="Lato"/>
            </a:endParaRPr>
          </a:p>
          <a:p>
            <a:pPr indent="0" lvl="0" marL="0" rtl="0" algn="l">
              <a:spcBef>
                <a:spcPts val="0"/>
              </a:spcBef>
              <a:spcAft>
                <a:spcPts val="0"/>
              </a:spcAft>
              <a:buNone/>
            </a:pPr>
            <a:r>
              <a:rPr b="0" lang="en" sz="1600">
                <a:latin typeface="Lato"/>
                <a:ea typeface="Lato"/>
                <a:cs typeface="Lato"/>
                <a:sym typeface="Lato"/>
              </a:rPr>
              <a:t>The top visited websites are:</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Google</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YouTube</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Amazon</a:t>
            </a:r>
            <a:endParaRPr b="0" sz="1600">
              <a:latin typeface="Lato"/>
              <a:ea typeface="Lato"/>
              <a:cs typeface="Lato"/>
              <a:sym typeface="Lato"/>
            </a:endParaRPr>
          </a:p>
          <a:p>
            <a:pPr indent="-330200" lvl="0" marL="457200" rtl="0" algn="l">
              <a:spcBef>
                <a:spcPts val="0"/>
              </a:spcBef>
              <a:spcAft>
                <a:spcPts val="0"/>
              </a:spcAft>
              <a:buSzPts val="1600"/>
              <a:buFont typeface="Lato"/>
              <a:buAutoNum type="arabicPeriod"/>
            </a:pPr>
            <a:r>
              <a:rPr b="0" lang="en" sz="1600">
                <a:latin typeface="Lato"/>
                <a:ea typeface="Lato"/>
                <a:cs typeface="Lato"/>
                <a:sym typeface="Lato"/>
              </a:rPr>
              <a:t>Facebook</a:t>
            </a:r>
            <a:endParaRPr b="0" sz="1600">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65" name="Shape 165"/>
        <p:cNvGrpSpPr/>
        <p:nvPr/>
      </p:nvGrpSpPr>
      <p:grpSpPr>
        <a:xfrm>
          <a:off x="0" y="0"/>
          <a:ext cx="0" cy="0"/>
          <a:chOff x="0" y="0"/>
          <a:chExt cx="0" cy="0"/>
        </a:xfrm>
      </p:grpSpPr>
      <p:sp>
        <p:nvSpPr>
          <p:cNvPr id="166" name="Google Shape;166;p22"/>
          <p:cNvSpPr txBox="1"/>
          <p:nvPr>
            <p:ph type="title"/>
          </p:nvPr>
        </p:nvSpPr>
        <p:spPr>
          <a:xfrm>
            <a:off x="729450" y="864300"/>
            <a:ext cx="7021200" cy="67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Assumptions</a:t>
            </a:r>
            <a:endParaRPr b="0"/>
          </a:p>
        </p:txBody>
      </p:sp>
      <p:sp>
        <p:nvSpPr>
          <p:cNvPr id="167" name="Google Shape;167;p22"/>
          <p:cNvSpPr txBox="1"/>
          <p:nvPr>
            <p:ph type="title"/>
          </p:nvPr>
        </p:nvSpPr>
        <p:spPr>
          <a:xfrm>
            <a:off x="729450" y="1745716"/>
            <a:ext cx="7021200" cy="221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600">
                <a:latin typeface="Lato"/>
                <a:ea typeface="Lato"/>
                <a:cs typeface="Lato"/>
                <a:sym typeface="Lato"/>
              </a:rPr>
              <a:t>As we know, most individuals (including software developers, engineers, programmers, etc.)  who are intend to learn something new or want to get a tutorial, the first place the probably visit google and then mostly YouTube. </a:t>
            </a:r>
            <a:br>
              <a:rPr b="0" lang="en" sz="1600">
                <a:latin typeface="Lato"/>
                <a:ea typeface="Lato"/>
                <a:cs typeface="Lato"/>
                <a:sym typeface="Lato"/>
              </a:rPr>
            </a:br>
            <a:r>
              <a:rPr b="0" lang="en" sz="1600">
                <a:latin typeface="Lato"/>
                <a:ea typeface="Lato"/>
                <a:cs typeface="Lato"/>
                <a:sym typeface="Lato"/>
              </a:rPr>
              <a:t>Therefore it is best to utilize YouTube as well for the best results.</a:t>
            </a:r>
            <a:endParaRPr b="0" sz="1600">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1" name="Shape 171"/>
        <p:cNvGrpSpPr/>
        <p:nvPr/>
      </p:nvGrpSpPr>
      <p:grpSpPr>
        <a:xfrm>
          <a:off x="0" y="0"/>
          <a:ext cx="0" cy="0"/>
          <a:chOff x="0" y="0"/>
          <a:chExt cx="0" cy="0"/>
        </a:xfrm>
      </p:grpSpPr>
      <p:sp>
        <p:nvSpPr>
          <p:cNvPr id="172" name="Google Shape;172;p2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Proposal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a:t>
            </a:r>
            <a:endParaRPr/>
          </a:p>
        </p:txBody>
      </p:sp>
      <p:sp>
        <p:nvSpPr>
          <p:cNvPr id="178" name="Google Shape;178;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The strategy needs to be divided into three segments - </a:t>
            </a:r>
            <a:endParaRPr/>
          </a:p>
          <a:p>
            <a:pPr indent="-311150" lvl="0" marL="457200" rtl="0" algn="l">
              <a:lnSpc>
                <a:spcPct val="150000"/>
              </a:lnSpc>
              <a:spcBef>
                <a:spcPts val="1600"/>
              </a:spcBef>
              <a:spcAft>
                <a:spcPts val="0"/>
              </a:spcAft>
              <a:buSzPts val="1300"/>
              <a:buAutoNum type="arabicPeriod"/>
            </a:pPr>
            <a:r>
              <a:rPr b="1" lang="en"/>
              <a:t>Brand Recognition and Value</a:t>
            </a:r>
            <a:r>
              <a:rPr lang="en"/>
              <a:t> - First the audience need to be educated about what Recro is and how is it beneficial for them via various </a:t>
            </a:r>
            <a:r>
              <a:rPr lang="en"/>
              <a:t>pieces of content on all social media platforms.</a:t>
            </a:r>
            <a:endParaRPr/>
          </a:p>
          <a:p>
            <a:pPr indent="-311150" lvl="0" marL="457200" rtl="0" algn="l">
              <a:lnSpc>
                <a:spcPct val="150000"/>
              </a:lnSpc>
              <a:spcBef>
                <a:spcPts val="0"/>
              </a:spcBef>
              <a:spcAft>
                <a:spcPts val="0"/>
              </a:spcAft>
              <a:buSzPts val="1300"/>
              <a:buAutoNum type="arabicPeriod"/>
            </a:pPr>
            <a:r>
              <a:rPr b="1" lang="en"/>
              <a:t>Building Trust - </a:t>
            </a:r>
            <a:r>
              <a:rPr lang="en"/>
              <a:t>It is important for people to know and see the results by Recro, we can execute this by multiple methods such as influencers, testimonials, etc.</a:t>
            </a:r>
            <a:endParaRPr/>
          </a:p>
          <a:p>
            <a:pPr indent="-311150" lvl="0" marL="457200" rtl="0" algn="l">
              <a:lnSpc>
                <a:spcPct val="150000"/>
              </a:lnSpc>
              <a:spcBef>
                <a:spcPts val="0"/>
              </a:spcBef>
              <a:spcAft>
                <a:spcPts val="0"/>
              </a:spcAft>
              <a:buSzPts val="1300"/>
              <a:buAutoNum type="arabicPeriod"/>
            </a:pPr>
            <a:r>
              <a:rPr b="1" lang="en"/>
              <a:t>Differentiator -</a:t>
            </a:r>
            <a:r>
              <a:rPr lang="en"/>
              <a:t> What is different that we are offering from our competitors or how we can say/prove that our services are superior to others.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Video Content</a:t>
            </a:r>
            <a:endParaRPr/>
          </a:p>
        </p:txBody>
      </p:sp>
      <p:sp>
        <p:nvSpPr>
          <p:cNvPr id="184" name="Google Shape;184;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important as it is to push out content that is quirky and </a:t>
            </a:r>
            <a:r>
              <a:rPr lang="en"/>
              <a:t>shareable</a:t>
            </a:r>
            <a:r>
              <a:rPr lang="en"/>
              <a:t>, it is </a:t>
            </a:r>
            <a:r>
              <a:rPr lang="en"/>
              <a:t>crucial</a:t>
            </a:r>
            <a:r>
              <a:rPr lang="en"/>
              <a:t> to have someone communicate with the audience via short video clips, reels, etc. which as per my research lacks on our channels. When such content is shared on the marketing channels, it gains trust and video content tend to have better recall value, better communication, performs much better, and the benefits goes on.</a:t>
            </a:r>
            <a:endParaRPr/>
          </a:p>
          <a:p>
            <a:pPr indent="0" lvl="0" marL="0" rtl="0" algn="l">
              <a:spcBef>
                <a:spcPts val="1600"/>
              </a:spcBef>
              <a:spcAft>
                <a:spcPts val="0"/>
              </a:spcAft>
              <a:buNone/>
            </a:pPr>
            <a:r>
              <a:rPr lang="en"/>
              <a:t>These clips can be shared on Instagram, Facebook, YouTube Shorts, etc. which majorly covers our marketing penetration. </a:t>
            </a:r>
            <a:endParaRPr/>
          </a:p>
          <a:p>
            <a:pPr indent="0" lvl="0" marL="0" rtl="0" algn="l">
              <a:spcBef>
                <a:spcPts val="1600"/>
              </a:spcBef>
              <a:spcAft>
                <a:spcPts val="1600"/>
              </a:spcAft>
              <a:buNone/>
            </a:pPr>
            <a:r>
              <a:rPr lang="en"/>
              <a:t>Some of the examples that has shown proven results are, Mailchimp, Copyposse, GaryVee, Hubspot, 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Wireframes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p:nvPr/>
        </p:nvSpPr>
        <p:spPr>
          <a:xfrm>
            <a:off x="0" y="4747100"/>
            <a:ext cx="9144000" cy="39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95" name="Google Shape;195;p27"/>
          <p:cNvPicPr preferRelativeResize="0"/>
          <p:nvPr/>
        </p:nvPicPr>
        <p:blipFill>
          <a:blip r:embed="rId3">
            <a:alphaModFix/>
          </a:blip>
          <a:stretch>
            <a:fillRect/>
          </a:stretch>
        </p:blipFill>
        <p:spPr>
          <a:xfrm>
            <a:off x="152400" y="152400"/>
            <a:ext cx="8789551" cy="4442300"/>
          </a:xfrm>
          <a:prstGeom prst="rect">
            <a:avLst/>
          </a:prstGeom>
          <a:noFill/>
          <a:ln>
            <a:noFill/>
          </a:ln>
        </p:spPr>
      </p:pic>
      <p:sp>
        <p:nvSpPr>
          <p:cNvPr id="196" name="Google Shape;196;p27"/>
          <p:cNvSpPr txBox="1"/>
          <p:nvPr>
            <p:ph idx="4294967295" type="title"/>
          </p:nvPr>
        </p:nvSpPr>
        <p:spPr>
          <a:xfrm>
            <a:off x="727800" y="4710650"/>
            <a:ext cx="7688400" cy="3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rPr>
              <a:t>Basic Mindmapping strategy for Recro</a:t>
            </a:r>
            <a:endParaRPr sz="16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Calendar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link below, please find the content </a:t>
            </a:r>
            <a:r>
              <a:rPr lang="en"/>
              <a:t>pegs and calendar</a:t>
            </a:r>
            <a:endParaRPr sz="3000"/>
          </a:p>
        </p:txBody>
      </p:sp>
      <p:sp>
        <p:nvSpPr>
          <p:cNvPr id="207" name="Google Shape;207;p29"/>
          <p:cNvSpPr txBox="1"/>
          <p:nvPr>
            <p:ph idx="1" type="body"/>
          </p:nvPr>
        </p:nvSpPr>
        <p:spPr>
          <a:xfrm>
            <a:off x="729450" y="2694225"/>
            <a:ext cx="7688700" cy="16455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1000"/>
              </a:spcAft>
              <a:buSzPts val="1700"/>
              <a:buChar char="➔"/>
            </a:pPr>
            <a:r>
              <a:rPr b="1" lang="en" sz="1700" u="sng">
                <a:solidFill>
                  <a:schemeClr val="hlink"/>
                </a:solidFill>
                <a:hlinkClick r:id="rId3"/>
              </a:rPr>
              <a:t>Link</a:t>
            </a:r>
            <a:endParaRPr b="1"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