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3"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5143500" cx="9144000"/>
  <p:notesSz cx="6858000" cy="9144000"/>
  <p:embeddedFontLst>
    <p:embeddedFont>
      <p:font typeface="Catamaran"/>
      <p:regular r:id="rId22"/>
      <p:bold r:id="rId23"/>
    </p:embeddedFont>
    <p:embeddedFont>
      <p:font typeface="Libre Franklin"/>
      <p:regular r:id="rId24"/>
      <p:bold r:id="rId25"/>
      <p:italic r:id="rId26"/>
      <p:boldItalic r:id="rId27"/>
    </p:embeddedFont>
    <p:embeddedFont>
      <p:font typeface="Domine"/>
      <p:regular r:id="rId28"/>
      <p:bold r:id="rId29"/>
    </p:embeddedFont>
    <p:embeddedFont>
      <p:font typeface="Libre Franklin Medium"/>
      <p:regular r:id="rId30"/>
      <p:bold r:id="rId31"/>
      <p:italic r:id="rId32"/>
      <p:boldItalic r:id="rId33"/>
    </p:embeddedFont>
    <p:embeddedFont>
      <p:font typeface="Albert Sans"/>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Catamaran-regular.fntdata"/><Relationship Id="rId21" Type="http://schemas.openxmlformats.org/officeDocument/2006/relationships/slide" Target="slides/slide17.xml"/><Relationship Id="rId24" Type="http://schemas.openxmlformats.org/officeDocument/2006/relationships/font" Target="fonts/LibreFranklin-regular.fntdata"/><Relationship Id="rId23" Type="http://schemas.openxmlformats.org/officeDocument/2006/relationships/font" Target="fonts/Catamaran-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LibreFranklin-italic.fntdata"/><Relationship Id="rId25" Type="http://schemas.openxmlformats.org/officeDocument/2006/relationships/font" Target="fonts/LibreFranklin-bold.fntdata"/><Relationship Id="rId28" Type="http://schemas.openxmlformats.org/officeDocument/2006/relationships/font" Target="fonts/Domine-regular.fntdata"/><Relationship Id="rId27" Type="http://schemas.openxmlformats.org/officeDocument/2006/relationships/font" Target="fonts/LibreFranklin-bold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Domine-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LibreFranklinMedium-bold.fntdata"/><Relationship Id="rId30" Type="http://schemas.openxmlformats.org/officeDocument/2006/relationships/font" Target="fonts/LibreFranklinMedium-regular.fntdata"/><Relationship Id="rId11" Type="http://schemas.openxmlformats.org/officeDocument/2006/relationships/slide" Target="slides/slide7.xml"/><Relationship Id="rId33" Type="http://schemas.openxmlformats.org/officeDocument/2006/relationships/font" Target="fonts/LibreFranklinMedium-boldItalic.fntdata"/><Relationship Id="rId10" Type="http://schemas.openxmlformats.org/officeDocument/2006/relationships/slide" Target="slides/slide6.xml"/><Relationship Id="rId32" Type="http://schemas.openxmlformats.org/officeDocument/2006/relationships/font" Target="fonts/LibreFranklinMedium-italic.fntdata"/><Relationship Id="rId13" Type="http://schemas.openxmlformats.org/officeDocument/2006/relationships/slide" Target="slides/slide9.xml"/><Relationship Id="rId35" Type="http://schemas.openxmlformats.org/officeDocument/2006/relationships/font" Target="fonts/AlbertSans-bold.fntdata"/><Relationship Id="rId12" Type="http://schemas.openxmlformats.org/officeDocument/2006/relationships/slide" Target="slides/slide8.xml"/><Relationship Id="rId34" Type="http://schemas.openxmlformats.org/officeDocument/2006/relationships/font" Target="fonts/AlbertSans-regular.fntdata"/><Relationship Id="rId15" Type="http://schemas.openxmlformats.org/officeDocument/2006/relationships/slide" Target="slides/slide11.xml"/><Relationship Id="rId37" Type="http://schemas.openxmlformats.org/officeDocument/2006/relationships/font" Target="fonts/AlbertSans-boldItalic.fntdata"/><Relationship Id="rId14" Type="http://schemas.openxmlformats.org/officeDocument/2006/relationships/slide" Target="slides/slide10.xml"/><Relationship Id="rId36" Type="http://schemas.openxmlformats.org/officeDocument/2006/relationships/font" Target="fonts/AlbertSans-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9a0f900027_1_8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9a0f900027_1_8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5fd4b45418938cd5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5fd4b45418938cd5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9a0f900027_1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9a0f900027_1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9a0f900027_1_1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9a0f900027_1_1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8d83cf88e8_2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8d83cf88e8_2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93969108f1_2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93969108f1_2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2aaa75282ab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2aaa75282a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aaa75282ab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2aaa75282ab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993d73b759_7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993d73b759_7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aaa75282ab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aaa75282ab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2aaa75282ab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2aaa75282ab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2aaa75282ab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2aaa75282ab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2aaa75282ab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2aaa75282ab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2aaa75282ab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2aaa75282ab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2aaa75282ab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2aaa75282ab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aaa75282ab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2aaa75282ab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9d70899d0f_3_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9d70899d0f_3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 Id="rId5" Type="http://schemas.openxmlformats.org/officeDocument/2006/relationships/hyperlink" Target="https://stories.freepik.com/?utm_source=slidesgo_template&amp;utm_medium=referral-link&amp;utm_campaign=slidesgo_contents_of_this_template&amp;utm_term=stories_by_freepik&amp;utm_content=stories" TargetMode="Externa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flipH="1" rot="10800000">
            <a:off x="0" y="-75"/>
            <a:ext cx="6420300" cy="36753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p:nvPr/>
        </p:nvSpPr>
        <p:spPr>
          <a:xfrm rot="10800000">
            <a:off x="6420400" y="0"/>
            <a:ext cx="2732700" cy="15642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idx="1" type="subTitle"/>
          </p:nvPr>
        </p:nvSpPr>
        <p:spPr>
          <a:xfrm>
            <a:off x="616200" y="3913200"/>
            <a:ext cx="2122200" cy="649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800"/>
              <a:buNone/>
              <a:defRPr sz="1600">
                <a:solidFill>
                  <a:schemeClr val="dk1"/>
                </a:solidFill>
                <a:latin typeface="Libre Franklin Medium"/>
                <a:ea typeface="Libre Franklin Medium"/>
                <a:cs typeface="Libre Franklin Medium"/>
                <a:sym typeface="Libre Franklin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ctrTitle"/>
          </p:nvPr>
        </p:nvSpPr>
        <p:spPr>
          <a:xfrm>
            <a:off x="590600" y="491400"/>
            <a:ext cx="3666900" cy="3064200"/>
          </a:xfrm>
          <a:prstGeom prst="rect">
            <a:avLst/>
          </a:prstGeom>
        </p:spPr>
        <p:txBody>
          <a:bodyPr anchorCtr="0" anchor="t" bIns="91425" lIns="91425" spcFirstLastPara="1" rIns="91425" wrap="square" tIns="91425">
            <a:noAutofit/>
          </a:bodyPr>
          <a:lstStyle>
            <a:lvl1pPr lvl="0" algn="l">
              <a:spcBef>
                <a:spcPts val="0"/>
              </a:spcBef>
              <a:spcAft>
                <a:spcPts val="0"/>
              </a:spcAft>
              <a:buSzPts val="5200"/>
              <a:buNone/>
              <a:defRPr sz="6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p:nvPr/>
        </p:nvSpPr>
        <p:spPr>
          <a:xfrm>
            <a:off x="1886216" y="4155000"/>
            <a:ext cx="1726800" cy="9885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3"/>
          <p:cNvSpPr/>
          <p:nvPr/>
        </p:nvSpPr>
        <p:spPr>
          <a:xfrm rot="5400000">
            <a:off x="-1833000" y="1832850"/>
            <a:ext cx="8573400" cy="49077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type="title"/>
          </p:nvPr>
        </p:nvSpPr>
        <p:spPr>
          <a:xfrm flipH="1">
            <a:off x="616300" y="720000"/>
            <a:ext cx="2895600" cy="1851600"/>
          </a:xfrm>
          <a:prstGeom prst="rect">
            <a:avLst/>
          </a:prstGeom>
        </p:spPr>
        <p:txBody>
          <a:bodyPr anchorCtr="0" anchor="t" bIns="91425" lIns="91425" spcFirstLastPara="1" rIns="91425" wrap="square" tIns="91425">
            <a:noAutofit/>
          </a:bodyPr>
          <a:lstStyle>
            <a:lvl1pPr lvl="0" algn="l">
              <a:spcBef>
                <a:spcPts val="0"/>
              </a:spcBef>
              <a:spcAft>
                <a:spcPts val="0"/>
              </a:spcAft>
              <a:buSzPts val="4100"/>
              <a:buNone/>
              <a:defRPr sz="5500"/>
            </a:lvl1pPr>
            <a:lvl2pPr lvl="1">
              <a:spcBef>
                <a:spcPts val="0"/>
              </a:spcBef>
              <a:spcAft>
                <a:spcPts val="0"/>
              </a:spcAft>
              <a:buSzPts val="4100"/>
              <a:buNone/>
              <a:defRPr/>
            </a:lvl2pPr>
            <a:lvl3pPr lvl="2">
              <a:spcBef>
                <a:spcPts val="0"/>
              </a:spcBef>
              <a:spcAft>
                <a:spcPts val="0"/>
              </a:spcAft>
              <a:buSzPts val="4100"/>
              <a:buNone/>
              <a:defRPr/>
            </a:lvl3pPr>
            <a:lvl4pPr lvl="3">
              <a:spcBef>
                <a:spcPts val="0"/>
              </a:spcBef>
              <a:spcAft>
                <a:spcPts val="0"/>
              </a:spcAft>
              <a:buSzPts val="4100"/>
              <a:buNone/>
              <a:defRPr/>
            </a:lvl4pPr>
            <a:lvl5pPr lvl="4">
              <a:spcBef>
                <a:spcPts val="0"/>
              </a:spcBef>
              <a:spcAft>
                <a:spcPts val="0"/>
              </a:spcAft>
              <a:buSzPts val="4100"/>
              <a:buNone/>
              <a:defRPr/>
            </a:lvl5pPr>
            <a:lvl6pPr lvl="5">
              <a:spcBef>
                <a:spcPts val="0"/>
              </a:spcBef>
              <a:spcAft>
                <a:spcPts val="0"/>
              </a:spcAft>
              <a:buSzPts val="4100"/>
              <a:buNone/>
              <a:defRPr/>
            </a:lvl6pPr>
            <a:lvl7pPr lvl="6">
              <a:spcBef>
                <a:spcPts val="0"/>
              </a:spcBef>
              <a:spcAft>
                <a:spcPts val="0"/>
              </a:spcAft>
              <a:buSzPts val="4100"/>
              <a:buNone/>
              <a:defRPr/>
            </a:lvl7pPr>
            <a:lvl8pPr lvl="7">
              <a:spcBef>
                <a:spcPts val="0"/>
              </a:spcBef>
              <a:spcAft>
                <a:spcPts val="0"/>
              </a:spcAft>
              <a:buSzPts val="4100"/>
              <a:buNone/>
              <a:defRPr/>
            </a:lvl8pPr>
            <a:lvl9pPr lvl="8">
              <a:spcBef>
                <a:spcPts val="0"/>
              </a:spcBef>
              <a:spcAft>
                <a:spcPts val="0"/>
              </a:spcAft>
              <a:buSzPts val="4100"/>
              <a:buNone/>
              <a:defRPr/>
            </a:lvl9pPr>
          </a:lstStyle>
          <a:p/>
        </p:txBody>
      </p:sp>
      <p:sp>
        <p:nvSpPr>
          <p:cNvPr id="17" name="Google Shape;17;p3"/>
          <p:cNvSpPr txBox="1"/>
          <p:nvPr>
            <p:ph hasCustomPrompt="1" idx="2" type="title"/>
          </p:nvPr>
        </p:nvSpPr>
        <p:spPr>
          <a:xfrm flipH="1">
            <a:off x="616300" y="3795175"/>
            <a:ext cx="1635300" cy="988500"/>
          </a:xfrm>
          <a:prstGeom prst="rect">
            <a:avLst/>
          </a:prstGeom>
        </p:spPr>
        <p:txBody>
          <a:bodyPr anchorCtr="0" anchor="b" bIns="91425" lIns="91425" spcFirstLastPara="1" rIns="91425" wrap="square" tIns="91425">
            <a:noAutofit/>
          </a:bodyPr>
          <a:lstStyle>
            <a:lvl1pPr lvl="0" rtl="0" algn="l">
              <a:spcBef>
                <a:spcPts val="0"/>
              </a:spcBef>
              <a:spcAft>
                <a:spcPts val="0"/>
              </a:spcAft>
              <a:buSzPts val="5000"/>
              <a:buNone/>
              <a:defRPr sz="7000">
                <a:solidFill>
                  <a:schemeClr val="lt1"/>
                </a:solidFill>
              </a:defRPr>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a:r>
              <a:t>xx%</a:t>
            </a:r>
          </a:p>
        </p:txBody>
      </p:sp>
      <p:sp>
        <p:nvSpPr>
          <p:cNvPr id="18" name="Google Shape;18;p3"/>
          <p:cNvSpPr txBox="1"/>
          <p:nvPr>
            <p:ph idx="1" type="subTitle"/>
          </p:nvPr>
        </p:nvSpPr>
        <p:spPr>
          <a:xfrm flipH="1">
            <a:off x="5312925" y="3960725"/>
            <a:ext cx="3093600" cy="6789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600">
                <a:solidFill>
                  <a:schemeClr val="dk1"/>
                </a:solidFill>
              </a:defRPr>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rot="10800000">
            <a:off x="2334300" y="-8250"/>
            <a:ext cx="6809700" cy="38979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flipH="1">
            <a:off x="6953400" y="3889650"/>
            <a:ext cx="2190600" cy="1254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540000" y="491400"/>
            <a:ext cx="8100000" cy="572700"/>
          </a:xfrm>
          <a:prstGeom prst="rect">
            <a:avLst/>
          </a:prstGeom>
        </p:spPr>
        <p:txBody>
          <a:bodyPr anchorCtr="0" anchor="t" bIns="91425" lIns="91425" spcFirstLastPara="1" rIns="91425" wrap="square" tIns="91425">
            <a:noAutofit/>
          </a:bodyPr>
          <a:lstStyle>
            <a:lvl1pPr lvl="0">
              <a:spcBef>
                <a:spcPts val="0"/>
              </a:spcBef>
              <a:spcAft>
                <a:spcPts val="0"/>
              </a:spcAft>
              <a:buSzPts val="4100"/>
              <a:buNone/>
              <a:defRPr/>
            </a:lvl1pPr>
            <a:lvl2pPr lvl="1">
              <a:spcBef>
                <a:spcPts val="0"/>
              </a:spcBef>
              <a:spcAft>
                <a:spcPts val="0"/>
              </a:spcAft>
              <a:buSzPts val="4100"/>
              <a:buNone/>
              <a:defRPr/>
            </a:lvl2pPr>
            <a:lvl3pPr lvl="2">
              <a:spcBef>
                <a:spcPts val="0"/>
              </a:spcBef>
              <a:spcAft>
                <a:spcPts val="0"/>
              </a:spcAft>
              <a:buSzPts val="4100"/>
              <a:buNone/>
              <a:defRPr/>
            </a:lvl3pPr>
            <a:lvl4pPr lvl="3">
              <a:spcBef>
                <a:spcPts val="0"/>
              </a:spcBef>
              <a:spcAft>
                <a:spcPts val="0"/>
              </a:spcAft>
              <a:buSzPts val="4100"/>
              <a:buNone/>
              <a:defRPr/>
            </a:lvl4pPr>
            <a:lvl5pPr lvl="4">
              <a:spcBef>
                <a:spcPts val="0"/>
              </a:spcBef>
              <a:spcAft>
                <a:spcPts val="0"/>
              </a:spcAft>
              <a:buSzPts val="4100"/>
              <a:buNone/>
              <a:defRPr/>
            </a:lvl5pPr>
            <a:lvl6pPr lvl="5">
              <a:spcBef>
                <a:spcPts val="0"/>
              </a:spcBef>
              <a:spcAft>
                <a:spcPts val="0"/>
              </a:spcAft>
              <a:buSzPts val="4100"/>
              <a:buNone/>
              <a:defRPr/>
            </a:lvl6pPr>
            <a:lvl7pPr lvl="6">
              <a:spcBef>
                <a:spcPts val="0"/>
              </a:spcBef>
              <a:spcAft>
                <a:spcPts val="0"/>
              </a:spcAft>
              <a:buSzPts val="4100"/>
              <a:buNone/>
              <a:defRPr/>
            </a:lvl7pPr>
            <a:lvl8pPr lvl="7">
              <a:spcBef>
                <a:spcPts val="0"/>
              </a:spcBef>
              <a:spcAft>
                <a:spcPts val="0"/>
              </a:spcAft>
              <a:buSzPts val="4100"/>
              <a:buNone/>
              <a:defRPr/>
            </a:lvl8pPr>
            <a:lvl9pPr lvl="8">
              <a:spcBef>
                <a:spcPts val="0"/>
              </a:spcBef>
              <a:spcAft>
                <a:spcPts val="0"/>
              </a:spcAft>
              <a:buSzPts val="4100"/>
              <a:buNone/>
              <a:defRPr/>
            </a:lvl9pPr>
          </a:lstStyle>
          <a:p/>
        </p:txBody>
      </p:sp>
      <p:sp>
        <p:nvSpPr>
          <p:cNvPr id="23" name="Google Shape;23;p4"/>
          <p:cNvSpPr txBox="1"/>
          <p:nvPr>
            <p:ph idx="1" type="body"/>
          </p:nvPr>
        </p:nvSpPr>
        <p:spPr>
          <a:xfrm>
            <a:off x="622000" y="1357200"/>
            <a:ext cx="7784700" cy="34953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AutoNum type="arabicPeriod"/>
              <a:defRPr sz="1100"/>
            </a:lvl1pPr>
            <a:lvl2pPr indent="-317500" lvl="1" marL="914400" rtl="0">
              <a:spcBef>
                <a:spcPts val="1600"/>
              </a:spcBef>
              <a:spcAft>
                <a:spcPts val="0"/>
              </a:spcAft>
              <a:buSzPts val="1400"/>
              <a:buAutoNum type="alphaLcPeriod"/>
              <a:defRPr/>
            </a:lvl2pPr>
            <a:lvl3pPr indent="-317500" lvl="2" marL="1371600" rtl="0">
              <a:spcBef>
                <a:spcPts val="1600"/>
              </a:spcBef>
              <a:spcAft>
                <a:spcPts val="0"/>
              </a:spcAft>
              <a:buSzPts val="1400"/>
              <a:buAutoNum type="romanLcPeriod"/>
              <a:defRPr/>
            </a:lvl3pPr>
            <a:lvl4pPr indent="-317500" lvl="3" marL="1828800" rtl="0">
              <a:spcBef>
                <a:spcPts val="1600"/>
              </a:spcBef>
              <a:spcAft>
                <a:spcPts val="0"/>
              </a:spcAft>
              <a:buSzPts val="1400"/>
              <a:buAutoNum type="arabicPeriod"/>
              <a:defRPr/>
            </a:lvl4pPr>
            <a:lvl5pPr indent="-317500" lvl="4" marL="2286000" rtl="0">
              <a:spcBef>
                <a:spcPts val="1600"/>
              </a:spcBef>
              <a:spcAft>
                <a:spcPts val="0"/>
              </a:spcAft>
              <a:buSzPts val="1400"/>
              <a:buAutoNum type="alphaLcPeriod"/>
              <a:defRPr/>
            </a:lvl5pPr>
            <a:lvl6pPr indent="-317500" lvl="5" marL="2743200" rtl="0">
              <a:spcBef>
                <a:spcPts val="1600"/>
              </a:spcBef>
              <a:spcAft>
                <a:spcPts val="0"/>
              </a:spcAft>
              <a:buSzPts val="1400"/>
              <a:buAutoNum type="romanLcPeriod"/>
              <a:defRPr/>
            </a:lvl6pPr>
            <a:lvl7pPr indent="-317500" lvl="6" marL="3200400" rtl="0">
              <a:spcBef>
                <a:spcPts val="1600"/>
              </a:spcBef>
              <a:spcAft>
                <a:spcPts val="0"/>
              </a:spcAft>
              <a:buSzPts val="1400"/>
              <a:buAutoNum type="arabicPeriod"/>
              <a:defRPr/>
            </a:lvl7pPr>
            <a:lvl8pPr indent="-317500" lvl="7" marL="3657600" rtl="0">
              <a:spcBef>
                <a:spcPts val="1600"/>
              </a:spcBef>
              <a:spcAft>
                <a:spcPts val="0"/>
              </a:spcAft>
              <a:buSzPts val="1400"/>
              <a:buAutoNum type="alphaLcPeriod"/>
              <a:defRPr/>
            </a:lvl8pPr>
            <a:lvl9pPr indent="-317500" lvl="8" marL="4114800" rtl="0">
              <a:spcBef>
                <a:spcPts val="1600"/>
              </a:spcBef>
              <a:spcAft>
                <a:spcPts val="1600"/>
              </a:spcAft>
              <a:buSzPts val="1400"/>
              <a:buAutoNum type="romanLcPeriod"/>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rot="10800000">
            <a:off x="4362600" y="-8325"/>
            <a:ext cx="4781400" cy="27369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3933000"/>
            <a:ext cx="2115000" cy="12105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idx="1" type="subTitle"/>
          </p:nvPr>
        </p:nvSpPr>
        <p:spPr>
          <a:xfrm>
            <a:off x="1543480" y="1998800"/>
            <a:ext cx="1866600" cy="495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2200">
                <a:latin typeface="Be Vietnam"/>
                <a:ea typeface="Be Vietnam"/>
                <a:cs typeface="Be Vietnam"/>
                <a:sym typeface="Be Vietnam"/>
              </a:defRPr>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p:txBody>
      </p:sp>
      <p:sp>
        <p:nvSpPr>
          <p:cNvPr id="28" name="Google Shape;28;p5"/>
          <p:cNvSpPr txBox="1"/>
          <p:nvPr>
            <p:ph type="title"/>
          </p:nvPr>
        </p:nvSpPr>
        <p:spPr>
          <a:xfrm>
            <a:off x="540000" y="491400"/>
            <a:ext cx="8100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4100"/>
              <a:buNone/>
              <a:defRPr/>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p:txBody>
      </p:sp>
      <p:sp>
        <p:nvSpPr>
          <p:cNvPr id="29" name="Google Shape;29;p5"/>
          <p:cNvSpPr txBox="1"/>
          <p:nvPr>
            <p:ph idx="2" type="subTitle"/>
          </p:nvPr>
        </p:nvSpPr>
        <p:spPr>
          <a:xfrm>
            <a:off x="1543467" y="2959350"/>
            <a:ext cx="2439300" cy="99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gn="ctr">
              <a:spcBef>
                <a:spcPts val="1600"/>
              </a:spcBef>
              <a:spcAft>
                <a:spcPts val="0"/>
              </a:spcAft>
              <a:buSzPts val="1600"/>
              <a:buNone/>
              <a:defRPr sz="1600"/>
            </a:lvl2pPr>
            <a:lvl3pPr lvl="2" algn="ctr">
              <a:spcBef>
                <a:spcPts val="1600"/>
              </a:spcBef>
              <a:spcAft>
                <a:spcPts val="0"/>
              </a:spcAft>
              <a:buSzPts val="1600"/>
              <a:buNone/>
              <a:defRPr sz="1600"/>
            </a:lvl3pPr>
            <a:lvl4pPr lvl="3" algn="ctr">
              <a:spcBef>
                <a:spcPts val="1600"/>
              </a:spcBef>
              <a:spcAft>
                <a:spcPts val="0"/>
              </a:spcAft>
              <a:buSzPts val="1600"/>
              <a:buNone/>
              <a:defRPr sz="1600"/>
            </a:lvl4pPr>
            <a:lvl5pPr lvl="4" algn="ctr">
              <a:spcBef>
                <a:spcPts val="1600"/>
              </a:spcBef>
              <a:spcAft>
                <a:spcPts val="0"/>
              </a:spcAft>
              <a:buSzPts val="1600"/>
              <a:buNone/>
              <a:defRPr sz="1600"/>
            </a:lvl5pPr>
            <a:lvl6pPr lvl="5" algn="ctr">
              <a:spcBef>
                <a:spcPts val="1600"/>
              </a:spcBef>
              <a:spcAft>
                <a:spcPts val="0"/>
              </a:spcAft>
              <a:buSzPts val="1600"/>
              <a:buNone/>
              <a:defRPr sz="1600"/>
            </a:lvl6pPr>
            <a:lvl7pPr lvl="6" algn="ctr">
              <a:spcBef>
                <a:spcPts val="1600"/>
              </a:spcBef>
              <a:spcAft>
                <a:spcPts val="0"/>
              </a:spcAft>
              <a:buSzPts val="1600"/>
              <a:buNone/>
              <a:defRPr sz="1600"/>
            </a:lvl7pPr>
            <a:lvl8pPr lvl="7" algn="ctr">
              <a:spcBef>
                <a:spcPts val="1600"/>
              </a:spcBef>
              <a:spcAft>
                <a:spcPts val="0"/>
              </a:spcAft>
              <a:buSzPts val="1600"/>
              <a:buNone/>
              <a:defRPr sz="1600"/>
            </a:lvl8pPr>
            <a:lvl9pPr lvl="8" algn="ctr">
              <a:spcBef>
                <a:spcPts val="1600"/>
              </a:spcBef>
              <a:spcAft>
                <a:spcPts val="1600"/>
              </a:spcAft>
              <a:buSzPts val="1600"/>
              <a:buNone/>
              <a:defRPr sz="1600"/>
            </a:lvl9pPr>
          </a:lstStyle>
          <a:p/>
        </p:txBody>
      </p:sp>
      <p:sp>
        <p:nvSpPr>
          <p:cNvPr id="30" name="Google Shape;30;p5"/>
          <p:cNvSpPr txBox="1"/>
          <p:nvPr>
            <p:ph idx="3" type="subTitle"/>
          </p:nvPr>
        </p:nvSpPr>
        <p:spPr>
          <a:xfrm>
            <a:off x="5694620" y="1998800"/>
            <a:ext cx="1866600" cy="495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2200">
                <a:latin typeface="Be Vietnam"/>
                <a:ea typeface="Be Vietnam"/>
                <a:cs typeface="Be Vietnam"/>
                <a:sym typeface="Be Vietnam"/>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31" name="Google Shape;31;p5"/>
          <p:cNvSpPr txBox="1"/>
          <p:nvPr>
            <p:ph idx="4" type="subTitle"/>
          </p:nvPr>
        </p:nvSpPr>
        <p:spPr>
          <a:xfrm>
            <a:off x="5694633" y="2959350"/>
            <a:ext cx="2439300" cy="99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gn="ctr">
              <a:spcBef>
                <a:spcPts val="0"/>
              </a:spcBef>
              <a:spcAft>
                <a:spcPts val="0"/>
              </a:spcAft>
              <a:buSzPts val="1600"/>
              <a:buNone/>
              <a:defRPr sz="1600"/>
            </a:lvl2pPr>
            <a:lvl3pPr lvl="2" rtl="0" algn="ctr">
              <a:spcBef>
                <a:spcPts val="1600"/>
              </a:spcBef>
              <a:spcAft>
                <a:spcPts val="0"/>
              </a:spcAft>
              <a:buSzPts val="1600"/>
              <a:buNone/>
              <a:defRPr sz="1600"/>
            </a:lvl3pPr>
            <a:lvl4pPr lvl="3" rtl="0" algn="ctr">
              <a:spcBef>
                <a:spcPts val="1600"/>
              </a:spcBef>
              <a:spcAft>
                <a:spcPts val="0"/>
              </a:spcAft>
              <a:buSzPts val="1600"/>
              <a:buNone/>
              <a:defRPr sz="1600"/>
            </a:lvl4pPr>
            <a:lvl5pPr lvl="4" rtl="0" algn="ctr">
              <a:spcBef>
                <a:spcPts val="1600"/>
              </a:spcBef>
              <a:spcAft>
                <a:spcPts val="0"/>
              </a:spcAft>
              <a:buSzPts val="1600"/>
              <a:buNone/>
              <a:defRPr sz="1600"/>
            </a:lvl5pPr>
            <a:lvl6pPr lvl="5" rtl="0" algn="ctr">
              <a:spcBef>
                <a:spcPts val="1600"/>
              </a:spcBef>
              <a:spcAft>
                <a:spcPts val="0"/>
              </a:spcAft>
              <a:buSzPts val="1600"/>
              <a:buNone/>
              <a:defRPr sz="1600"/>
            </a:lvl6pPr>
            <a:lvl7pPr lvl="6" rtl="0" algn="ctr">
              <a:spcBef>
                <a:spcPts val="1600"/>
              </a:spcBef>
              <a:spcAft>
                <a:spcPts val="0"/>
              </a:spcAft>
              <a:buSzPts val="1600"/>
              <a:buNone/>
              <a:defRPr sz="1600"/>
            </a:lvl7pPr>
            <a:lvl8pPr lvl="7" rtl="0" algn="ctr">
              <a:spcBef>
                <a:spcPts val="1600"/>
              </a:spcBef>
              <a:spcAft>
                <a:spcPts val="0"/>
              </a:spcAft>
              <a:buSzPts val="1600"/>
              <a:buNone/>
              <a:defRPr sz="1600"/>
            </a:lvl8pPr>
            <a:lvl9pPr lvl="8" rtl="0" algn="ctr">
              <a:spcBef>
                <a:spcPts val="1600"/>
              </a:spcBef>
              <a:spcAft>
                <a:spcPts val="1600"/>
              </a:spcAft>
              <a:buSzPts val="1600"/>
              <a:buNone/>
              <a:defRPr sz="16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flipH="1" rot="10800000">
            <a:off x="0" y="0"/>
            <a:ext cx="2190300" cy="12537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540000" y="491400"/>
            <a:ext cx="8100000" cy="572700"/>
          </a:xfrm>
          <a:prstGeom prst="rect">
            <a:avLst/>
          </a:prstGeom>
        </p:spPr>
        <p:txBody>
          <a:bodyPr anchorCtr="0" anchor="t" bIns="91425" lIns="91425" spcFirstLastPara="1" rIns="91425" wrap="square" tIns="91425">
            <a:noAutofit/>
          </a:bodyPr>
          <a:lstStyle>
            <a:lvl1pPr lvl="0">
              <a:spcBef>
                <a:spcPts val="0"/>
              </a:spcBef>
              <a:spcAft>
                <a:spcPts val="0"/>
              </a:spcAft>
              <a:buSzPts val="4100"/>
              <a:buNone/>
              <a:defRPr/>
            </a:lvl1pPr>
            <a:lvl2pPr lvl="1">
              <a:spcBef>
                <a:spcPts val="0"/>
              </a:spcBef>
              <a:spcAft>
                <a:spcPts val="0"/>
              </a:spcAft>
              <a:buSzPts val="4100"/>
              <a:buNone/>
              <a:defRPr/>
            </a:lvl2pPr>
            <a:lvl3pPr lvl="2">
              <a:spcBef>
                <a:spcPts val="0"/>
              </a:spcBef>
              <a:spcAft>
                <a:spcPts val="0"/>
              </a:spcAft>
              <a:buSzPts val="4100"/>
              <a:buNone/>
              <a:defRPr/>
            </a:lvl3pPr>
            <a:lvl4pPr lvl="3">
              <a:spcBef>
                <a:spcPts val="0"/>
              </a:spcBef>
              <a:spcAft>
                <a:spcPts val="0"/>
              </a:spcAft>
              <a:buSzPts val="4100"/>
              <a:buNone/>
              <a:defRPr/>
            </a:lvl4pPr>
            <a:lvl5pPr lvl="4">
              <a:spcBef>
                <a:spcPts val="0"/>
              </a:spcBef>
              <a:spcAft>
                <a:spcPts val="0"/>
              </a:spcAft>
              <a:buSzPts val="4100"/>
              <a:buNone/>
              <a:defRPr/>
            </a:lvl5pPr>
            <a:lvl6pPr lvl="5">
              <a:spcBef>
                <a:spcPts val="0"/>
              </a:spcBef>
              <a:spcAft>
                <a:spcPts val="0"/>
              </a:spcAft>
              <a:buSzPts val="4100"/>
              <a:buNone/>
              <a:defRPr/>
            </a:lvl6pPr>
            <a:lvl7pPr lvl="6">
              <a:spcBef>
                <a:spcPts val="0"/>
              </a:spcBef>
              <a:spcAft>
                <a:spcPts val="0"/>
              </a:spcAft>
              <a:buSzPts val="4100"/>
              <a:buNone/>
              <a:defRPr/>
            </a:lvl7pPr>
            <a:lvl8pPr lvl="7">
              <a:spcBef>
                <a:spcPts val="0"/>
              </a:spcBef>
              <a:spcAft>
                <a:spcPts val="0"/>
              </a:spcAft>
              <a:buSzPts val="4100"/>
              <a:buNone/>
              <a:defRPr/>
            </a:lvl8pPr>
            <a:lvl9pPr lvl="8">
              <a:spcBef>
                <a:spcPts val="0"/>
              </a:spcBef>
              <a:spcAft>
                <a:spcPts val="0"/>
              </a:spcAft>
              <a:buSzPts val="4100"/>
              <a:buNone/>
              <a:defRPr/>
            </a:lvl9pPr>
          </a:lstStyle>
          <a:p/>
        </p:txBody>
      </p:sp>
      <p:sp>
        <p:nvSpPr>
          <p:cNvPr id="35" name="Google Shape;35;p6"/>
          <p:cNvSpPr/>
          <p:nvPr/>
        </p:nvSpPr>
        <p:spPr>
          <a:xfrm rot="10800000">
            <a:off x="6953700" y="0"/>
            <a:ext cx="2190300" cy="12537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p:nvPr/>
        </p:nvSpPr>
        <p:spPr>
          <a:xfrm rot="10800000">
            <a:off x="6953700" y="0"/>
            <a:ext cx="2190300" cy="12537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 name="Shape 37"/>
        <p:cNvGrpSpPr/>
        <p:nvPr/>
      </p:nvGrpSpPr>
      <p:grpSpPr>
        <a:xfrm>
          <a:off x="0" y="0"/>
          <a:ext cx="0" cy="0"/>
          <a:chOff x="0" y="0"/>
          <a:chExt cx="0" cy="0"/>
        </a:xfrm>
      </p:grpSpPr>
      <p:sp>
        <p:nvSpPr>
          <p:cNvPr id="38" name="Google Shape;38;p7"/>
          <p:cNvSpPr/>
          <p:nvPr/>
        </p:nvSpPr>
        <p:spPr>
          <a:xfrm flipH="1" rot="10800000">
            <a:off x="0" y="0"/>
            <a:ext cx="2190300" cy="12537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p:nvPr/>
        </p:nvSpPr>
        <p:spPr>
          <a:xfrm>
            <a:off x="0" y="3889800"/>
            <a:ext cx="2190300" cy="12537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7"/>
          <p:cNvSpPr txBox="1"/>
          <p:nvPr>
            <p:ph idx="1" type="body"/>
          </p:nvPr>
        </p:nvSpPr>
        <p:spPr>
          <a:xfrm>
            <a:off x="616200" y="1973475"/>
            <a:ext cx="3264000" cy="19353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Char char="●"/>
              <a:defRPr sz="1600"/>
            </a:lvl1pPr>
            <a:lvl2pPr indent="-304800" lvl="1" marL="914400">
              <a:spcBef>
                <a:spcPts val="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1" name="Google Shape;41;p7"/>
          <p:cNvSpPr txBox="1"/>
          <p:nvPr>
            <p:ph type="title"/>
          </p:nvPr>
        </p:nvSpPr>
        <p:spPr>
          <a:xfrm>
            <a:off x="540000" y="491400"/>
            <a:ext cx="8100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4100"/>
              <a:buNone/>
              <a:defRPr/>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616200" y="491400"/>
            <a:ext cx="2926500" cy="2838000"/>
          </a:xfrm>
          <a:prstGeom prst="rect">
            <a:avLst/>
          </a:prstGeom>
        </p:spPr>
        <p:txBody>
          <a:bodyPr anchorCtr="0" anchor="t" bIns="91425" lIns="91425" spcFirstLastPara="1" rIns="91425" wrap="square" tIns="91425">
            <a:noAutofit/>
          </a:bodyPr>
          <a:lstStyle>
            <a:lvl1pPr lvl="0" rtl="0" algn="l">
              <a:spcBef>
                <a:spcPts val="0"/>
              </a:spcBef>
              <a:spcAft>
                <a:spcPts val="0"/>
              </a:spcAft>
              <a:buSzPts val="4100"/>
              <a:buNone/>
              <a:defRPr/>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flipH="1">
            <a:off x="5530834" y="4155000"/>
            <a:ext cx="1726800" cy="9885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p:nvPr/>
        </p:nvSpPr>
        <p:spPr>
          <a:xfrm flipH="1" rot="-5400000">
            <a:off x="2403450" y="1832850"/>
            <a:ext cx="8573400" cy="49077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txBox="1"/>
          <p:nvPr>
            <p:ph type="title"/>
          </p:nvPr>
        </p:nvSpPr>
        <p:spPr>
          <a:xfrm>
            <a:off x="5374475" y="720000"/>
            <a:ext cx="3153300" cy="1851600"/>
          </a:xfrm>
          <a:prstGeom prst="rect">
            <a:avLst/>
          </a:prstGeom>
        </p:spPr>
        <p:txBody>
          <a:bodyPr anchorCtr="0" anchor="t" bIns="91425" lIns="91425" spcFirstLastPara="1" rIns="91425" wrap="square" tIns="91425">
            <a:noAutofit/>
          </a:bodyPr>
          <a:lstStyle>
            <a:lvl1pPr lvl="0" rtl="0" algn="r">
              <a:spcBef>
                <a:spcPts val="0"/>
              </a:spcBef>
              <a:spcAft>
                <a:spcPts val="0"/>
              </a:spcAft>
              <a:buSzPts val="4100"/>
              <a:buNone/>
              <a:defRPr sz="5500"/>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p:txBody>
      </p:sp>
      <p:sp>
        <p:nvSpPr>
          <p:cNvPr id="48" name="Google Shape;48;p9"/>
          <p:cNvSpPr txBox="1"/>
          <p:nvPr>
            <p:ph hasCustomPrompt="1" idx="2" type="title"/>
          </p:nvPr>
        </p:nvSpPr>
        <p:spPr>
          <a:xfrm>
            <a:off x="6907825" y="3795175"/>
            <a:ext cx="1653900" cy="988500"/>
          </a:xfrm>
          <a:prstGeom prst="rect">
            <a:avLst/>
          </a:prstGeom>
        </p:spPr>
        <p:txBody>
          <a:bodyPr anchorCtr="0" anchor="b" bIns="91425" lIns="91425" spcFirstLastPara="1" rIns="91425" wrap="square" tIns="91425">
            <a:noAutofit/>
          </a:bodyPr>
          <a:lstStyle>
            <a:lvl1pPr lvl="0" rtl="0" algn="r">
              <a:spcBef>
                <a:spcPts val="0"/>
              </a:spcBef>
              <a:spcAft>
                <a:spcPts val="0"/>
              </a:spcAft>
              <a:buSzPts val="5000"/>
              <a:buNone/>
              <a:defRPr sz="7000">
                <a:solidFill>
                  <a:schemeClr val="lt1"/>
                </a:solidFill>
              </a:defRPr>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a:r>
              <a:t>xx%</a:t>
            </a:r>
          </a:p>
        </p:txBody>
      </p:sp>
      <p:sp>
        <p:nvSpPr>
          <p:cNvPr id="49" name="Google Shape;49;p9"/>
          <p:cNvSpPr txBox="1"/>
          <p:nvPr>
            <p:ph idx="1" type="subTitle"/>
          </p:nvPr>
        </p:nvSpPr>
        <p:spPr>
          <a:xfrm>
            <a:off x="720000" y="3960725"/>
            <a:ext cx="2991900" cy="678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400"/>
              <a:buNone/>
              <a:defRPr sz="1600">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rot="5400000">
            <a:off x="-468300" y="468300"/>
            <a:ext cx="2190300" cy="12537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p:nvPr/>
        </p:nvSpPr>
        <p:spPr>
          <a:xfrm rot="-5400000">
            <a:off x="6596700" y="2597700"/>
            <a:ext cx="3840900" cy="12537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0"/>
          <p:cNvSpPr txBox="1"/>
          <p:nvPr>
            <p:ph type="title"/>
          </p:nvPr>
        </p:nvSpPr>
        <p:spPr>
          <a:xfrm>
            <a:off x="540000" y="491400"/>
            <a:ext cx="8100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4100"/>
              <a:buNone/>
              <a:defRPr/>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lt1"/>
        </a:solidFill>
      </p:bgPr>
    </p:bg>
    <p:spTree>
      <p:nvGrpSpPr>
        <p:cNvPr id="54" name="Shape 54"/>
        <p:cNvGrpSpPr/>
        <p:nvPr/>
      </p:nvGrpSpPr>
      <p:grpSpPr>
        <a:xfrm>
          <a:off x="0" y="0"/>
          <a:ext cx="0" cy="0"/>
          <a:chOff x="0" y="0"/>
          <a:chExt cx="0" cy="0"/>
        </a:xfrm>
      </p:grpSpPr>
      <p:sp>
        <p:nvSpPr>
          <p:cNvPr id="55" name="Google Shape;55;p11"/>
          <p:cNvSpPr/>
          <p:nvPr/>
        </p:nvSpPr>
        <p:spPr>
          <a:xfrm rot="9395685">
            <a:off x="5208650" y="2137922"/>
            <a:ext cx="1255941" cy="690506"/>
          </a:xfrm>
          <a:prstGeom prst="triangle">
            <a:avLst>
              <a:gd fmla="val 67248"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1"/>
          <p:cNvSpPr/>
          <p:nvPr/>
        </p:nvSpPr>
        <p:spPr>
          <a:xfrm flipH="1" rot="7057689">
            <a:off x="4749232" y="3482137"/>
            <a:ext cx="976212" cy="462278"/>
          </a:xfrm>
          <a:prstGeom prst="triangle">
            <a:avLst>
              <a:gd fmla="val 67248"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p:nvPr/>
        </p:nvSpPr>
        <p:spPr>
          <a:xfrm flipH="1" rot="593356">
            <a:off x="4530915" y="1856236"/>
            <a:ext cx="2415795" cy="1849932"/>
          </a:xfrm>
          <a:prstGeom prst="triangle">
            <a:avLst>
              <a:gd fmla="val 67868"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1"/>
          <p:cNvSpPr/>
          <p:nvPr/>
        </p:nvSpPr>
        <p:spPr>
          <a:xfrm rot="-1404315">
            <a:off x="2679409" y="3087050"/>
            <a:ext cx="1255941" cy="690506"/>
          </a:xfrm>
          <a:prstGeom prst="triangle">
            <a:avLst>
              <a:gd fmla="val 67248"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1"/>
          <p:cNvSpPr/>
          <p:nvPr/>
        </p:nvSpPr>
        <p:spPr>
          <a:xfrm flipH="1" rot="-3742311">
            <a:off x="3418556" y="1971064"/>
            <a:ext cx="976212" cy="462278"/>
          </a:xfrm>
          <a:prstGeom prst="triangle">
            <a:avLst>
              <a:gd fmla="val 67248"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1"/>
          <p:cNvSpPr/>
          <p:nvPr/>
        </p:nvSpPr>
        <p:spPr>
          <a:xfrm flipH="1" rot="-10206644">
            <a:off x="2197290" y="2209309"/>
            <a:ext cx="2415795" cy="1849932"/>
          </a:xfrm>
          <a:prstGeom prst="triangle">
            <a:avLst>
              <a:gd fmla="val 67868"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1"/>
          <p:cNvSpPr/>
          <p:nvPr/>
        </p:nvSpPr>
        <p:spPr>
          <a:xfrm rot="10800000">
            <a:off x="6953700" y="0"/>
            <a:ext cx="2190300" cy="12537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1"/>
          <p:cNvSpPr txBox="1"/>
          <p:nvPr>
            <p:ph hasCustomPrompt="1" type="title"/>
          </p:nvPr>
        </p:nvSpPr>
        <p:spPr>
          <a:xfrm>
            <a:off x="2799913" y="2161475"/>
            <a:ext cx="1834500" cy="1453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2000"/>
              <a:buNone/>
              <a:defRPr sz="71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63" name="Google Shape;63;p11"/>
          <p:cNvSpPr txBox="1"/>
          <p:nvPr>
            <p:ph idx="1" type="subTitle"/>
          </p:nvPr>
        </p:nvSpPr>
        <p:spPr>
          <a:xfrm>
            <a:off x="616200" y="1887275"/>
            <a:ext cx="1834500" cy="936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sz="2200">
                <a:latin typeface="Be Vietnam"/>
                <a:ea typeface="Be Vietnam"/>
                <a:cs typeface="Be Vietnam"/>
                <a:sym typeface="Be Vietnam"/>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64" name="Google Shape;64;p11"/>
          <p:cNvSpPr txBox="1"/>
          <p:nvPr>
            <p:ph idx="2" type="subTitle"/>
          </p:nvPr>
        </p:nvSpPr>
        <p:spPr>
          <a:xfrm>
            <a:off x="6793250" y="1887275"/>
            <a:ext cx="1834500" cy="936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sz="2200">
                <a:latin typeface="Be Vietnam"/>
                <a:ea typeface="Be Vietnam"/>
                <a:cs typeface="Be Vietnam"/>
                <a:sym typeface="Be Vietnam"/>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65" name="Google Shape;65;p11"/>
          <p:cNvSpPr txBox="1"/>
          <p:nvPr>
            <p:ph idx="3" type="title"/>
          </p:nvPr>
        </p:nvSpPr>
        <p:spPr>
          <a:xfrm>
            <a:off x="540000" y="491400"/>
            <a:ext cx="8100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4100"/>
              <a:buNone/>
              <a:defRPr/>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p:txBody>
      </p:sp>
      <p:sp>
        <p:nvSpPr>
          <p:cNvPr id="66" name="Google Shape;66;p11"/>
          <p:cNvSpPr txBox="1"/>
          <p:nvPr>
            <p:ph idx="4" type="subTitle"/>
          </p:nvPr>
        </p:nvSpPr>
        <p:spPr>
          <a:xfrm>
            <a:off x="616200" y="2734800"/>
            <a:ext cx="1884300" cy="99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gn="ctr">
              <a:spcBef>
                <a:spcPts val="1600"/>
              </a:spcBef>
              <a:spcAft>
                <a:spcPts val="0"/>
              </a:spcAft>
              <a:buSzPts val="1600"/>
              <a:buNone/>
              <a:defRPr sz="1600"/>
            </a:lvl2pPr>
            <a:lvl3pPr lvl="2" rtl="0" algn="ctr">
              <a:spcBef>
                <a:spcPts val="1600"/>
              </a:spcBef>
              <a:spcAft>
                <a:spcPts val="0"/>
              </a:spcAft>
              <a:buSzPts val="1600"/>
              <a:buNone/>
              <a:defRPr sz="1600"/>
            </a:lvl3pPr>
            <a:lvl4pPr lvl="3" rtl="0" algn="ctr">
              <a:spcBef>
                <a:spcPts val="1600"/>
              </a:spcBef>
              <a:spcAft>
                <a:spcPts val="0"/>
              </a:spcAft>
              <a:buSzPts val="1600"/>
              <a:buNone/>
              <a:defRPr sz="1600"/>
            </a:lvl4pPr>
            <a:lvl5pPr lvl="4" rtl="0" algn="ctr">
              <a:spcBef>
                <a:spcPts val="1600"/>
              </a:spcBef>
              <a:spcAft>
                <a:spcPts val="0"/>
              </a:spcAft>
              <a:buSzPts val="1600"/>
              <a:buNone/>
              <a:defRPr sz="1600"/>
            </a:lvl5pPr>
            <a:lvl6pPr lvl="5" rtl="0" algn="ctr">
              <a:spcBef>
                <a:spcPts val="1600"/>
              </a:spcBef>
              <a:spcAft>
                <a:spcPts val="0"/>
              </a:spcAft>
              <a:buSzPts val="1600"/>
              <a:buNone/>
              <a:defRPr sz="1600"/>
            </a:lvl6pPr>
            <a:lvl7pPr lvl="6" rtl="0" algn="ctr">
              <a:spcBef>
                <a:spcPts val="1600"/>
              </a:spcBef>
              <a:spcAft>
                <a:spcPts val="0"/>
              </a:spcAft>
              <a:buSzPts val="1600"/>
              <a:buNone/>
              <a:defRPr sz="1600"/>
            </a:lvl7pPr>
            <a:lvl8pPr lvl="7" rtl="0" algn="ctr">
              <a:spcBef>
                <a:spcPts val="1600"/>
              </a:spcBef>
              <a:spcAft>
                <a:spcPts val="0"/>
              </a:spcAft>
              <a:buSzPts val="1600"/>
              <a:buNone/>
              <a:defRPr sz="1600"/>
            </a:lvl8pPr>
            <a:lvl9pPr lvl="8" rtl="0" algn="ctr">
              <a:spcBef>
                <a:spcPts val="1600"/>
              </a:spcBef>
              <a:spcAft>
                <a:spcPts val="1600"/>
              </a:spcAft>
              <a:buSzPts val="1600"/>
              <a:buNone/>
              <a:defRPr sz="1600"/>
            </a:lvl9pPr>
          </a:lstStyle>
          <a:p/>
        </p:txBody>
      </p:sp>
      <p:sp>
        <p:nvSpPr>
          <p:cNvPr id="67" name="Google Shape;67;p11"/>
          <p:cNvSpPr txBox="1"/>
          <p:nvPr>
            <p:ph idx="5" type="subTitle"/>
          </p:nvPr>
        </p:nvSpPr>
        <p:spPr>
          <a:xfrm>
            <a:off x="6793252" y="2734800"/>
            <a:ext cx="1884300" cy="99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gn="ctr">
              <a:spcBef>
                <a:spcPts val="0"/>
              </a:spcBef>
              <a:spcAft>
                <a:spcPts val="0"/>
              </a:spcAft>
              <a:buSzPts val="1600"/>
              <a:buNone/>
              <a:defRPr sz="1600"/>
            </a:lvl2pPr>
            <a:lvl3pPr lvl="2" rtl="0" algn="ctr">
              <a:spcBef>
                <a:spcPts val="1600"/>
              </a:spcBef>
              <a:spcAft>
                <a:spcPts val="0"/>
              </a:spcAft>
              <a:buSzPts val="1600"/>
              <a:buNone/>
              <a:defRPr sz="1600"/>
            </a:lvl3pPr>
            <a:lvl4pPr lvl="3" rtl="0" algn="ctr">
              <a:spcBef>
                <a:spcPts val="1600"/>
              </a:spcBef>
              <a:spcAft>
                <a:spcPts val="0"/>
              </a:spcAft>
              <a:buSzPts val="1600"/>
              <a:buNone/>
              <a:defRPr sz="1600"/>
            </a:lvl4pPr>
            <a:lvl5pPr lvl="4" rtl="0" algn="ctr">
              <a:spcBef>
                <a:spcPts val="1600"/>
              </a:spcBef>
              <a:spcAft>
                <a:spcPts val="0"/>
              </a:spcAft>
              <a:buSzPts val="1600"/>
              <a:buNone/>
              <a:defRPr sz="1600"/>
            </a:lvl5pPr>
            <a:lvl6pPr lvl="5" rtl="0" algn="ctr">
              <a:spcBef>
                <a:spcPts val="1600"/>
              </a:spcBef>
              <a:spcAft>
                <a:spcPts val="0"/>
              </a:spcAft>
              <a:buSzPts val="1600"/>
              <a:buNone/>
              <a:defRPr sz="1600"/>
            </a:lvl6pPr>
            <a:lvl7pPr lvl="6" rtl="0" algn="ctr">
              <a:spcBef>
                <a:spcPts val="1600"/>
              </a:spcBef>
              <a:spcAft>
                <a:spcPts val="0"/>
              </a:spcAft>
              <a:buSzPts val="1600"/>
              <a:buNone/>
              <a:defRPr sz="1600"/>
            </a:lvl7pPr>
            <a:lvl8pPr lvl="7" rtl="0" algn="ctr">
              <a:spcBef>
                <a:spcPts val="1600"/>
              </a:spcBef>
              <a:spcAft>
                <a:spcPts val="0"/>
              </a:spcAft>
              <a:buSzPts val="1600"/>
              <a:buNone/>
              <a:defRPr sz="1600"/>
            </a:lvl8pPr>
            <a:lvl9pPr lvl="8" rtl="0" algn="ctr">
              <a:spcBef>
                <a:spcPts val="1600"/>
              </a:spcBef>
              <a:spcAft>
                <a:spcPts val="1600"/>
              </a:spcAft>
              <a:buSzPts val="1600"/>
              <a:buNone/>
              <a:defRPr sz="1600"/>
            </a:lvl9pPr>
          </a:lstStyle>
          <a:p/>
        </p:txBody>
      </p:sp>
      <p:sp>
        <p:nvSpPr>
          <p:cNvPr id="68" name="Google Shape;68;p11"/>
          <p:cNvSpPr txBox="1"/>
          <p:nvPr>
            <p:ph hasCustomPrompt="1" idx="6" type="title"/>
          </p:nvPr>
        </p:nvSpPr>
        <p:spPr>
          <a:xfrm>
            <a:off x="4515713" y="2282900"/>
            <a:ext cx="1834500" cy="1453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2000"/>
              <a:buNone/>
              <a:defRPr sz="71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69" name="Shape 6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p:cSld name="CUSTOM_17_1">
    <p:spTree>
      <p:nvGrpSpPr>
        <p:cNvPr id="70" name="Shape 70"/>
        <p:cNvGrpSpPr/>
        <p:nvPr/>
      </p:nvGrpSpPr>
      <p:grpSpPr>
        <a:xfrm>
          <a:off x="0" y="0"/>
          <a:ext cx="0" cy="0"/>
          <a:chOff x="0" y="0"/>
          <a:chExt cx="0" cy="0"/>
        </a:xfrm>
      </p:grpSpPr>
      <p:sp>
        <p:nvSpPr>
          <p:cNvPr id="71" name="Google Shape;71;p13"/>
          <p:cNvSpPr txBox="1"/>
          <p:nvPr>
            <p:ph type="title"/>
          </p:nvPr>
        </p:nvSpPr>
        <p:spPr>
          <a:xfrm>
            <a:off x="540000" y="491400"/>
            <a:ext cx="8100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4100"/>
              <a:buNone/>
              <a:defRPr/>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p:txBody>
      </p:sp>
      <p:sp>
        <p:nvSpPr>
          <p:cNvPr id="72" name="Google Shape;72;p13"/>
          <p:cNvSpPr/>
          <p:nvPr/>
        </p:nvSpPr>
        <p:spPr>
          <a:xfrm rot="-5400000">
            <a:off x="7422000" y="3421500"/>
            <a:ext cx="2190300" cy="12537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7_1_1">
    <p:spTree>
      <p:nvGrpSpPr>
        <p:cNvPr id="73" name="Shape 73"/>
        <p:cNvGrpSpPr/>
        <p:nvPr/>
      </p:nvGrpSpPr>
      <p:grpSpPr>
        <a:xfrm>
          <a:off x="0" y="0"/>
          <a:ext cx="0" cy="0"/>
          <a:chOff x="0" y="0"/>
          <a:chExt cx="0" cy="0"/>
        </a:xfrm>
      </p:grpSpPr>
      <p:sp>
        <p:nvSpPr>
          <p:cNvPr id="74" name="Google Shape;74;p14"/>
          <p:cNvSpPr/>
          <p:nvPr/>
        </p:nvSpPr>
        <p:spPr>
          <a:xfrm rot="-5400454">
            <a:off x="6015293" y="166500"/>
            <a:ext cx="4545900" cy="1710900"/>
          </a:xfrm>
          <a:prstGeom prst="triangle">
            <a:avLst>
              <a:gd fmla="val 5228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4"/>
          <p:cNvSpPr/>
          <p:nvPr/>
        </p:nvSpPr>
        <p:spPr>
          <a:xfrm rot="5400000">
            <a:off x="-468300" y="468300"/>
            <a:ext cx="2190300" cy="12537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4"/>
          <p:cNvSpPr txBox="1"/>
          <p:nvPr>
            <p:ph type="title"/>
          </p:nvPr>
        </p:nvSpPr>
        <p:spPr>
          <a:xfrm>
            <a:off x="540000" y="491400"/>
            <a:ext cx="8100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4100"/>
              <a:buNone/>
              <a:defRPr/>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7_1_1_1">
    <p:spTree>
      <p:nvGrpSpPr>
        <p:cNvPr id="77" name="Shape 77"/>
        <p:cNvGrpSpPr/>
        <p:nvPr/>
      </p:nvGrpSpPr>
      <p:grpSpPr>
        <a:xfrm>
          <a:off x="0" y="0"/>
          <a:ext cx="0" cy="0"/>
          <a:chOff x="0" y="0"/>
          <a:chExt cx="0" cy="0"/>
        </a:xfrm>
      </p:grpSpPr>
      <p:sp>
        <p:nvSpPr>
          <p:cNvPr id="78" name="Google Shape;78;p15"/>
          <p:cNvSpPr/>
          <p:nvPr/>
        </p:nvSpPr>
        <p:spPr>
          <a:xfrm flipH="1" rot="5400454">
            <a:off x="-1417132" y="166500"/>
            <a:ext cx="4545900" cy="1710900"/>
          </a:xfrm>
          <a:prstGeom prst="triangle">
            <a:avLst>
              <a:gd fmla="val 5228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5"/>
          <p:cNvSpPr/>
          <p:nvPr/>
        </p:nvSpPr>
        <p:spPr>
          <a:xfrm flipH="1" rot="-5400000">
            <a:off x="7422000" y="468300"/>
            <a:ext cx="2190300" cy="12537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5"/>
          <p:cNvSpPr txBox="1"/>
          <p:nvPr>
            <p:ph type="title"/>
          </p:nvPr>
        </p:nvSpPr>
        <p:spPr>
          <a:xfrm>
            <a:off x="540000" y="491400"/>
            <a:ext cx="8100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4100"/>
              <a:buNone/>
              <a:defRPr/>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7_1_1_1_1">
    <p:spTree>
      <p:nvGrpSpPr>
        <p:cNvPr id="81" name="Shape 81"/>
        <p:cNvGrpSpPr/>
        <p:nvPr/>
      </p:nvGrpSpPr>
      <p:grpSpPr>
        <a:xfrm>
          <a:off x="0" y="0"/>
          <a:ext cx="0" cy="0"/>
          <a:chOff x="0" y="0"/>
          <a:chExt cx="0" cy="0"/>
        </a:xfrm>
      </p:grpSpPr>
      <p:sp>
        <p:nvSpPr>
          <p:cNvPr id="82" name="Google Shape;82;p16"/>
          <p:cNvSpPr/>
          <p:nvPr/>
        </p:nvSpPr>
        <p:spPr>
          <a:xfrm rot="-5400454">
            <a:off x="6015293" y="166500"/>
            <a:ext cx="4545900" cy="1710900"/>
          </a:xfrm>
          <a:prstGeom prst="triangle">
            <a:avLst>
              <a:gd fmla="val 5228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6"/>
          <p:cNvSpPr txBox="1"/>
          <p:nvPr>
            <p:ph type="title"/>
          </p:nvPr>
        </p:nvSpPr>
        <p:spPr>
          <a:xfrm>
            <a:off x="540000" y="491400"/>
            <a:ext cx="8100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4100"/>
              <a:buNone/>
              <a:defRPr/>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CUSTOM_17_1_1_1_1_1">
    <p:spTree>
      <p:nvGrpSpPr>
        <p:cNvPr id="84" name="Shape 84"/>
        <p:cNvGrpSpPr/>
        <p:nvPr/>
      </p:nvGrpSpPr>
      <p:grpSpPr>
        <a:xfrm>
          <a:off x="0" y="0"/>
          <a:ext cx="0" cy="0"/>
          <a:chOff x="0" y="0"/>
          <a:chExt cx="0" cy="0"/>
        </a:xfrm>
      </p:grpSpPr>
      <p:sp>
        <p:nvSpPr>
          <p:cNvPr id="85" name="Google Shape;85;p17"/>
          <p:cNvSpPr/>
          <p:nvPr/>
        </p:nvSpPr>
        <p:spPr>
          <a:xfrm>
            <a:off x="0" y="4410000"/>
            <a:ext cx="1299900" cy="744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7"/>
          <p:cNvSpPr/>
          <p:nvPr/>
        </p:nvSpPr>
        <p:spPr>
          <a:xfrm rot="-5400454">
            <a:off x="6015293" y="166500"/>
            <a:ext cx="4545900" cy="1710900"/>
          </a:xfrm>
          <a:prstGeom prst="triangle">
            <a:avLst>
              <a:gd fmla="val 52282"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7"/>
          <p:cNvSpPr txBox="1"/>
          <p:nvPr>
            <p:ph type="title"/>
          </p:nvPr>
        </p:nvSpPr>
        <p:spPr>
          <a:xfrm>
            <a:off x="540000" y="491400"/>
            <a:ext cx="8100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4100"/>
              <a:buNone/>
              <a:defRPr/>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CUSTOM_17_1_1_1_1_1_1">
    <p:spTree>
      <p:nvGrpSpPr>
        <p:cNvPr id="88" name="Shape 88"/>
        <p:cNvGrpSpPr/>
        <p:nvPr/>
      </p:nvGrpSpPr>
      <p:grpSpPr>
        <a:xfrm>
          <a:off x="0" y="0"/>
          <a:ext cx="0" cy="0"/>
          <a:chOff x="0" y="0"/>
          <a:chExt cx="0" cy="0"/>
        </a:xfrm>
      </p:grpSpPr>
      <p:sp>
        <p:nvSpPr>
          <p:cNvPr id="89" name="Google Shape;89;p18"/>
          <p:cNvSpPr/>
          <p:nvPr/>
        </p:nvSpPr>
        <p:spPr>
          <a:xfrm flipH="1" rot="10800000">
            <a:off x="0" y="0"/>
            <a:ext cx="3956400" cy="12537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8"/>
          <p:cNvSpPr/>
          <p:nvPr/>
        </p:nvSpPr>
        <p:spPr>
          <a:xfrm rot="-5400000">
            <a:off x="7422000" y="3423000"/>
            <a:ext cx="2190300" cy="12537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8"/>
          <p:cNvSpPr txBox="1"/>
          <p:nvPr>
            <p:ph type="title"/>
          </p:nvPr>
        </p:nvSpPr>
        <p:spPr>
          <a:xfrm>
            <a:off x="540000" y="491400"/>
            <a:ext cx="8100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4100"/>
              <a:buNone/>
              <a:defRPr/>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p:cSld name="CUSTOM_17_1_1_1_1_1_1_1">
    <p:spTree>
      <p:nvGrpSpPr>
        <p:cNvPr id="92" name="Shape 92"/>
        <p:cNvGrpSpPr/>
        <p:nvPr/>
      </p:nvGrpSpPr>
      <p:grpSpPr>
        <a:xfrm>
          <a:off x="0" y="0"/>
          <a:ext cx="0" cy="0"/>
          <a:chOff x="0" y="0"/>
          <a:chExt cx="0" cy="0"/>
        </a:xfrm>
      </p:grpSpPr>
      <p:sp>
        <p:nvSpPr>
          <p:cNvPr id="93" name="Google Shape;93;p19"/>
          <p:cNvSpPr/>
          <p:nvPr/>
        </p:nvSpPr>
        <p:spPr>
          <a:xfrm flipH="1" rot="10800000">
            <a:off x="0" y="0"/>
            <a:ext cx="3956400" cy="12537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9"/>
          <p:cNvSpPr/>
          <p:nvPr/>
        </p:nvSpPr>
        <p:spPr>
          <a:xfrm rot="-5400000">
            <a:off x="7422000" y="3423000"/>
            <a:ext cx="2190300" cy="12537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9"/>
          <p:cNvSpPr/>
          <p:nvPr/>
        </p:nvSpPr>
        <p:spPr>
          <a:xfrm rot="5400000">
            <a:off x="288601" y="2755547"/>
            <a:ext cx="862800" cy="360000"/>
          </a:xfrm>
          <a:prstGeom prst="triangle">
            <a:avLst>
              <a:gd fmla="val 63488"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9"/>
          <p:cNvSpPr txBox="1"/>
          <p:nvPr>
            <p:ph type="title"/>
          </p:nvPr>
        </p:nvSpPr>
        <p:spPr>
          <a:xfrm>
            <a:off x="540000" y="491400"/>
            <a:ext cx="8100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4100"/>
              <a:buNone/>
              <a:defRPr/>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8">
  <p:cSld name="CUSTOM_17_1_1_1_1_1_1_1_1">
    <p:spTree>
      <p:nvGrpSpPr>
        <p:cNvPr id="97" name="Shape 97"/>
        <p:cNvGrpSpPr/>
        <p:nvPr/>
      </p:nvGrpSpPr>
      <p:grpSpPr>
        <a:xfrm>
          <a:off x="0" y="0"/>
          <a:ext cx="0" cy="0"/>
          <a:chOff x="0" y="0"/>
          <a:chExt cx="0" cy="0"/>
        </a:xfrm>
      </p:grpSpPr>
      <p:sp>
        <p:nvSpPr>
          <p:cNvPr id="98" name="Google Shape;98;p20"/>
          <p:cNvSpPr/>
          <p:nvPr/>
        </p:nvSpPr>
        <p:spPr>
          <a:xfrm rot="10800000">
            <a:off x="5187600" y="0"/>
            <a:ext cx="3956400" cy="12537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0"/>
          <p:cNvSpPr/>
          <p:nvPr/>
        </p:nvSpPr>
        <p:spPr>
          <a:xfrm flipH="1" rot="5400000">
            <a:off x="-468300" y="3423000"/>
            <a:ext cx="2190300" cy="12537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0"/>
          <p:cNvSpPr/>
          <p:nvPr/>
        </p:nvSpPr>
        <p:spPr>
          <a:xfrm flipH="1" rot="-5400000">
            <a:off x="8028601" y="2755547"/>
            <a:ext cx="862800" cy="360000"/>
          </a:xfrm>
          <a:prstGeom prst="triangle">
            <a:avLst>
              <a:gd fmla="val 63488"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0"/>
          <p:cNvSpPr txBox="1"/>
          <p:nvPr>
            <p:ph type="title"/>
          </p:nvPr>
        </p:nvSpPr>
        <p:spPr>
          <a:xfrm>
            <a:off x="540000" y="491400"/>
            <a:ext cx="8100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4100"/>
              <a:buNone/>
              <a:defRPr/>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p:cSld name="CUSTOM_18">
    <p:spTree>
      <p:nvGrpSpPr>
        <p:cNvPr id="102" name="Shape 102"/>
        <p:cNvGrpSpPr/>
        <p:nvPr/>
      </p:nvGrpSpPr>
      <p:grpSpPr>
        <a:xfrm>
          <a:off x="0" y="0"/>
          <a:ext cx="0" cy="0"/>
          <a:chOff x="0" y="0"/>
          <a:chExt cx="0" cy="0"/>
        </a:xfrm>
      </p:grpSpPr>
      <p:sp>
        <p:nvSpPr>
          <p:cNvPr id="103" name="Google Shape;103;p21"/>
          <p:cNvSpPr/>
          <p:nvPr/>
        </p:nvSpPr>
        <p:spPr>
          <a:xfrm flipH="1" rot="10800000">
            <a:off x="0" y="0"/>
            <a:ext cx="2190300" cy="12537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1"/>
          <p:cNvSpPr/>
          <p:nvPr/>
        </p:nvSpPr>
        <p:spPr>
          <a:xfrm flipH="1" rot="-5400000">
            <a:off x="6596700" y="1293600"/>
            <a:ext cx="3840900" cy="12537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1"/>
          <p:cNvSpPr txBox="1"/>
          <p:nvPr>
            <p:ph type="title"/>
          </p:nvPr>
        </p:nvSpPr>
        <p:spPr>
          <a:xfrm>
            <a:off x="540000" y="491400"/>
            <a:ext cx="8100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4100"/>
              <a:buNone/>
              <a:defRPr/>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p:txBody>
      </p:sp>
      <p:sp>
        <p:nvSpPr>
          <p:cNvPr id="106" name="Google Shape;106;p21"/>
          <p:cNvSpPr txBox="1"/>
          <p:nvPr>
            <p:ph idx="1" type="subTitle"/>
          </p:nvPr>
        </p:nvSpPr>
        <p:spPr>
          <a:xfrm>
            <a:off x="6336385" y="2307650"/>
            <a:ext cx="1440000" cy="496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2200">
                <a:latin typeface="Be Vietnam"/>
                <a:ea typeface="Be Vietnam"/>
                <a:cs typeface="Be Vietnam"/>
                <a:sym typeface="Be Vietnam"/>
              </a:defRPr>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p:txBody>
      </p:sp>
      <p:sp>
        <p:nvSpPr>
          <p:cNvPr id="107" name="Google Shape;107;p21"/>
          <p:cNvSpPr txBox="1"/>
          <p:nvPr>
            <p:ph idx="2" type="subTitle"/>
          </p:nvPr>
        </p:nvSpPr>
        <p:spPr>
          <a:xfrm>
            <a:off x="6337577" y="2750075"/>
            <a:ext cx="1882800" cy="993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bg>
      <p:bgPr>
        <a:solidFill>
          <a:schemeClr val="lt1"/>
        </a:solidFill>
      </p:bgPr>
    </p:bg>
    <p:spTree>
      <p:nvGrpSpPr>
        <p:cNvPr id="108" name="Shape 108"/>
        <p:cNvGrpSpPr/>
        <p:nvPr/>
      </p:nvGrpSpPr>
      <p:grpSpPr>
        <a:xfrm>
          <a:off x="0" y="0"/>
          <a:ext cx="0" cy="0"/>
          <a:chOff x="0" y="0"/>
          <a:chExt cx="0" cy="0"/>
        </a:xfrm>
      </p:grpSpPr>
      <p:sp>
        <p:nvSpPr>
          <p:cNvPr id="109" name="Google Shape;109;p22"/>
          <p:cNvSpPr/>
          <p:nvPr/>
        </p:nvSpPr>
        <p:spPr>
          <a:xfrm flipH="1" rot="-5400000">
            <a:off x="7422000" y="468300"/>
            <a:ext cx="2190300" cy="12537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2"/>
          <p:cNvSpPr txBox="1"/>
          <p:nvPr>
            <p:ph idx="1" type="subTitle"/>
          </p:nvPr>
        </p:nvSpPr>
        <p:spPr>
          <a:xfrm>
            <a:off x="620700" y="3794775"/>
            <a:ext cx="2595600" cy="36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600"/>
              <a:buNone/>
              <a:defRPr sz="1600">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1600"/>
              </a:spcBef>
              <a:spcAft>
                <a:spcPts val="0"/>
              </a:spcAft>
              <a:buClr>
                <a:schemeClr val="dk1"/>
              </a:buClr>
              <a:buSzPts val="1400"/>
              <a:buNone/>
              <a:defRPr>
                <a:solidFill>
                  <a:schemeClr val="dk1"/>
                </a:solidFill>
              </a:defRPr>
            </a:lvl3pPr>
            <a:lvl4pPr lvl="3" rtl="0">
              <a:spcBef>
                <a:spcPts val="1600"/>
              </a:spcBef>
              <a:spcAft>
                <a:spcPts val="0"/>
              </a:spcAft>
              <a:buClr>
                <a:schemeClr val="dk1"/>
              </a:buClr>
              <a:buSzPts val="1400"/>
              <a:buNone/>
              <a:defRPr>
                <a:solidFill>
                  <a:schemeClr val="dk1"/>
                </a:solidFill>
              </a:defRPr>
            </a:lvl4pPr>
            <a:lvl5pPr lvl="4" rtl="0">
              <a:spcBef>
                <a:spcPts val="1600"/>
              </a:spcBef>
              <a:spcAft>
                <a:spcPts val="0"/>
              </a:spcAft>
              <a:buClr>
                <a:schemeClr val="dk1"/>
              </a:buClr>
              <a:buSzPts val="1400"/>
              <a:buNone/>
              <a:defRPr>
                <a:solidFill>
                  <a:schemeClr val="dk1"/>
                </a:solidFill>
              </a:defRPr>
            </a:lvl5pPr>
            <a:lvl6pPr lvl="5" rtl="0">
              <a:spcBef>
                <a:spcPts val="1600"/>
              </a:spcBef>
              <a:spcAft>
                <a:spcPts val="0"/>
              </a:spcAft>
              <a:buClr>
                <a:schemeClr val="dk1"/>
              </a:buClr>
              <a:buSzPts val="1400"/>
              <a:buNone/>
              <a:defRPr>
                <a:solidFill>
                  <a:schemeClr val="dk1"/>
                </a:solidFill>
              </a:defRPr>
            </a:lvl6pPr>
            <a:lvl7pPr lvl="6" rtl="0">
              <a:spcBef>
                <a:spcPts val="1600"/>
              </a:spcBef>
              <a:spcAft>
                <a:spcPts val="0"/>
              </a:spcAft>
              <a:buClr>
                <a:schemeClr val="dk1"/>
              </a:buClr>
              <a:buSzPts val="1400"/>
              <a:buNone/>
              <a:defRPr>
                <a:solidFill>
                  <a:schemeClr val="dk1"/>
                </a:solidFill>
              </a:defRPr>
            </a:lvl7pPr>
            <a:lvl8pPr lvl="7" rtl="0">
              <a:spcBef>
                <a:spcPts val="1600"/>
              </a:spcBef>
              <a:spcAft>
                <a:spcPts val="0"/>
              </a:spcAft>
              <a:buClr>
                <a:schemeClr val="dk1"/>
              </a:buClr>
              <a:buSzPts val="1400"/>
              <a:buNone/>
              <a:defRPr>
                <a:solidFill>
                  <a:schemeClr val="dk1"/>
                </a:solidFill>
              </a:defRPr>
            </a:lvl8pPr>
            <a:lvl9pPr lvl="8" rtl="0">
              <a:spcBef>
                <a:spcPts val="1600"/>
              </a:spcBef>
              <a:spcAft>
                <a:spcPts val="1600"/>
              </a:spcAft>
              <a:buClr>
                <a:schemeClr val="dk1"/>
              </a:buClr>
              <a:buSzPts val="1400"/>
              <a:buNone/>
              <a:defRPr>
                <a:solidFill>
                  <a:schemeClr val="dk1"/>
                </a:solidFill>
              </a:defRPr>
            </a:lvl9pPr>
          </a:lstStyle>
          <a:p/>
        </p:txBody>
      </p:sp>
      <p:sp>
        <p:nvSpPr>
          <p:cNvPr id="111" name="Google Shape;111;p22"/>
          <p:cNvSpPr txBox="1"/>
          <p:nvPr>
            <p:ph idx="2" type="subTitle"/>
          </p:nvPr>
        </p:nvSpPr>
        <p:spPr>
          <a:xfrm>
            <a:off x="620700" y="2215425"/>
            <a:ext cx="2595600" cy="360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1600"/>
              </a:spcBef>
              <a:spcAft>
                <a:spcPts val="0"/>
              </a:spcAft>
              <a:buClr>
                <a:schemeClr val="dk1"/>
              </a:buClr>
              <a:buSzPts val="1400"/>
              <a:buNone/>
              <a:defRPr>
                <a:solidFill>
                  <a:schemeClr val="dk1"/>
                </a:solidFill>
              </a:defRPr>
            </a:lvl3pPr>
            <a:lvl4pPr lvl="3">
              <a:spcBef>
                <a:spcPts val="1600"/>
              </a:spcBef>
              <a:spcAft>
                <a:spcPts val="0"/>
              </a:spcAft>
              <a:buClr>
                <a:schemeClr val="dk1"/>
              </a:buClr>
              <a:buSzPts val="1400"/>
              <a:buNone/>
              <a:defRPr>
                <a:solidFill>
                  <a:schemeClr val="dk1"/>
                </a:solidFill>
              </a:defRPr>
            </a:lvl4pPr>
            <a:lvl5pPr lvl="4">
              <a:spcBef>
                <a:spcPts val="1600"/>
              </a:spcBef>
              <a:spcAft>
                <a:spcPts val="0"/>
              </a:spcAft>
              <a:buClr>
                <a:schemeClr val="dk1"/>
              </a:buClr>
              <a:buSzPts val="1400"/>
              <a:buNone/>
              <a:defRPr>
                <a:solidFill>
                  <a:schemeClr val="dk1"/>
                </a:solidFill>
              </a:defRPr>
            </a:lvl5pPr>
            <a:lvl6pPr lvl="5">
              <a:spcBef>
                <a:spcPts val="1600"/>
              </a:spcBef>
              <a:spcAft>
                <a:spcPts val="0"/>
              </a:spcAft>
              <a:buClr>
                <a:schemeClr val="dk1"/>
              </a:buClr>
              <a:buSzPts val="1400"/>
              <a:buNone/>
              <a:defRPr>
                <a:solidFill>
                  <a:schemeClr val="dk1"/>
                </a:solidFill>
              </a:defRPr>
            </a:lvl6pPr>
            <a:lvl7pPr lvl="6">
              <a:spcBef>
                <a:spcPts val="1600"/>
              </a:spcBef>
              <a:spcAft>
                <a:spcPts val="0"/>
              </a:spcAft>
              <a:buClr>
                <a:schemeClr val="dk1"/>
              </a:buClr>
              <a:buSzPts val="1400"/>
              <a:buNone/>
              <a:defRPr>
                <a:solidFill>
                  <a:schemeClr val="dk1"/>
                </a:solidFill>
              </a:defRPr>
            </a:lvl7pPr>
            <a:lvl8pPr lvl="7">
              <a:spcBef>
                <a:spcPts val="1600"/>
              </a:spcBef>
              <a:spcAft>
                <a:spcPts val="0"/>
              </a:spcAft>
              <a:buClr>
                <a:schemeClr val="dk1"/>
              </a:buClr>
              <a:buSzPts val="1400"/>
              <a:buNone/>
              <a:defRPr>
                <a:solidFill>
                  <a:schemeClr val="dk1"/>
                </a:solidFill>
              </a:defRPr>
            </a:lvl8pPr>
            <a:lvl9pPr lvl="8">
              <a:spcBef>
                <a:spcPts val="1600"/>
              </a:spcBef>
              <a:spcAft>
                <a:spcPts val="1600"/>
              </a:spcAft>
              <a:buClr>
                <a:schemeClr val="dk1"/>
              </a:buClr>
              <a:buSzPts val="1400"/>
              <a:buNone/>
              <a:defRPr>
                <a:solidFill>
                  <a:schemeClr val="dk1"/>
                </a:solidFill>
              </a:defRPr>
            </a:lvl9pPr>
          </a:lstStyle>
          <a:p/>
        </p:txBody>
      </p:sp>
      <p:sp>
        <p:nvSpPr>
          <p:cNvPr id="112" name="Google Shape;112;p22"/>
          <p:cNvSpPr txBox="1"/>
          <p:nvPr>
            <p:ph idx="3" type="subTitle"/>
          </p:nvPr>
        </p:nvSpPr>
        <p:spPr>
          <a:xfrm>
            <a:off x="620700" y="1851575"/>
            <a:ext cx="2159700" cy="36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400"/>
              <a:buNone/>
              <a:defRPr sz="1600">
                <a:solidFill>
                  <a:schemeClr val="dk1"/>
                </a:solidFill>
                <a:latin typeface="Be Vietnam"/>
                <a:ea typeface="Be Vietnam"/>
                <a:cs typeface="Be Vietnam"/>
                <a:sym typeface="Be Vietnam"/>
              </a:defRPr>
            </a:lvl1pPr>
            <a:lvl2pPr lvl="1" rtl="0">
              <a:spcBef>
                <a:spcPts val="1600"/>
              </a:spcBef>
              <a:spcAft>
                <a:spcPts val="0"/>
              </a:spcAft>
              <a:buClr>
                <a:schemeClr val="dk1"/>
              </a:buClr>
              <a:buSzPts val="1400"/>
              <a:buNone/>
              <a:defRPr>
                <a:solidFill>
                  <a:schemeClr val="dk1"/>
                </a:solidFill>
              </a:defRPr>
            </a:lvl2pPr>
            <a:lvl3pPr lvl="2" rtl="0">
              <a:spcBef>
                <a:spcPts val="1600"/>
              </a:spcBef>
              <a:spcAft>
                <a:spcPts val="0"/>
              </a:spcAft>
              <a:buClr>
                <a:schemeClr val="dk1"/>
              </a:buClr>
              <a:buSzPts val="1400"/>
              <a:buNone/>
              <a:defRPr>
                <a:solidFill>
                  <a:schemeClr val="dk1"/>
                </a:solidFill>
              </a:defRPr>
            </a:lvl3pPr>
            <a:lvl4pPr lvl="3" rtl="0">
              <a:spcBef>
                <a:spcPts val="1600"/>
              </a:spcBef>
              <a:spcAft>
                <a:spcPts val="0"/>
              </a:spcAft>
              <a:buClr>
                <a:schemeClr val="dk1"/>
              </a:buClr>
              <a:buSzPts val="1400"/>
              <a:buNone/>
              <a:defRPr>
                <a:solidFill>
                  <a:schemeClr val="dk1"/>
                </a:solidFill>
              </a:defRPr>
            </a:lvl4pPr>
            <a:lvl5pPr lvl="4" rtl="0">
              <a:spcBef>
                <a:spcPts val="1600"/>
              </a:spcBef>
              <a:spcAft>
                <a:spcPts val="0"/>
              </a:spcAft>
              <a:buClr>
                <a:schemeClr val="dk1"/>
              </a:buClr>
              <a:buSzPts val="1400"/>
              <a:buNone/>
              <a:defRPr>
                <a:solidFill>
                  <a:schemeClr val="dk1"/>
                </a:solidFill>
              </a:defRPr>
            </a:lvl5pPr>
            <a:lvl6pPr lvl="5" rtl="0">
              <a:spcBef>
                <a:spcPts val="1600"/>
              </a:spcBef>
              <a:spcAft>
                <a:spcPts val="0"/>
              </a:spcAft>
              <a:buClr>
                <a:schemeClr val="dk1"/>
              </a:buClr>
              <a:buSzPts val="1400"/>
              <a:buNone/>
              <a:defRPr>
                <a:solidFill>
                  <a:schemeClr val="dk1"/>
                </a:solidFill>
              </a:defRPr>
            </a:lvl6pPr>
            <a:lvl7pPr lvl="6" rtl="0">
              <a:spcBef>
                <a:spcPts val="1600"/>
              </a:spcBef>
              <a:spcAft>
                <a:spcPts val="0"/>
              </a:spcAft>
              <a:buClr>
                <a:schemeClr val="dk1"/>
              </a:buClr>
              <a:buSzPts val="1400"/>
              <a:buNone/>
              <a:defRPr>
                <a:solidFill>
                  <a:schemeClr val="dk1"/>
                </a:solidFill>
              </a:defRPr>
            </a:lvl7pPr>
            <a:lvl8pPr lvl="7" rtl="0">
              <a:spcBef>
                <a:spcPts val="1600"/>
              </a:spcBef>
              <a:spcAft>
                <a:spcPts val="0"/>
              </a:spcAft>
              <a:buClr>
                <a:schemeClr val="dk1"/>
              </a:buClr>
              <a:buSzPts val="1400"/>
              <a:buNone/>
              <a:defRPr>
                <a:solidFill>
                  <a:schemeClr val="dk1"/>
                </a:solidFill>
              </a:defRPr>
            </a:lvl8pPr>
            <a:lvl9pPr lvl="8" rtl="0">
              <a:spcBef>
                <a:spcPts val="1600"/>
              </a:spcBef>
              <a:spcAft>
                <a:spcPts val="1600"/>
              </a:spcAft>
              <a:buClr>
                <a:schemeClr val="dk1"/>
              </a:buClr>
              <a:buSzPts val="1400"/>
              <a:buNone/>
              <a:defRPr>
                <a:solidFill>
                  <a:schemeClr val="dk1"/>
                </a:solidFill>
              </a:defRPr>
            </a:lvl9pPr>
          </a:lstStyle>
          <a:p/>
        </p:txBody>
      </p:sp>
      <p:sp>
        <p:nvSpPr>
          <p:cNvPr id="113" name="Google Shape;113;p22"/>
          <p:cNvSpPr txBox="1"/>
          <p:nvPr>
            <p:ph idx="4" type="subTitle"/>
          </p:nvPr>
        </p:nvSpPr>
        <p:spPr>
          <a:xfrm>
            <a:off x="3342325" y="1851575"/>
            <a:ext cx="2159700" cy="36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400"/>
              <a:buNone/>
              <a:defRPr sz="1600">
                <a:solidFill>
                  <a:schemeClr val="dk1"/>
                </a:solidFill>
                <a:latin typeface="Be Vietnam"/>
                <a:ea typeface="Be Vietnam"/>
                <a:cs typeface="Be Vietnam"/>
                <a:sym typeface="Be Vietnam"/>
              </a:defRPr>
            </a:lvl1pPr>
            <a:lvl2pPr lvl="1" rtl="0">
              <a:spcBef>
                <a:spcPts val="1600"/>
              </a:spcBef>
              <a:spcAft>
                <a:spcPts val="0"/>
              </a:spcAft>
              <a:buClr>
                <a:schemeClr val="dk1"/>
              </a:buClr>
              <a:buSzPts val="1400"/>
              <a:buNone/>
              <a:defRPr>
                <a:solidFill>
                  <a:schemeClr val="dk1"/>
                </a:solidFill>
              </a:defRPr>
            </a:lvl2pPr>
            <a:lvl3pPr lvl="2" rtl="0">
              <a:spcBef>
                <a:spcPts val="1600"/>
              </a:spcBef>
              <a:spcAft>
                <a:spcPts val="0"/>
              </a:spcAft>
              <a:buClr>
                <a:schemeClr val="dk1"/>
              </a:buClr>
              <a:buSzPts val="1400"/>
              <a:buNone/>
              <a:defRPr>
                <a:solidFill>
                  <a:schemeClr val="dk1"/>
                </a:solidFill>
              </a:defRPr>
            </a:lvl3pPr>
            <a:lvl4pPr lvl="3" rtl="0">
              <a:spcBef>
                <a:spcPts val="1600"/>
              </a:spcBef>
              <a:spcAft>
                <a:spcPts val="0"/>
              </a:spcAft>
              <a:buClr>
                <a:schemeClr val="dk1"/>
              </a:buClr>
              <a:buSzPts val="1400"/>
              <a:buNone/>
              <a:defRPr>
                <a:solidFill>
                  <a:schemeClr val="dk1"/>
                </a:solidFill>
              </a:defRPr>
            </a:lvl4pPr>
            <a:lvl5pPr lvl="4" rtl="0">
              <a:spcBef>
                <a:spcPts val="1600"/>
              </a:spcBef>
              <a:spcAft>
                <a:spcPts val="0"/>
              </a:spcAft>
              <a:buClr>
                <a:schemeClr val="dk1"/>
              </a:buClr>
              <a:buSzPts val="1400"/>
              <a:buNone/>
              <a:defRPr>
                <a:solidFill>
                  <a:schemeClr val="dk1"/>
                </a:solidFill>
              </a:defRPr>
            </a:lvl5pPr>
            <a:lvl6pPr lvl="5" rtl="0">
              <a:spcBef>
                <a:spcPts val="1600"/>
              </a:spcBef>
              <a:spcAft>
                <a:spcPts val="0"/>
              </a:spcAft>
              <a:buClr>
                <a:schemeClr val="dk1"/>
              </a:buClr>
              <a:buSzPts val="1400"/>
              <a:buNone/>
              <a:defRPr>
                <a:solidFill>
                  <a:schemeClr val="dk1"/>
                </a:solidFill>
              </a:defRPr>
            </a:lvl6pPr>
            <a:lvl7pPr lvl="6" rtl="0">
              <a:spcBef>
                <a:spcPts val="1600"/>
              </a:spcBef>
              <a:spcAft>
                <a:spcPts val="0"/>
              </a:spcAft>
              <a:buClr>
                <a:schemeClr val="dk1"/>
              </a:buClr>
              <a:buSzPts val="1400"/>
              <a:buNone/>
              <a:defRPr>
                <a:solidFill>
                  <a:schemeClr val="dk1"/>
                </a:solidFill>
              </a:defRPr>
            </a:lvl7pPr>
            <a:lvl8pPr lvl="7" rtl="0">
              <a:spcBef>
                <a:spcPts val="1600"/>
              </a:spcBef>
              <a:spcAft>
                <a:spcPts val="0"/>
              </a:spcAft>
              <a:buClr>
                <a:schemeClr val="dk1"/>
              </a:buClr>
              <a:buSzPts val="1400"/>
              <a:buNone/>
              <a:defRPr>
                <a:solidFill>
                  <a:schemeClr val="dk1"/>
                </a:solidFill>
              </a:defRPr>
            </a:lvl8pPr>
            <a:lvl9pPr lvl="8" rtl="0">
              <a:spcBef>
                <a:spcPts val="1600"/>
              </a:spcBef>
              <a:spcAft>
                <a:spcPts val="1600"/>
              </a:spcAft>
              <a:buClr>
                <a:schemeClr val="dk1"/>
              </a:buClr>
              <a:buSzPts val="1400"/>
              <a:buNone/>
              <a:defRPr>
                <a:solidFill>
                  <a:schemeClr val="dk1"/>
                </a:solidFill>
              </a:defRPr>
            </a:lvl9pPr>
          </a:lstStyle>
          <a:p/>
        </p:txBody>
      </p:sp>
      <p:sp>
        <p:nvSpPr>
          <p:cNvPr id="114" name="Google Shape;114;p22"/>
          <p:cNvSpPr txBox="1"/>
          <p:nvPr>
            <p:ph idx="5" type="subTitle"/>
          </p:nvPr>
        </p:nvSpPr>
        <p:spPr>
          <a:xfrm>
            <a:off x="6063950" y="1851575"/>
            <a:ext cx="2159700" cy="36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400"/>
              <a:buNone/>
              <a:defRPr sz="1600">
                <a:solidFill>
                  <a:schemeClr val="dk1"/>
                </a:solidFill>
                <a:latin typeface="Be Vietnam"/>
                <a:ea typeface="Be Vietnam"/>
                <a:cs typeface="Be Vietnam"/>
                <a:sym typeface="Be Vietnam"/>
              </a:defRPr>
            </a:lvl1pPr>
            <a:lvl2pPr lvl="1" rtl="0">
              <a:spcBef>
                <a:spcPts val="1600"/>
              </a:spcBef>
              <a:spcAft>
                <a:spcPts val="0"/>
              </a:spcAft>
              <a:buClr>
                <a:schemeClr val="dk1"/>
              </a:buClr>
              <a:buSzPts val="1400"/>
              <a:buNone/>
              <a:defRPr>
                <a:solidFill>
                  <a:schemeClr val="dk1"/>
                </a:solidFill>
              </a:defRPr>
            </a:lvl2pPr>
            <a:lvl3pPr lvl="2" rtl="0">
              <a:spcBef>
                <a:spcPts val="1600"/>
              </a:spcBef>
              <a:spcAft>
                <a:spcPts val="0"/>
              </a:spcAft>
              <a:buClr>
                <a:schemeClr val="dk1"/>
              </a:buClr>
              <a:buSzPts val="1400"/>
              <a:buNone/>
              <a:defRPr>
                <a:solidFill>
                  <a:schemeClr val="dk1"/>
                </a:solidFill>
              </a:defRPr>
            </a:lvl3pPr>
            <a:lvl4pPr lvl="3" rtl="0">
              <a:spcBef>
                <a:spcPts val="1600"/>
              </a:spcBef>
              <a:spcAft>
                <a:spcPts val="0"/>
              </a:spcAft>
              <a:buClr>
                <a:schemeClr val="dk1"/>
              </a:buClr>
              <a:buSzPts val="1400"/>
              <a:buNone/>
              <a:defRPr>
                <a:solidFill>
                  <a:schemeClr val="dk1"/>
                </a:solidFill>
              </a:defRPr>
            </a:lvl4pPr>
            <a:lvl5pPr lvl="4" rtl="0">
              <a:spcBef>
                <a:spcPts val="1600"/>
              </a:spcBef>
              <a:spcAft>
                <a:spcPts val="0"/>
              </a:spcAft>
              <a:buClr>
                <a:schemeClr val="dk1"/>
              </a:buClr>
              <a:buSzPts val="1400"/>
              <a:buNone/>
              <a:defRPr>
                <a:solidFill>
                  <a:schemeClr val="dk1"/>
                </a:solidFill>
              </a:defRPr>
            </a:lvl5pPr>
            <a:lvl6pPr lvl="5" rtl="0">
              <a:spcBef>
                <a:spcPts val="1600"/>
              </a:spcBef>
              <a:spcAft>
                <a:spcPts val="0"/>
              </a:spcAft>
              <a:buClr>
                <a:schemeClr val="dk1"/>
              </a:buClr>
              <a:buSzPts val="1400"/>
              <a:buNone/>
              <a:defRPr>
                <a:solidFill>
                  <a:schemeClr val="dk1"/>
                </a:solidFill>
              </a:defRPr>
            </a:lvl6pPr>
            <a:lvl7pPr lvl="6" rtl="0">
              <a:spcBef>
                <a:spcPts val="1600"/>
              </a:spcBef>
              <a:spcAft>
                <a:spcPts val="0"/>
              </a:spcAft>
              <a:buClr>
                <a:schemeClr val="dk1"/>
              </a:buClr>
              <a:buSzPts val="1400"/>
              <a:buNone/>
              <a:defRPr>
                <a:solidFill>
                  <a:schemeClr val="dk1"/>
                </a:solidFill>
              </a:defRPr>
            </a:lvl7pPr>
            <a:lvl8pPr lvl="7" rtl="0">
              <a:spcBef>
                <a:spcPts val="1600"/>
              </a:spcBef>
              <a:spcAft>
                <a:spcPts val="0"/>
              </a:spcAft>
              <a:buClr>
                <a:schemeClr val="dk1"/>
              </a:buClr>
              <a:buSzPts val="1400"/>
              <a:buNone/>
              <a:defRPr>
                <a:solidFill>
                  <a:schemeClr val="dk1"/>
                </a:solidFill>
              </a:defRPr>
            </a:lvl8pPr>
            <a:lvl9pPr lvl="8" rtl="0">
              <a:spcBef>
                <a:spcPts val="1600"/>
              </a:spcBef>
              <a:spcAft>
                <a:spcPts val="1600"/>
              </a:spcAft>
              <a:buClr>
                <a:schemeClr val="dk1"/>
              </a:buClr>
              <a:buSzPts val="1400"/>
              <a:buNone/>
              <a:defRPr>
                <a:solidFill>
                  <a:schemeClr val="dk1"/>
                </a:solidFill>
              </a:defRPr>
            </a:lvl9pPr>
          </a:lstStyle>
          <a:p/>
        </p:txBody>
      </p:sp>
      <p:sp>
        <p:nvSpPr>
          <p:cNvPr id="115" name="Google Shape;115;p22"/>
          <p:cNvSpPr txBox="1"/>
          <p:nvPr>
            <p:ph idx="6" type="subTitle"/>
          </p:nvPr>
        </p:nvSpPr>
        <p:spPr>
          <a:xfrm>
            <a:off x="620700" y="3428625"/>
            <a:ext cx="2139300" cy="36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400"/>
              <a:buNone/>
              <a:defRPr sz="1600">
                <a:solidFill>
                  <a:schemeClr val="dk1"/>
                </a:solidFill>
                <a:latin typeface="Be Vietnam"/>
                <a:ea typeface="Be Vietnam"/>
                <a:cs typeface="Be Vietnam"/>
                <a:sym typeface="Be Vietnam"/>
              </a:defRPr>
            </a:lvl1pPr>
            <a:lvl2pPr lvl="1" rtl="0">
              <a:spcBef>
                <a:spcPts val="1600"/>
              </a:spcBef>
              <a:spcAft>
                <a:spcPts val="0"/>
              </a:spcAft>
              <a:buClr>
                <a:schemeClr val="dk1"/>
              </a:buClr>
              <a:buSzPts val="1400"/>
              <a:buNone/>
              <a:defRPr>
                <a:solidFill>
                  <a:schemeClr val="dk1"/>
                </a:solidFill>
              </a:defRPr>
            </a:lvl2pPr>
            <a:lvl3pPr lvl="2" rtl="0">
              <a:spcBef>
                <a:spcPts val="1600"/>
              </a:spcBef>
              <a:spcAft>
                <a:spcPts val="0"/>
              </a:spcAft>
              <a:buClr>
                <a:schemeClr val="dk1"/>
              </a:buClr>
              <a:buSzPts val="1400"/>
              <a:buNone/>
              <a:defRPr>
                <a:solidFill>
                  <a:schemeClr val="dk1"/>
                </a:solidFill>
              </a:defRPr>
            </a:lvl3pPr>
            <a:lvl4pPr lvl="3" rtl="0">
              <a:spcBef>
                <a:spcPts val="1600"/>
              </a:spcBef>
              <a:spcAft>
                <a:spcPts val="0"/>
              </a:spcAft>
              <a:buClr>
                <a:schemeClr val="dk1"/>
              </a:buClr>
              <a:buSzPts val="1400"/>
              <a:buNone/>
              <a:defRPr>
                <a:solidFill>
                  <a:schemeClr val="dk1"/>
                </a:solidFill>
              </a:defRPr>
            </a:lvl4pPr>
            <a:lvl5pPr lvl="4" rtl="0">
              <a:spcBef>
                <a:spcPts val="1600"/>
              </a:spcBef>
              <a:spcAft>
                <a:spcPts val="0"/>
              </a:spcAft>
              <a:buClr>
                <a:schemeClr val="dk1"/>
              </a:buClr>
              <a:buSzPts val="1400"/>
              <a:buNone/>
              <a:defRPr>
                <a:solidFill>
                  <a:schemeClr val="dk1"/>
                </a:solidFill>
              </a:defRPr>
            </a:lvl5pPr>
            <a:lvl6pPr lvl="5" rtl="0">
              <a:spcBef>
                <a:spcPts val="1600"/>
              </a:spcBef>
              <a:spcAft>
                <a:spcPts val="0"/>
              </a:spcAft>
              <a:buClr>
                <a:schemeClr val="dk1"/>
              </a:buClr>
              <a:buSzPts val="1400"/>
              <a:buNone/>
              <a:defRPr>
                <a:solidFill>
                  <a:schemeClr val="dk1"/>
                </a:solidFill>
              </a:defRPr>
            </a:lvl6pPr>
            <a:lvl7pPr lvl="6" rtl="0">
              <a:spcBef>
                <a:spcPts val="1600"/>
              </a:spcBef>
              <a:spcAft>
                <a:spcPts val="0"/>
              </a:spcAft>
              <a:buClr>
                <a:schemeClr val="dk1"/>
              </a:buClr>
              <a:buSzPts val="1400"/>
              <a:buNone/>
              <a:defRPr>
                <a:solidFill>
                  <a:schemeClr val="dk1"/>
                </a:solidFill>
              </a:defRPr>
            </a:lvl7pPr>
            <a:lvl8pPr lvl="7" rtl="0">
              <a:spcBef>
                <a:spcPts val="1600"/>
              </a:spcBef>
              <a:spcAft>
                <a:spcPts val="0"/>
              </a:spcAft>
              <a:buClr>
                <a:schemeClr val="dk1"/>
              </a:buClr>
              <a:buSzPts val="1400"/>
              <a:buNone/>
              <a:defRPr>
                <a:solidFill>
                  <a:schemeClr val="dk1"/>
                </a:solidFill>
              </a:defRPr>
            </a:lvl8pPr>
            <a:lvl9pPr lvl="8" rtl="0">
              <a:spcBef>
                <a:spcPts val="1600"/>
              </a:spcBef>
              <a:spcAft>
                <a:spcPts val="1600"/>
              </a:spcAft>
              <a:buClr>
                <a:schemeClr val="dk1"/>
              </a:buClr>
              <a:buSzPts val="1400"/>
              <a:buNone/>
              <a:defRPr>
                <a:solidFill>
                  <a:schemeClr val="dk1"/>
                </a:solidFill>
              </a:defRPr>
            </a:lvl9pPr>
          </a:lstStyle>
          <a:p/>
        </p:txBody>
      </p:sp>
      <p:sp>
        <p:nvSpPr>
          <p:cNvPr id="116" name="Google Shape;116;p22"/>
          <p:cNvSpPr txBox="1"/>
          <p:nvPr>
            <p:ph idx="7" type="subTitle"/>
          </p:nvPr>
        </p:nvSpPr>
        <p:spPr>
          <a:xfrm>
            <a:off x="3342325" y="3428625"/>
            <a:ext cx="2159700" cy="36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400"/>
              <a:buNone/>
              <a:defRPr sz="1600">
                <a:solidFill>
                  <a:schemeClr val="dk1"/>
                </a:solidFill>
                <a:latin typeface="Be Vietnam"/>
                <a:ea typeface="Be Vietnam"/>
                <a:cs typeface="Be Vietnam"/>
                <a:sym typeface="Be Vietnam"/>
              </a:defRPr>
            </a:lvl1pPr>
            <a:lvl2pPr lvl="1" rtl="0">
              <a:spcBef>
                <a:spcPts val="1600"/>
              </a:spcBef>
              <a:spcAft>
                <a:spcPts val="0"/>
              </a:spcAft>
              <a:buClr>
                <a:schemeClr val="dk1"/>
              </a:buClr>
              <a:buSzPts val="1400"/>
              <a:buNone/>
              <a:defRPr>
                <a:solidFill>
                  <a:schemeClr val="dk1"/>
                </a:solidFill>
              </a:defRPr>
            </a:lvl2pPr>
            <a:lvl3pPr lvl="2" rtl="0">
              <a:spcBef>
                <a:spcPts val="1600"/>
              </a:spcBef>
              <a:spcAft>
                <a:spcPts val="0"/>
              </a:spcAft>
              <a:buClr>
                <a:schemeClr val="dk1"/>
              </a:buClr>
              <a:buSzPts val="1400"/>
              <a:buNone/>
              <a:defRPr>
                <a:solidFill>
                  <a:schemeClr val="dk1"/>
                </a:solidFill>
              </a:defRPr>
            </a:lvl3pPr>
            <a:lvl4pPr lvl="3" rtl="0">
              <a:spcBef>
                <a:spcPts val="1600"/>
              </a:spcBef>
              <a:spcAft>
                <a:spcPts val="0"/>
              </a:spcAft>
              <a:buClr>
                <a:schemeClr val="dk1"/>
              </a:buClr>
              <a:buSzPts val="1400"/>
              <a:buNone/>
              <a:defRPr>
                <a:solidFill>
                  <a:schemeClr val="dk1"/>
                </a:solidFill>
              </a:defRPr>
            </a:lvl4pPr>
            <a:lvl5pPr lvl="4" rtl="0">
              <a:spcBef>
                <a:spcPts val="1600"/>
              </a:spcBef>
              <a:spcAft>
                <a:spcPts val="0"/>
              </a:spcAft>
              <a:buClr>
                <a:schemeClr val="dk1"/>
              </a:buClr>
              <a:buSzPts val="1400"/>
              <a:buNone/>
              <a:defRPr>
                <a:solidFill>
                  <a:schemeClr val="dk1"/>
                </a:solidFill>
              </a:defRPr>
            </a:lvl5pPr>
            <a:lvl6pPr lvl="5" rtl="0">
              <a:spcBef>
                <a:spcPts val="1600"/>
              </a:spcBef>
              <a:spcAft>
                <a:spcPts val="0"/>
              </a:spcAft>
              <a:buClr>
                <a:schemeClr val="dk1"/>
              </a:buClr>
              <a:buSzPts val="1400"/>
              <a:buNone/>
              <a:defRPr>
                <a:solidFill>
                  <a:schemeClr val="dk1"/>
                </a:solidFill>
              </a:defRPr>
            </a:lvl6pPr>
            <a:lvl7pPr lvl="6" rtl="0">
              <a:spcBef>
                <a:spcPts val="1600"/>
              </a:spcBef>
              <a:spcAft>
                <a:spcPts val="0"/>
              </a:spcAft>
              <a:buClr>
                <a:schemeClr val="dk1"/>
              </a:buClr>
              <a:buSzPts val="1400"/>
              <a:buNone/>
              <a:defRPr>
                <a:solidFill>
                  <a:schemeClr val="dk1"/>
                </a:solidFill>
              </a:defRPr>
            </a:lvl7pPr>
            <a:lvl8pPr lvl="7" rtl="0">
              <a:spcBef>
                <a:spcPts val="1600"/>
              </a:spcBef>
              <a:spcAft>
                <a:spcPts val="0"/>
              </a:spcAft>
              <a:buClr>
                <a:schemeClr val="dk1"/>
              </a:buClr>
              <a:buSzPts val="1400"/>
              <a:buNone/>
              <a:defRPr>
                <a:solidFill>
                  <a:schemeClr val="dk1"/>
                </a:solidFill>
              </a:defRPr>
            </a:lvl8pPr>
            <a:lvl9pPr lvl="8" rtl="0">
              <a:spcBef>
                <a:spcPts val="1600"/>
              </a:spcBef>
              <a:spcAft>
                <a:spcPts val="1600"/>
              </a:spcAft>
              <a:buClr>
                <a:schemeClr val="dk1"/>
              </a:buClr>
              <a:buSzPts val="1400"/>
              <a:buNone/>
              <a:defRPr>
                <a:solidFill>
                  <a:schemeClr val="dk1"/>
                </a:solidFill>
              </a:defRPr>
            </a:lvl9pPr>
          </a:lstStyle>
          <a:p/>
        </p:txBody>
      </p:sp>
      <p:sp>
        <p:nvSpPr>
          <p:cNvPr id="117" name="Google Shape;117;p22"/>
          <p:cNvSpPr txBox="1"/>
          <p:nvPr>
            <p:ph idx="8" type="subTitle"/>
          </p:nvPr>
        </p:nvSpPr>
        <p:spPr>
          <a:xfrm>
            <a:off x="6063950" y="3428625"/>
            <a:ext cx="2159700" cy="36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400"/>
              <a:buNone/>
              <a:defRPr sz="1600">
                <a:solidFill>
                  <a:schemeClr val="dk1"/>
                </a:solidFill>
                <a:latin typeface="Be Vietnam"/>
                <a:ea typeface="Be Vietnam"/>
                <a:cs typeface="Be Vietnam"/>
                <a:sym typeface="Be Vietnam"/>
              </a:defRPr>
            </a:lvl1pPr>
            <a:lvl2pPr lvl="1" rtl="0">
              <a:spcBef>
                <a:spcPts val="1600"/>
              </a:spcBef>
              <a:spcAft>
                <a:spcPts val="0"/>
              </a:spcAft>
              <a:buClr>
                <a:schemeClr val="dk1"/>
              </a:buClr>
              <a:buSzPts val="1400"/>
              <a:buNone/>
              <a:defRPr>
                <a:solidFill>
                  <a:schemeClr val="dk1"/>
                </a:solidFill>
              </a:defRPr>
            </a:lvl2pPr>
            <a:lvl3pPr lvl="2" rtl="0">
              <a:spcBef>
                <a:spcPts val="1600"/>
              </a:spcBef>
              <a:spcAft>
                <a:spcPts val="0"/>
              </a:spcAft>
              <a:buClr>
                <a:schemeClr val="dk1"/>
              </a:buClr>
              <a:buSzPts val="1400"/>
              <a:buNone/>
              <a:defRPr>
                <a:solidFill>
                  <a:schemeClr val="dk1"/>
                </a:solidFill>
              </a:defRPr>
            </a:lvl3pPr>
            <a:lvl4pPr lvl="3" rtl="0">
              <a:spcBef>
                <a:spcPts val="1600"/>
              </a:spcBef>
              <a:spcAft>
                <a:spcPts val="0"/>
              </a:spcAft>
              <a:buClr>
                <a:schemeClr val="dk1"/>
              </a:buClr>
              <a:buSzPts val="1400"/>
              <a:buNone/>
              <a:defRPr>
                <a:solidFill>
                  <a:schemeClr val="dk1"/>
                </a:solidFill>
              </a:defRPr>
            </a:lvl4pPr>
            <a:lvl5pPr lvl="4" rtl="0">
              <a:spcBef>
                <a:spcPts val="1600"/>
              </a:spcBef>
              <a:spcAft>
                <a:spcPts val="0"/>
              </a:spcAft>
              <a:buClr>
                <a:schemeClr val="dk1"/>
              </a:buClr>
              <a:buSzPts val="1400"/>
              <a:buNone/>
              <a:defRPr>
                <a:solidFill>
                  <a:schemeClr val="dk1"/>
                </a:solidFill>
              </a:defRPr>
            </a:lvl5pPr>
            <a:lvl6pPr lvl="5" rtl="0">
              <a:spcBef>
                <a:spcPts val="1600"/>
              </a:spcBef>
              <a:spcAft>
                <a:spcPts val="0"/>
              </a:spcAft>
              <a:buClr>
                <a:schemeClr val="dk1"/>
              </a:buClr>
              <a:buSzPts val="1400"/>
              <a:buNone/>
              <a:defRPr>
                <a:solidFill>
                  <a:schemeClr val="dk1"/>
                </a:solidFill>
              </a:defRPr>
            </a:lvl6pPr>
            <a:lvl7pPr lvl="6" rtl="0">
              <a:spcBef>
                <a:spcPts val="1600"/>
              </a:spcBef>
              <a:spcAft>
                <a:spcPts val="0"/>
              </a:spcAft>
              <a:buClr>
                <a:schemeClr val="dk1"/>
              </a:buClr>
              <a:buSzPts val="1400"/>
              <a:buNone/>
              <a:defRPr>
                <a:solidFill>
                  <a:schemeClr val="dk1"/>
                </a:solidFill>
              </a:defRPr>
            </a:lvl7pPr>
            <a:lvl8pPr lvl="7" rtl="0">
              <a:spcBef>
                <a:spcPts val="1600"/>
              </a:spcBef>
              <a:spcAft>
                <a:spcPts val="0"/>
              </a:spcAft>
              <a:buClr>
                <a:schemeClr val="dk1"/>
              </a:buClr>
              <a:buSzPts val="1400"/>
              <a:buNone/>
              <a:defRPr>
                <a:solidFill>
                  <a:schemeClr val="dk1"/>
                </a:solidFill>
              </a:defRPr>
            </a:lvl8pPr>
            <a:lvl9pPr lvl="8" rtl="0">
              <a:spcBef>
                <a:spcPts val="1600"/>
              </a:spcBef>
              <a:spcAft>
                <a:spcPts val="1600"/>
              </a:spcAft>
              <a:buClr>
                <a:schemeClr val="dk1"/>
              </a:buClr>
              <a:buSzPts val="1400"/>
              <a:buNone/>
              <a:defRPr>
                <a:solidFill>
                  <a:schemeClr val="dk1"/>
                </a:solidFill>
              </a:defRPr>
            </a:lvl9pPr>
          </a:lstStyle>
          <a:p/>
        </p:txBody>
      </p:sp>
      <p:sp>
        <p:nvSpPr>
          <p:cNvPr id="118" name="Google Shape;118;p22"/>
          <p:cNvSpPr txBox="1"/>
          <p:nvPr>
            <p:ph hasCustomPrompt="1" type="title"/>
          </p:nvPr>
        </p:nvSpPr>
        <p:spPr>
          <a:xfrm flipH="1">
            <a:off x="620700" y="1491575"/>
            <a:ext cx="1080000" cy="360000"/>
          </a:xfrm>
          <a:prstGeom prst="rect">
            <a:avLst/>
          </a:prstGeom>
        </p:spPr>
        <p:txBody>
          <a:bodyPr anchorCtr="0" anchor="ctr" bIns="91425" lIns="91425" spcFirstLastPara="1" rIns="91425" wrap="square" tIns="91425">
            <a:noAutofit/>
          </a:bodyPr>
          <a:lstStyle>
            <a:lvl1pPr lvl="0" rtl="0" algn="l">
              <a:spcBef>
                <a:spcPts val="0"/>
              </a:spcBef>
              <a:spcAft>
                <a:spcPts val="0"/>
              </a:spcAft>
              <a:buClr>
                <a:schemeClr val="dk1"/>
              </a:buClr>
              <a:buSzPts val="3000"/>
              <a:buNone/>
              <a:defRPr sz="2400">
                <a:solidFill>
                  <a:schemeClr val="dk1"/>
                </a:solidFill>
              </a:defRPr>
            </a:lvl1pPr>
            <a:lvl2pPr lvl="1" rtl="0" algn="ctr">
              <a:spcBef>
                <a:spcPts val="0"/>
              </a:spcBef>
              <a:spcAft>
                <a:spcPts val="0"/>
              </a:spcAft>
              <a:buClr>
                <a:schemeClr val="dk1"/>
              </a:buClr>
              <a:buSzPts val="3000"/>
              <a:buNone/>
              <a:defRPr sz="3000">
                <a:solidFill>
                  <a:schemeClr val="dk1"/>
                </a:solidFill>
              </a:defRPr>
            </a:lvl2pPr>
            <a:lvl3pPr lvl="2" rtl="0" algn="ctr">
              <a:spcBef>
                <a:spcPts val="0"/>
              </a:spcBef>
              <a:spcAft>
                <a:spcPts val="0"/>
              </a:spcAft>
              <a:buClr>
                <a:schemeClr val="dk1"/>
              </a:buClr>
              <a:buSzPts val="3000"/>
              <a:buNone/>
              <a:defRPr sz="3000">
                <a:solidFill>
                  <a:schemeClr val="dk1"/>
                </a:solidFill>
              </a:defRPr>
            </a:lvl3pPr>
            <a:lvl4pPr lvl="3" rtl="0" algn="ctr">
              <a:spcBef>
                <a:spcPts val="0"/>
              </a:spcBef>
              <a:spcAft>
                <a:spcPts val="0"/>
              </a:spcAft>
              <a:buClr>
                <a:schemeClr val="dk1"/>
              </a:buClr>
              <a:buSzPts val="3000"/>
              <a:buNone/>
              <a:defRPr sz="3000">
                <a:solidFill>
                  <a:schemeClr val="dk1"/>
                </a:solidFill>
              </a:defRPr>
            </a:lvl4pPr>
            <a:lvl5pPr lvl="4" rtl="0" algn="ctr">
              <a:spcBef>
                <a:spcPts val="0"/>
              </a:spcBef>
              <a:spcAft>
                <a:spcPts val="0"/>
              </a:spcAft>
              <a:buClr>
                <a:schemeClr val="dk1"/>
              </a:buClr>
              <a:buSzPts val="3000"/>
              <a:buNone/>
              <a:defRPr sz="3000">
                <a:solidFill>
                  <a:schemeClr val="dk1"/>
                </a:solidFill>
              </a:defRPr>
            </a:lvl5pPr>
            <a:lvl6pPr lvl="5" rtl="0" algn="ctr">
              <a:spcBef>
                <a:spcPts val="0"/>
              </a:spcBef>
              <a:spcAft>
                <a:spcPts val="0"/>
              </a:spcAft>
              <a:buClr>
                <a:schemeClr val="dk1"/>
              </a:buClr>
              <a:buSzPts val="3000"/>
              <a:buNone/>
              <a:defRPr sz="3000">
                <a:solidFill>
                  <a:schemeClr val="dk1"/>
                </a:solidFill>
              </a:defRPr>
            </a:lvl6pPr>
            <a:lvl7pPr lvl="6" rtl="0" algn="ctr">
              <a:spcBef>
                <a:spcPts val="0"/>
              </a:spcBef>
              <a:spcAft>
                <a:spcPts val="0"/>
              </a:spcAft>
              <a:buClr>
                <a:schemeClr val="dk1"/>
              </a:buClr>
              <a:buSzPts val="3000"/>
              <a:buNone/>
              <a:defRPr sz="3000">
                <a:solidFill>
                  <a:schemeClr val="dk1"/>
                </a:solidFill>
              </a:defRPr>
            </a:lvl7pPr>
            <a:lvl8pPr lvl="7" rtl="0" algn="ctr">
              <a:spcBef>
                <a:spcPts val="0"/>
              </a:spcBef>
              <a:spcAft>
                <a:spcPts val="0"/>
              </a:spcAft>
              <a:buClr>
                <a:schemeClr val="dk1"/>
              </a:buClr>
              <a:buSzPts val="3000"/>
              <a:buNone/>
              <a:defRPr sz="3000">
                <a:solidFill>
                  <a:schemeClr val="dk1"/>
                </a:solidFill>
              </a:defRPr>
            </a:lvl8pPr>
            <a:lvl9pPr lvl="8" rtl="0" algn="ctr">
              <a:spcBef>
                <a:spcPts val="0"/>
              </a:spcBef>
              <a:spcAft>
                <a:spcPts val="0"/>
              </a:spcAft>
              <a:buClr>
                <a:schemeClr val="dk1"/>
              </a:buClr>
              <a:buSzPts val="3000"/>
              <a:buNone/>
              <a:defRPr sz="3000">
                <a:solidFill>
                  <a:schemeClr val="dk1"/>
                </a:solidFill>
              </a:defRPr>
            </a:lvl9pPr>
          </a:lstStyle>
          <a:p>
            <a:r>
              <a:t>xx%</a:t>
            </a:r>
          </a:p>
        </p:txBody>
      </p:sp>
      <p:sp>
        <p:nvSpPr>
          <p:cNvPr id="119" name="Google Shape;119;p22"/>
          <p:cNvSpPr txBox="1"/>
          <p:nvPr>
            <p:ph hasCustomPrompt="1" idx="9" type="title"/>
          </p:nvPr>
        </p:nvSpPr>
        <p:spPr>
          <a:xfrm>
            <a:off x="3342325" y="1491575"/>
            <a:ext cx="1080000" cy="360000"/>
          </a:xfrm>
          <a:prstGeom prst="rect">
            <a:avLst/>
          </a:prstGeom>
        </p:spPr>
        <p:txBody>
          <a:bodyPr anchorCtr="0" anchor="ctr" bIns="91425" lIns="91425" spcFirstLastPara="1" rIns="91425" wrap="square" tIns="91425">
            <a:noAutofit/>
          </a:bodyPr>
          <a:lstStyle>
            <a:lvl1pPr lvl="0" rtl="0" algn="l">
              <a:spcBef>
                <a:spcPts val="0"/>
              </a:spcBef>
              <a:spcAft>
                <a:spcPts val="0"/>
              </a:spcAft>
              <a:buClr>
                <a:schemeClr val="dk1"/>
              </a:buClr>
              <a:buSzPts val="3000"/>
              <a:buNone/>
              <a:defRPr sz="2400">
                <a:solidFill>
                  <a:schemeClr val="dk1"/>
                </a:solidFill>
              </a:defRPr>
            </a:lvl1pPr>
            <a:lvl2pPr lvl="1" rtl="0" algn="ctr">
              <a:spcBef>
                <a:spcPts val="0"/>
              </a:spcBef>
              <a:spcAft>
                <a:spcPts val="0"/>
              </a:spcAft>
              <a:buClr>
                <a:schemeClr val="dk1"/>
              </a:buClr>
              <a:buSzPts val="3000"/>
              <a:buNone/>
              <a:defRPr sz="3000">
                <a:solidFill>
                  <a:schemeClr val="dk1"/>
                </a:solidFill>
              </a:defRPr>
            </a:lvl2pPr>
            <a:lvl3pPr lvl="2" rtl="0" algn="ctr">
              <a:spcBef>
                <a:spcPts val="0"/>
              </a:spcBef>
              <a:spcAft>
                <a:spcPts val="0"/>
              </a:spcAft>
              <a:buClr>
                <a:schemeClr val="dk1"/>
              </a:buClr>
              <a:buSzPts val="3000"/>
              <a:buNone/>
              <a:defRPr sz="3000">
                <a:solidFill>
                  <a:schemeClr val="dk1"/>
                </a:solidFill>
              </a:defRPr>
            </a:lvl3pPr>
            <a:lvl4pPr lvl="3" rtl="0" algn="ctr">
              <a:spcBef>
                <a:spcPts val="0"/>
              </a:spcBef>
              <a:spcAft>
                <a:spcPts val="0"/>
              </a:spcAft>
              <a:buClr>
                <a:schemeClr val="dk1"/>
              </a:buClr>
              <a:buSzPts val="3000"/>
              <a:buNone/>
              <a:defRPr sz="3000">
                <a:solidFill>
                  <a:schemeClr val="dk1"/>
                </a:solidFill>
              </a:defRPr>
            </a:lvl4pPr>
            <a:lvl5pPr lvl="4" rtl="0" algn="ctr">
              <a:spcBef>
                <a:spcPts val="0"/>
              </a:spcBef>
              <a:spcAft>
                <a:spcPts val="0"/>
              </a:spcAft>
              <a:buClr>
                <a:schemeClr val="dk1"/>
              </a:buClr>
              <a:buSzPts val="3000"/>
              <a:buNone/>
              <a:defRPr sz="3000">
                <a:solidFill>
                  <a:schemeClr val="dk1"/>
                </a:solidFill>
              </a:defRPr>
            </a:lvl5pPr>
            <a:lvl6pPr lvl="5" rtl="0" algn="ctr">
              <a:spcBef>
                <a:spcPts val="0"/>
              </a:spcBef>
              <a:spcAft>
                <a:spcPts val="0"/>
              </a:spcAft>
              <a:buClr>
                <a:schemeClr val="dk1"/>
              </a:buClr>
              <a:buSzPts val="3000"/>
              <a:buNone/>
              <a:defRPr sz="3000">
                <a:solidFill>
                  <a:schemeClr val="dk1"/>
                </a:solidFill>
              </a:defRPr>
            </a:lvl6pPr>
            <a:lvl7pPr lvl="6" rtl="0" algn="ctr">
              <a:spcBef>
                <a:spcPts val="0"/>
              </a:spcBef>
              <a:spcAft>
                <a:spcPts val="0"/>
              </a:spcAft>
              <a:buClr>
                <a:schemeClr val="dk1"/>
              </a:buClr>
              <a:buSzPts val="3000"/>
              <a:buNone/>
              <a:defRPr sz="3000">
                <a:solidFill>
                  <a:schemeClr val="dk1"/>
                </a:solidFill>
              </a:defRPr>
            </a:lvl7pPr>
            <a:lvl8pPr lvl="7" rtl="0" algn="ctr">
              <a:spcBef>
                <a:spcPts val="0"/>
              </a:spcBef>
              <a:spcAft>
                <a:spcPts val="0"/>
              </a:spcAft>
              <a:buClr>
                <a:schemeClr val="dk1"/>
              </a:buClr>
              <a:buSzPts val="3000"/>
              <a:buNone/>
              <a:defRPr sz="3000">
                <a:solidFill>
                  <a:schemeClr val="dk1"/>
                </a:solidFill>
              </a:defRPr>
            </a:lvl8pPr>
            <a:lvl9pPr lvl="8" rtl="0" algn="ctr">
              <a:spcBef>
                <a:spcPts val="0"/>
              </a:spcBef>
              <a:spcAft>
                <a:spcPts val="0"/>
              </a:spcAft>
              <a:buClr>
                <a:schemeClr val="dk1"/>
              </a:buClr>
              <a:buSzPts val="3000"/>
              <a:buNone/>
              <a:defRPr sz="3000">
                <a:solidFill>
                  <a:schemeClr val="dk1"/>
                </a:solidFill>
              </a:defRPr>
            </a:lvl9pPr>
          </a:lstStyle>
          <a:p>
            <a:r>
              <a:t>xx%</a:t>
            </a:r>
          </a:p>
        </p:txBody>
      </p:sp>
      <p:sp>
        <p:nvSpPr>
          <p:cNvPr id="120" name="Google Shape;120;p22"/>
          <p:cNvSpPr txBox="1"/>
          <p:nvPr>
            <p:ph hasCustomPrompt="1" idx="13" type="title"/>
          </p:nvPr>
        </p:nvSpPr>
        <p:spPr>
          <a:xfrm>
            <a:off x="6063950" y="1491575"/>
            <a:ext cx="1080000" cy="360000"/>
          </a:xfrm>
          <a:prstGeom prst="rect">
            <a:avLst/>
          </a:prstGeom>
        </p:spPr>
        <p:txBody>
          <a:bodyPr anchorCtr="0" anchor="ctr" bIns="91425" lIns="91425" spcFirstLastPara="1" rIns="91425" wrap="square" tIns="91425">
            <a:noAutofit/>
          </a:bodyPr>
          <a:lstStyle>
            <a:lvl1pPr lvl="0" rtl="0" algn="l">
              <a:spcBef>
                <a:spcPts val="0"/>
              </a:spcBef>
              <a:spcAft>
                <a:spcPts val="0"/>
              </a:spcAft>
              <a:buClr>
                <a:schemeClr val="dk1"/>
              </a:buClr>
              <a:buSzPts val="3000"/>
              <a:buNone/>
              <a:defRPr sz="2400">
                <a:solidFill>
                  <a:schemeClr val="dk1"/>
                </a:solidFill>
              </a:defRPr>
            </a:lvl1pPr>
            <a:lvl2pPr lvl="1" rtl="0" algn="ctr">
              <a:spcBef>
                <a:spcPts val="0"/>
              </a:spcBef>
              <a:spcAft>
                <a:spcPts val="0"/>
              </a:spcAft>
              <a:buClr>
                <a:schemeClr val="dk1"/>
              </a:buClr>
              <a:buSzPts val="3000"/>
              <a:buNone/>
              <a:defRPr sz="3000">
                <a:solidFill>
                  <a:schemeClr val="dk1"/>
                </a:solidFill>
              </a:defRPr>
            </a:lvl2pPr>
            <a:lvl3pPr lvl="2" rtl="0" algn="ctr">
              <a:spcBef>
                <a:spcPts val="0"/>
              </a:spcBef>
              <a:spcAft>
                <a:spcPts val="0"/>
              </a:spcAft>
              <a:buClr>
                <a:schemeClr val="dk1"/>
              </a:buClr>
              <a:buSzPts val="3000"/>
              <a:buNone/>
              <a:defRPr sz="3000">
                <a:solidFill>
                  <a:schemeClr val="dk1"/>
                </a:solidFill>
              </a:defRPr>
            </a:lvl3pPr>
            <a:lvl4pPr lvl="3" rtl="0" algn="ctr">
              <a:spcBef>
                <a:spcPts val="0"/>
              </a:spcBef>
              <a:spcAft>
                <a:spcPts val="0"/>
              </a:spcAft>
              <a:buClr>
                <a:schemeClr val="dk1"/>
              </a:buClr>
              <a:buSzPts val="3000"/>
              <a:buNone/>
              <a:defRPr sz="3000">
                <a:solidFill>
                  <a:schemeClr val="dk1"/>
                </a:solidFill>
              </a:defRPr>
            </a:lvl4pPr>
            <a:lvl5pPr lvl="4" rtl="0" algn="ctr">
              <a:spcBef>
                <a:spcPts val="0"/>
              </a:spcBef>
              <a:spcAft>
                <a:spcPts val="0"/>
              </a:spcAft>
              <a:buClr>
                <a:schemeClr val="dk1"/>
              </a:buClr>
              <a:buSzPts val="3000"/>
              <a:buNone/>
              <a:defRPr sz="3000">
                <a:solidFill>
                  <a:schemeClr val="dk1"/>
                </a:solidFill>
              </a:defRPr>
            </a:lvl5pPr>
            <a:lvl6pPr lvl="5" rtl="0" algn="ctr">
              <a:spcBef>
                <a:spcPts val="0"/>
              </a:spcBef>
              <a:spcAft>
                <a:spcPts val="0"/>
              </a:spcAft>
              <a:buClr>
                <a:schemeClr val="dk1"/>
              </a:buClr>
              <a:buSzPts val="3000"/>
              <a:buNone/>
              <a:defRPr sz="3000">
                <a:solidFill>
                  <a:schemeClr val="dk1"/>
                </a:solidFill>
              </a:defRPr>
            </a:lvl6pPr>
            <a:lvl7pPr lvl="6" rtl="0" algn="ctr">
              <a:spcBef>
                <a:spcPts val="0"/>
              </a:spcBef>
              <a:spcAft>
                <a:spcPts val="0"/>
              </a:spcAft>
              <a:buClr>
                <a:schemeClr val="dk1"/>
              </a:buClr>
              <a:buSzPts val="3000"/>
              <a:buNone/>
              <a:defRPr sz="3000">
                <a:solidFill>
                  <a:schemeClr val="dk1"/>
                </a:solidFill>
              </a:defRPr>
            </a:lvl7pPr>
            <a:lvl8pPr lvl="7" rtl="0" algn="ctr">
              <a:spcBef>
                <a:spcPts val="0"/>
              </a:spcBef>
              <a:spcAft>
                <a:spcPts val="0"/>
              </a:spcAft>
              <a:buClr>
                <a:schemeClr val="dk1"/>
              </a:buClr>
              <a:buSzPts val="3000"/>
              <a:buNone/>
              <a:defRPr sz="3000">
                <a:solidFill>
                  <a:schemeClr val="dk1"/>
                </a:solidFill>
              </a:defRPr>
            </a:lvl8pPr>
            <a:lvl9pPr lvl="8" rtl="0" algn="ctr">
              <a:spcBef>
                <a:spcPts val="0"/>
              </a:spcBef>
              <a:spcAft>
                <a:spcPts val="0"/>
              </a:spcAft>
              <a:buClr>
                <a:schemeClr val="dk1"/>
              </a:buClr>
              <a:buSzPts val="3000"/>
              <a:buNone/>
              <a:defRPr sz="3000">
                <a:solidFill>
                  <a:schemeClr val="dk1"/>
                </a:solidFill>
              </a:defRPr>
            </a:lvl9pPr>
          </a:lstStyle>
          <a:p>
            <a:r>
              <a:t>xx%</a:t>
            </a:r>
          </a:p>
        </p:txBody>
      </p:sp>
      <p:sp>
        <p:nvSpPr>
          <p:cNvPr id="121" name="Google Shape;121;p22"/>
          <p:cNvSpPr txBox="1"/>
          <p:nvPr>
            <p:ph hasCustomPrompt="1" idx="14" type="title"/>
          </p:nvPr>
        </p:nvSpPr>
        <p:spPr>
          <a:xfrm flipH="1">
            <a:off x="620700" y="3068625"/>
            <a:ext cx="1080000" cy="360000"/>
          </a:xfrm>
          <a:prstGeom prst="rect">
            <a:avLst/>
          </a:prstGeom>
        </p:spPr>
        <p:txBody>
          <a:bodyPr anchorCtr="0" anchor="ctr" bIns="91425" lIns="91425" spcFirstLastPara="1" rIns="91425" wrap="square" tIns="91425">
            <a:noAutofit/>
          </a:bodyPr>
          <a:lstStyle>
            <a:lvl1pPr lvl="0" rtl="0" algn="l">
              <a:spcBef>
                <a:spcPts val="0"/>
              </a:spcBef>
              <a:spcAft>
                <a:spcPts val="0"/>
              </a:spcAft>
              <a:buClr>
                <a:schemeClr val="dk1"/>
              </a:buClr>
              <a:buSzPts val="3000"/>
              <a:buNone/>
              <a:defRPr sz="2400">
                <a:solidFill>
                  <a:schemeClr val="dk1"/>
                </a:solidFill>
              </a:defRPr>
            </a:lvl1pPr>
            <a:lvl2pPr lvl="1" rtl="0" algn="ctr">
              <a:spcBef>
                <a:spcPts val="0"/>
              </a:spcBef>
              <a:spcAft>
                <a:spcPts val="0"/>
              </a:spcAft>
              <a:buClr>
                <a:schemeClr val="dk1"/>
              </a:buClr>
              <a:buSzPts val="3000"/>
              <a:buNone/>
              <a:defRPr sz="3000">
                <a:solidFill>
                  <a:schemeClr val="dk1"/>
                </a:solidFill>
              </a:defRPr>
            </a:lvl2pPr>
            <a:lvl3pPr lvl="2" rtl="0" algn="ctr">
              <a:spcBef>
                <a:spcPts val="0"/>
              </a:spcBef>
              <a:spcAft>
                <a:spcPts val="0"/>
              </a:spcAft>
              <a:buClr>
                <a:schemeClr val="dk1"/>
              </a:buClr>
              <a:buSzPts val="3000"/>
              <a:buNone/>
              <a:defRPr sz="3000">
                <a:solidFill>
                  <a:schemeClr val="dk1"/>
                </a:solidFill>
              </a:defRPr>
            </a:lvl3pPr>
            <a:lvl4pPr lvl="3" rtl="0" algn="ctr">
              <a:spcBef>
                <a:spcPts val="0"/>
              </a:spcBef>
              <a:spcAft>
                <a:spcPts val="0"/>
              </a:spcAft>
              <a:buClr>
                <a:schemeClr val="dk1"/>
              </a:buClr>
              <a:buSzPts val="3000"/>
              <a:buNone/>
              <a:defRPr sz="3000">
                <a:solidFill>
                  <a:schemeClr val="dk1"/>
                </a:solidFill>
              </a:defRPr>
            </a:lvl4pPr>
            <a:lvl5pPr lvl="4" rtl="0" algn="ctr">
              <a:spcBef>
                <a:spcPts val="0"/>
              </a:spcBef>
              <a:spcAft>
                <a:spcPts val="0"/>
              </a:spcAft>
              <a:buClr>
                <a:schemeClr val="dk1"/>
              </a:buClr>
              <a:buSzPts val="3000"/>
              <a:buNone/>
              <a:defRPr sz="3000">
                <a:solidFill>
                  <a:schemeClr val="dk1"/>
                </a:solidFill>
              </a:defRPr>
            </a:lvl5pPr>
            <a:lvl6pPr lvl="5" rtl="0" algn="ctr">
              <a:spcBef>
                <a:spcPts val="0"/>
              </a:spcBef>
              <a:spcAft>
                <a:spcPts val="0"/>
              </a:spcAft>
              <a:buClr>
                <a:schemeClr val="dk1"/>
              </a:buClr>
              <a:buSzPts val="3000"/>
              <a:buNone/>
              <a:defRPr sz="3000">
                <a:solidFill>
                  <a:schemeClr val="dk1"/>
                </a:solidFill>
              </a:defRPr>
            </a:lvl6pPr>
            <a:lvl7pPr lvl="6" rtl="0" algn="ctr">
              <a:spcBef>
                <a:spcPts val="0"/>
              </a:spcBef>
              <a:spcAft>
                <a:spcPts val="0"/>
              </a:spcAft>
              <a:buClr>
                <a:schemeClr val="dk1"/>
              </a:buClr>
              <a:buSzPts val="3000"/>
              <a:buNone/>
              <a:defRPr sz="3000">
                <a:solidFill>
                  <a:schemeClr val="dk1"/>
                </a:solidFill>
              </a:defRPr>
            </a:lvl7pPr>
            <a:lvl8pPr lvl="7" rtl="0" algn="ctr">
              <a:spcBef>
                <a:spcPts val="0"/>
              </a:spcBef>
              <a:spcAft>
                <a:spcPts val="0"/>
              </a:spcAft>
              <a:buClr>
                <a:schemeClr val="dk1"/>
              </a:buClr>
              <a:buSzPts val="3000"/>
              <a:buNone/>
              <a:defRPr sz="3000">
                <a:solidFill>
                  <a:schemeClr val="dk1"/>
                </a:solidFill>
              </a:defRPr>
            </a:lvl8pPr>
            <a:lvl9pPr lvl="8" rtl="0" algn="ctr">
              <a:spcBef>
                <a:spcPts val="0"/>
              </a:spcBef>
              <a:spcAft>
                <a:spcPts val="0"/>
              </a:spcAft>
              <a:buClr>
                <a:schemeClr val="dk1"/>
              </a:buClr>
              <a:buSzPts val="3000"/>
              <a:buNone/>
              <a:defRPr sz="3000">
                <a:solidFill>
                  <a:schemeClr val="dk1"/>
                </a:solidFill>
              </a:defRPr>
            </a:lvl9pPr>
          </a:lstStyle>
          <a:p>
            <a:r>
              <a:t>xx%</a:t>
            </a:r>
          </a:p>
        </p:txBody>
      </p:sp>
      <p:sp>
        <p:nvSpPr>
          <p:cNvPr id="122" name="Google Shape;122;p22"/>
          <p:cNvSpPr txBox="1"/>
          <p:nvPr>
            <p:ph hasCustomPrompt="1" idx="15" type="title"/>
          </p:nvPr>
        </p:nvSpPr>
        <p:spPr>
          <a:xfrm>
            <a:off x="3342325" y="3068625"/>
            <a:ext cx="1080000" cy="360000"/>
          </a:xfrm>
          <a:prstGeom prst="rect">
            <a:avLst/>
          </a:prstGeom>
        </p:spPr>
        <p:txBody>
          <a:bodyPr anchorCtr="0" anchor="ctr" bIns="91425" lIns="91425" spcFirstLastPara="1" rIns="91425" wrap="square" tIns="91425">
            <a:noAutofit/>
          </a:bodyPr>
          <a:lstStyle>
            <a:lvl1pPr lvl="0" rtl="0" algn="l">
              <a:spcBef>
                <a:spcPts val="0"/>
              </a:spcBef>
              <a:spcAft>
                <a:spcPts val="0"/>
              </a:spcAft>
              <a:buClr>
                <a:schemeClr val="dk1"/>
              </a:buClr>
              <a:buSzPts val="3000"/>
              <a:buNone/>
              <a:defRPr sz="2400">
                <a:solidFill>
                  <a:schemeClr val="dk1"/>
                </a:solidFill>
              </a:defRPr>
            </a:lvl1pPr>
            <a:lvl2pPr lvl="1" rtl="0" algn="ctr">
              <a:spcBef>
                <a:spcPts val="0"/>
              </a:spcBef>
              <a:spcAft>
                <a:spcPts val="0"/>
              </a:spcAft>
              <a:buClr>
                <a:schemeClr val="dk1"/>
              </a:buClr>
              <a:buSzPts val="3000"/>
              <a:buNone/>
              <a:defRPr sz="3000">
                <a:solidFill>
                  <a:schemeClr val="dk1"/>
                </a:solidFill>
              </a:defRPr>
            </a:lvl2pPr>
            <a:lvl3pPr lvl="2" rtl="0" algn="ctr">
              <a:spcBef>
                <a:spcPts val="0"/>
              </a:spcBef>
              <a:spcAft>
                <a:spcPts val="0"/>
              </a:spcAft>
              <a:buClr>
                <a:schemeClr val="dk1"/>
              </a:buClr>
              <a:buSzPts val="3000"/>
              <a:buNone/>
              <a:defRPr sz="3000">
                <a:solidFill>
                  <a:schemeClr val="dk1"/>
                </a:solidFill>
              </a:defRPr>
            </a:lvl3pPr>
            <a:lvl4pPr lvl="3" rtl="0" algn="ctr">
              <a:spcBef>
                <a:spcPts val="0"/>
              </a:spcBef>
              <a:spcAft>
                <a:spcPts val="0"/>
              </a:spcAft>
              <a:buClr>
                <a:schemeClr val="dk1"/>
              </a:buClr>
              <a:buSzPts val="3000"/>
              <a:buNone/>
              <a:defRPr sz="3000">
                <a:solidFill>
                  <a:schemeClr val="dk1"/>
                </a:solidFill>
              </a:defRPr>
            </a:lvl4pPr>
            <a:lvl5pPr lvl="4" rtl="0" algn="ctr">
              <a:spcBef>
                <a:spcPts val="0"/>
              </a:spcBef>
              <a:spcAft>
                <a:spcPts val="0"/>
              </a:spcAft>
              <a:buClr>
                <a:schemeClr val="dk1"/>
              </a:buClr>
              <a:buSzPts val="3000"/>
              <a:buNone/>
              <a:defRPr sz="3000">
                <a:solidFill>
                  <a:schemeClr val="dk1"/>
                </a:solidFill>
              </a:defRPr>
            </a:lvl5pPr>
            <a:lvl6pPr lvl="5" rtl="0" algn="ctr">
              <a:spcBef>
                <a:spcPts val="0"/>
              </a:spcBef>
              <a:spcAft>
                <a:spcPts val="0"/>
              </a:spcAft>
              <a:buClr>
                <a:schemeClr val="dk1"/>
              </a:buClr>
              <a:buSzPts val="3000"/>
              <a:buNone/>
              <a:defRPr sz="3000">
                <a:solidFill>
                  <a:schemeClr val="dk1"/>
                </a:solidFill>
              </a:defRPr>
            </a:lvl6pPr>
            <a:lvl7pPr lvl="6" rtl="0" algn="ctr">
              <a:spcBef>
                <a:spcPts val="0"/>
              </a:spcBef>
              <a:spcAft>
                <a:spcPts val="0"/>
              </a:spcAft>
              <a:buClr>
                <a:schemeClr val="dk1"/>
              </a:buClr>
              <a:buSzPts val="3000"/>
              <a:buNone/>
              <a:defRPr sz="3000">
                <a:solidFill>
                  <a:schemeClr val="dk1"/>
                </a:solidFill>
              </a:defRPr>
            </a:lvl7pPr>
            <a:lvl8pPr lvl="7" rtl="0" algn="ctr">
              <a:spcBef>
                <a:spcPts val="0"/>
              </a:spcBef>
              <a:spcAft>
                <a:spcPts val="0"/>
              </a:spcAft>
              <a:buClr>
                <a:schemeClr val="dk1"/>
              </a:buClr>
              <a:buSzPts val="3000"/>
              <a:buNone/>
              <a:defRPr sz="3000">
                <a:solidFill>
                  <a:schemeClr val="dk1"/>
                </a:solidFill>
              </a:defRPr>
            </a:lvl8pPr>
            <a:lvl9pPr lvl="8" rtl="0" algn="ctr">
              <a:spcBef>
                <a:spcPts val="0"/>
              </a:spcBef>
              <a:spcAft>
                <a:spcPts val="0"/>
              </a:spcAft>
              <a:buClr>
                <a:schemeClr val="dk1"/>
              </a:buClr>
              <a:buSzPts val="3000"/>
              <a:buNone/>
              <a:defRPr sz="3000">
                <a:solidFill>
                  <a:schemeClr val="dk1"/>
                </a:solidFill>
              </a:defRPr>
            </a:lvl9pPr>
          </a:lstStyle>
          <a:p>
            <a:r>
              <a:t>xx%</a:t>
            </a:r>
          </a:p>
        </p:txBody>
      </p:sp>
      <p:sp>
        <p:nvSpPr>
          <p:cNvPr id="123" name="Google Shape;123;p22"/>
          <p:cNvSpPr txBox="1"/>
          <p:nvPr>
            <p:ph hasCustomPrompt="1" idx="16" type="title"/>
          </p:nvPr>
        </p:nvSpPr>
        <p:spPr>
          <a:xfrm>
            <a:off x="6063950" y="3068625"/>
            <a:ext cx="1080000" cy="360000"/>
          </a:xfrm>
          <a:prstGeom prst="rect">
            <a:avLst/>
          </a:prstGeom>
        </p:spPr>
        <p:txBody>
          <a:bodyPr anchorCtr="0" anchor="ctr" bIns="91425" lIns="91425" spcFirstLastPara="1" rIns="91425" wrap="square" tIns="91425">
            <a:noAutofit/>
          </a:bodyPr>
          <a:lstStyle>
            <a:lvl1pPr lvl="0" rtl="0" algn="l">
              <a:spcBef>
                <a:spcPts val="0"/>
              </a:spcBef>
              <a:spcAft>
                <a:spcPts val="0"/>
              </a:spcAft>
              <a:buClr>
                <a:schemeClr val="dk1"/>
              </a:buClr>
              <a:buSzPts val="3000"/>
              <a:buNone/>
              <a:defRPr sz="2400">
                <a:solidFill>
                  <a:schemeClr val="dk1"/>
                </a:solidFill>
              </a:defRPr>
            </a:lvl1pPr>
            <a:lvl2pPr lvl="1" rtl="0" algn="ctr">
              <a:spcBef>
                <a:spcPts val="0"/>
              </a:spcBef>
              <a:spcAft>
                <a:spcPts val="0"/>
              </a:spcAft>
              <a:buClr>
                <a:schemeClr val="dk1"/>
              </a:buClr>
              <a:buSzPts val="3000"/>
              <a:buNone/>
              <a:defRPr sz="3000">
                <a:solidFill>
                  <a:schemeClr val="dk1"/>
                </a:solidFill>
              </a:defRPr>
            </a:lvl2pPr>
            <a:lvl3pPr lvl="2" rtl="0" algn="ctr">
              <a:spcBef>
                <a:spcPts val="0"/>
              </a:spcBef>
              <a:spcAft>
                <a:spcPts val="0"/>
              </a:spcAft>
              <a:buClr>
                <a:schemeClr val="dk1"/>
              </a:buClr>
              <a:buSzPts val="3000"/>
              <a:buNone/>
              <a:defRPr sz="3000">
                <a:solidFill>
                  <a:schemeClr val="dk1"/>
                </a:solidFill>
              </a:defRPr>
            </a:lvl3pPr>
            <a:lvl4pPr lvl="3" rtl="0" algn="ctr">
              <a:spcBef>
                <a:spcPts val="0"/>
              </a:spcBef>
              <a:spcAft>
                <a:spcPts val="0"/>
              </a:spcAft>
              <a:buClr>
                <a:schemeClr val="dk1"/>
              </a:buClr>
              <a:buSzPts val="3000"/>
              <a:buNone/>
              <a:defRPr sz="3000">
                <a:solidFill>
                  <a:schemeClr val="dk1"/>
                </a:solidFill>
              </a:defRPr>
            </a:lvl4pPr>
            <a:lvl5pPr lvl="4" rtl="0" algn="ctr">
              <a:spcBef>
                <a:spcPts val="0"/>
              </a:spcBef>
              <a:spcAft>
                <a:spcPts val="0"/>
              </a:spcAft>
              <a:buClr>
                <a:schemeClr val="dk1"/>
              </a:buClr>
              <a:buSzPts val="3000"/>
              <a:buNone/>
              <a:defRPr sz="3000">
                <a:solidFill>
                  <a:schemeClr val="dk1"/>
                </a:solidFill>
              </a:defRPr>
            </a:lvl5pPr>
            <a:lvl6pPr lvl="5" rtl="0" algn="ctr">
              <a:spcBef>
                <a:spcPts val="0"/>
              </a:spcBef>
              <a:spcAft>
                <a:spcPts val="0"/>
              </a:spcAft>
              <a:buClr>
                <a:schemeClr val="dk1"/>
              </a:buClr>
              <a:buSzPts val="3000"/>
              <a:buNone/>
              <a:defRPr sz="3000">
                <a:solidFill>
                  <a:schemeClr val="dk1"/>
                </a:solidFill>
              </a:defRPr>
            </a:lvl6pPr>
            <a:lvl7pPr lvl="6" rtl="0" algn="ctr">
              <a:spcBef>
                <a:spcPts val="0"/>
              </a:spcBef>
              <a:spcAft>
                <a:spcPts val="0"/>
              </a:spcAft>
              <a:buClr>
                <a:schemeClr val="dk1"/>
              </a:buClr>
              <a:buSzPts val="3000"/>
              <a:buNone/>
              <a:defRPr sz="3000">
                <a:solidFill>
                  <a:schemeClr val="dk1"/>
                </a:solidFill>
              </a:defRPr>
            </a:lvl7pPr>
            <a:lvl8pPr lvl="7" rtl="0" algn="ctr">
              <a:spcBef>
                <a:spcPts val="0"/>
              </a:spcBef>
              <a:spcAft>
                <a:spcPts val="0"/>
              </a:spcAft>
              <a:buClr>
                <a:schemeClr val="dk1"/>
              </a:buClr>
              <a:buSzPts val="3000"/>
              <a:buNone/>
              <a:defRPr sz="3000">
                <a:solidFill>
                  <a:schemeClr val="dk1"/>
                </a:solidFill>
              </a:defRPr>
            </a:lvl8pPr>
            <a:lvl9pPr lvl="8" rtl="0" algn="ctr">
              <a:spcBef>
                <a:spcPts val="0"/>
              </a:spcBef>
              <a:spcAft>
                <a:spcPts val="0"/>
              </a:spcAft>
              <a:buClr>
                <a:schemeClr val="dk1"/>
              </a:buClr>
              <a:buSzPts val="3000"/>
              <a:buNone/>
              <a:defRPr sz="3000">
                <a:solidFill>
                  <a:schemeClr val="dk1"/>
                </a:solidFill>
              </a:defRPr>
            </a:lvl9pPr>
          </a:lstStyle>
          <a:p>
            <a:r>
              <a:t>xx%</a:t>
            </a:r>
          </a:p>
        </p:txBody>
      </p:sp>
      <p:sp>
        <p:nvSpPr>
          <p:cNvPr id="124" name="Google Shape;124;p22"/>
          <p:cNvSpPr txBox="1"/>
          <p:nvPr>
            <p:ph idx="17" type="title"/>
          </p:nvPr>
        </p:nvSpPr>
        <p:spPr>
          <a:xfrm>
            <a:off x="540000" y="491400"/>
            <a:ext cx="8100000" cy="572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4100"/>
              <a:buNone/>
              <a:defRPr>
                <a:solidFill>
                  <a:schemeClr val="dk1"/>
                </a:solidFill>
              </a:defRPr>
            </a:lvl1pPr>
            <a:lvl2pPr lvl="1" rtl="0">
              <a:spcBef>
                <a:spcPts val="0"/>
              </a:spcBef>
              <a:spcAft>
                <a:spcPts val="0"/>
              </a:spcAft>
              <a:buClr>
                <a:schemeClr val="dk1"/>
              </a:buClr>
              <a:buSzPts val="4100"/>
              <a:buNone/>
              <a:defRPr>
                <a:solidFill>
                  <a:schemeClr val="dk1"/>
                </a:solidFill>
              </a:defRPr>
            </a:lvl2pPr>
            <a:lvl3pPr lvl="2" rtl="0">
              <a:spcBef>
                <a:spcPts val="0"/>
              </a:spcBef>
              <a:spcAft>
                <a:spcPts val="0"/>
              </a:spcAft>
              <a:buClr>
                <a:schemeClr val="dk1"/>
              </a:buClr>
              <a:buSzPts val="4100"/>
              <a:buNone/>
              <a:defRPr>
                <a:solidFill>
                  <a:schemeClr val="dk1"/>
                </a:solidFill>
              </a:defRPr>
            </a:lvl3pPr>
            <a:lvl4pPr lvl="3" rtl="0">
              <a:spcBef>
                <a:spcPts val="0"/>
              </a:spcBef>
              <a:spcAft>
                <a:spcPts val="0"/>
              </a:spcAft>
              <a:buClr>
                <a:schemeClr val="dk1"/>
              </a:buClr>
              <a:buSzPts val="4100"/>
              <a:buNone/>
              <a:defRPr>
                <a:solidFill>
                  <a:schemeClr val="dk1"/>
                </a:solidFill>
              </a:defRPr>
            </a:lvl4pPr>
            <a:lvl5pPr lvl="4" rtl="0">
              <a:spcBef>
                <a:spcPts val="0"/>
              </a:spcBef>
              <a:spcAft>
                <a:spcPts val="0"/>
              </a:spcAft>
              <a:buClr>
                <a:schemeClr val="dk1"/>
              </a:buClr>
              <a:buSzPts val="4100"/>
              <a:buNone/>
              <a:defRPr>
                <a:solidFill>
                  <a:schemeClr val="dk1"/>
                </a:solidFill>
              </a:defRPr>
            </a:lvl5pPr>
            <a:lvl6pPr lvl="5" rtl="0">
              <a:spcBef>
                <a:spcPts val="0"/>
              </a:spcBef>
              <a:spcAft>
                <a:spcPts val="0"/>
              </a:spcAft>
              <a:buClr>
                <a:schemeClr val="dk1"/>
              </a:buClr>
              <a:buSzPts val="4100"/>
              <a:buNone/>
              <a:defRPr>
                <a:solidFill>
                  <a:schemeClr val="dk1"/>
                </a:solidFill>
              </a:defRPr>
            </a:lvl6pPr>
            <a:lvl7pPr lvl="6" rtl="0">
              <a:spcBef>
                <a:spcPts val="0"/>
              </a:spcBef>
              <a:spcAft>
                <a:spcPts val="0"/>
              </a:spcAft>
              <a:buClr>
                <a:schemeClr val="dk1"/>
              </a:buClr>
              <a:buSzPts val="4100"/>
              <a:buNone/>
              <a:defRPr>
                <a:solidFill>
                  <a:schemeClr val="dk1"/>
                </a:solidFill>
              </a:defRPr>
            </a:lvl7pPr>
            <a:lvl8pPr lvl="7" rtl="0">
              <a:spcBef>
                <a:spcPts val="0"/>
              </a:spcBef>
              <a:spcAft>
                <a:spcPts val="0"/>
              </a:spcAft>
              <a:buClr>
                <a:schemeClr val="dk1"/>
              </a:buClr>
              <a:buSzPts val="4100"/>
              <a:buNone/>
              <a:defRPr>
                <a:solidFill>
                  <a:schemeClr val="dk1"/>
                </a:solidFill>
              </a:defRPr>
            </a:lvl8pPr>
            <a:lvl9pPr lvl="8" rtl="0">
              <a:spcBef>
                <a:spcPts val="0"/>
              </a:spcBef>
              <a:spcAft>
                <a:spcPts val="0"/>
              </a:spcAft>
              <a:buClr>
                <a:schemeClr val="dk1"/>
              </a:buClr>
              <a:buSzPts val="4100"/>
              <a:buNone/>
              <a:defRPr>
                <a:solidFill>
                  <a:schemeClr val="dk1"/>
                </a:solidFill>
              </a:defRPr>
            </a:lvl9pPr>
          </a:lstStyle>
          <a:p/>
        </p:txBody>
      </p:sp>
      <p:sp>
        <p:nvSpPr>
          <p:cNvPr id="125" name="Google Shape;125;p22"/>
          <p:cNvSpPr txBox="1"/>
          <p:nvPr>
            <p:ph idx="18" type="subTitle"/>
          </p:nvPr>
        </p:nvSpPr>
        <p:spPr>
          <a:xfrm>
            <a:off x="3342325" y="2215425"/>
            <a:ext cx="2595600" cy="36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600"/>
              <a:buNone/>
              <a:defRPr sz="1600">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1600"/>
              </a:spcBef>
              <a:spcAft>
                <a:spcPts val="0"/>
              </a:spcAft>
              <a:buClr>
                <a:schemeClr val="dk1"/>
              </a:buClr>
              <a:buSzPts val="1400"/>
              <a:buNone/>
              <a:defRPr>
                <a:solidFill>
                  <a:schemeClr val="dk1"/>
                </a:solidFill>
              </a:defRPr>
            </a:lvl3pPr>
            <a:lvl4pPr lvl="3" rtl="0">
              <a:spcBef>
                <a:spcPts val="1600"/>
              </a:spcBef>
              <a:spcAft>
                <a:spcPts val="0"/>
              </a:spcAft>
              <a:buClr>
                <a:schemeClr val="dk1"/>
              </a:buClr>
              <a:buSzPts val="1400"/>
              <a:buNone/>
              <a:defRPr>
                <a:solidFill>
                  <a:schemeClr val="dk1"/>
                </a:solidFill>
              </a:defRPr>
            </a:lvl4pPr>
            <a:lvl5pPr lvl="4" rtl="0">
              <a:spcBef>
                <a:spcPts val="1600"/>
              </a:spcBef>
              <a:spcAft>
                <a:spcPts val="0"/>
              </a:spcAft>
              <a:buClr>
                <a:schemeClr val="dk1"/>
              </a:buClr>
              <a:buSzPts val="1400"/>
              <a:buNone/>
              <a:defRPr>
                <a:solidFill>
                  <a:schemeClr val="dk1"/>
                </a:solidFill>
              </a:defRPr>
            </a:lvl5pPr>
            <a:lvl6pPr lvl="5" rtl="0">
              <a:spcBef>
                <a:spcPts val="1600"/>
              </a:spcBef>
              <a:spcAft>
                <a:spcPts val="0"/>
              </a:spcAft>
              <a:buClr>
                <a:schemeClr val="dk1"/>
              </a:buClr>
              <a:buSzPts val="1400"/>
              <a:buNone/>
              <a:defRPr>
                <a:solidFill>
                  <a:schemeClr val="dk1"/>
                </a:solidFill>
              </a:defRPr>
            </a:lvl6pPr>
            <a:lvl7pPr lvl="6" rtl="0">
              <a:spcBef>
                <a:spcPts val="1600"/>
              </a:spcBef>
              <a:spcAft>
                <a:spcPts val="0"/>
              </a:spcAft>
              <a:buClr>
                <a:schemeClr val="dk1"/>
              </a:buClr>
              <a:buSzPts val="1400"/>
              <a:buNone/>
              <a:defRPr>
                <a:solidFill>
                  <a:schemeClr val="dk1"/>
                </a:solidFill>
              </a:defRPr>
            </a:lvl7pPr>
            <a:lvl8pPr lvl="7" rtl="0">
              <a:spcBef>
                <a:spcPts val="1600"/>
              </a:spcBef>
              <a:spcAft>
                <a:spcPts val="0"/>
              </a:spcAft>
              <a:buClr>
                <a:schemeClr val="dk1"/>
              </a:buClr>
              <a:buSzPts val="1400"/>
              <a:buNone/>
              <a:defRPr>
                <a:solidFill>
                  <a:schemeClr val="dk1"/>
                </a:solidFill>
              </a:defRPr>
            </a:lvl8pPr>
            <a:lvl9pPr lvl="8" rtl="0">
              <a:spcBef>
                <a:spcPts val="1600"/>
              </a:spcBef>
              <a:spcAft>
                <a:spcPts val="1600"/>
              </a:spcAft>
              <a:buClr>
                <a:schemeClr val="dk1"/>
              </a:buClr>
              <a:buSzPts val="1400"/>
              <a:buNone/>
              <a:defRPr>
                <a:solidFill>
                  <a:schemeClr val="dk1"/>
                </a:solidFill>
              </a:defRPr>
            </a:lvl9pPr>
          </a:lstStyle>
          <a:p/>
        </p:txBody>
      </p:sp>
      <p:sp>
        <p:nvSpPr>
          <p:cNvPr id="126" name="Google Shape;126;p22"/>
          <p:cNvSpPr txBox="1"/>
          <p:nvPr>
            <p:ph idx="19" type="subTitle"/>
          </p:nvPr>
        </p:nvSpPr>
        <p:spPr>
          <a:xfrm>
            <a:off x="6063950" y="2215425"/>
            <a:ext cx="2595600" cy="36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600"/>
              <a:buNone/>
              <a:defRPr sz="1600">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1600"/>
              </a:spcBef>
              <a:spcAft>
                <a:spcPts val="0"/>
              </a:spcAft>
              <a:buClr>
                <a:schemeClr val="dk1"/>
              </a:buClr>
              <a:buSzPts val="1400"/>
              <a:buNone/>
              <a:defRPr>
                <a:solidFill>
                  <a:schemeClr val="dk1"/>
                </a:solidFill>
              </a:defRPr>
            </a:lvl3pPr>
            <a:lvl4pPr lvl="3" rtl="0">
              <a:spcBef>
                <a:spcPts val="1600"/>
              </a:spcBef>
              <a:spcAft>
                <a:spcPts val="0"/>
              </a:spcAft>
              <a:buClr>
                <a:schemeClr val="dk1"/>
              </a:buClr>
              <a:buSzPts val="1400"/>
              <a:buNone/>
              <a:defRPr>
                <a:solidFill>
                  <a:schemeClr val="dk1"/>
                </a:solidFill>
              </a:defRPr>
            </a:lvl4pPr>
            <a:lvl5pPr lvl="4" rtl="0">
              <a:spcBef>
                <a:spcPts val="1600"/>
              </a:spcBef>
              <a:spcAft>
                <a:spcPts val="0"/>
              </a:spcAft>
              <a:buClr>
                <a:schemeClr val="dk1"/>
              </a:buClr>
              <a:buSzPts val="1400"/>
              <a:buNone/>
              <a:defRPr>
                <a:solidFill>
                  <a:schemeClr val="dk1"/>
                </a:solidFill>
              </a:defRPr>
            </a:lvl5pPr>
            <a:lvl6pPr lvl="5" rtl="0">
              <a:spcBef>
                <a:spcPts val="1600"/>
              </a:spcBef>
              <a:spcAft>
                <a:spcPts val="0"/>
              </a:spcAft>
              <a:buClr>
                <a:schemeClr val="dk1"/>
              </a:buClr>
              <a:buSzPts val="1400"/>
              <a:buNone/>
              <a:defRPr>
                <a:solidFill>
                  <a:schemeClr val="dk1"/>
                </a:solidFill>
              </a:defRPr>
            </a:lvl6pPr>
            <a:lvl7pPr lvl="6" rtl="0">
              <a:spcBef>
                <a:spcPts val="1600"/>
              </a:spcBef>
              <a:spcAft>
                <a:spcPts val="0"/>
              </a:spcAft>
              <a:buClr>
                <a:schemeClr val="dk1"/>
              </a:buClr>
              <a:buSzPts val="1400"/>
              <a:buNone/>
              <a:defRPr>
                <a:solidFill>
                  <a:schemeClr val="dk1"/>
                </a:solidFill>
              </a:defRPr>
            </a:lvl7pPr>
            <a:lvl8pPr lvl="7" rtl="0">
              <a:spcBef>
                <a:spcPts val="1600"/>
              </a:spcBef>
              <a:spcAft>
                <a:spcPts val="0"/>
              </a:spcAft>
              <a:buClr>
                <a:schemeClr val="dk1"/>
              </a:buClr>
              <a:buSzPts val="1400"/>
              <a:buNone/>
              <a:defRPr>
                <a:solidFill>
                  <a:schemeClr val="dk1"/>
                </a:solidFill>
              </a:defRPr>
            </a:lvl8pPr>
            <a:lvl9pPr lvl="8" rtl="0">
              <a:spcBef>
                <a:spcPts val="1600"/>
              </a:spcBef>
              <a:spcAft>
                <a:spcPts val="1600"/>
              </a:spcAft>
              <a:buClr>
                <a:schemeClr val="dk1"/>
              </a:buClr>
              <a:buSzPts val="1400"/>
              <a:buNone/>
              <a:defRPr>
                <a:solidFill>
                  <a:schemeClr val="dk1"/>
                </a:solidFill>
              </a:defRPr>
            </a:lvl9pPr>
          </a:lstStyle>
          <a:p/>
        </p:txBody>
      </p:sp>
      <p:sp>
        <p:nvSpPr>
          <p:cNvPr id="127" name="Google Shape;127;p22"/>
          <p:cNvSpPr txBox="1"/>
          <p:nvPr>
            <p:ph idx="20" type="subTitle"/>
          </p:nvPr>
        </p:nvSpPr>
        <p:spPr>
          <a:xfrm>
            <a:off x="3342325" y="3794775"/>
            <a:ext cx="2595600" cy="36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600"/>
              <a:buNone/>
              <a:defRPr sz="1600">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1600"/>
              </a:spcBef>
              <a:spcAft>
                <a:spcPts val="0"/>
              </a:spcAft>
              <a:buClr>
                <a:schemeClr val="dk1"/>
              </a:buClr>
              <a:buSzPts val="1400"/>
              <a:buNone/>
              <a:defRPr>
                <a:solidFill>
                  <a:schemeClr val="dk1"/>
                </a:solidFill>
              </a:defRPr>
            </a:lvl3pPr>
            <a:lvl4pPr lvl="3" rtl="0">
              <a:spcBef>
                <a:spcPts val="1600"/>
              </a:spcBef>
              <a:spcAft>
                <a:spcPts val="0"/>
              </a:spcAft>
              <a:buClr>
                <a:schemeClr val="dk1"/>
              </a:buClr>
              <a:buSzPts val="1400"/>
              <a:buNone/>
              <a:defRPr>
                <a:solidFill>
                  <a:schemeClr val="dk1"/>
                </a:solidFill>
              </a:defRPr>
            </a:lvl4pPr>
            <a:lvl5pPr lvl="4" rtl="0">
              <a:spcBef>
                <a:spcPts val="1600"/>
              </a:spcBef>
              <a:spcAft>
                <a:spcPts val="0"/>
              </a:spcAft>
              <a:buClr>
                <a:schemeClr val="dk1"/>
              </a:buClr>
              <a:buSzPts val="1400"/>
              <a:buNone/>
              <a:defRPr>
                <a:solidFill>
                  <a:schemeClr val="dk1"/>
                </a:solidFill>
              </a:defRPr>
            </a:lvl5pPr>
            <a:lvl6pPr lvl="5" rtl="0">
              <a:spcBef>
                <a:spcPts val="1600"/>
              </a:spcBef>
              <a:spcAft>
                <a:spcPts val="0"/>
              </a:spcAft>
              <a:buClr>
                <a:schemeClr val="dk1"/>
              </a:buClr>
              <a:buSzPts val="1400"/>
              <a:buNone/>
              <a:defRPr>
                <a:solidFill>
                  <a:schemeClr val="dk1"/>
                </a:solidFill>
              </a:defRPr>
            </a:lvl6pPr>
            <a:lvl7pPr lvl="6" rtl="0">
              <a:spcBef>
                <a:spcPts val="1600"/>
              </a:spcBef>
              <a:spcAft>
                <a:spcPts val="0"/>
              </a:spcAft>
              <a:buClr>
                <a:schemeClr val="dk1"/>
              </a:buClr>
              <a:buSzPts val="1400"/>
              <a:buNone/>
              <a:defRPr>
                <a:solidFill>
                  <a:schemeClr val="dk1"/>
                </a:solidFill>
              </a:defRPr>
            </a:lvl7pPr>
            <a:lvl8pPr lvl="7" rtl="0">
              <a:spcBef>
                <a:spcPts val="1600"/>
              </a:spcBef>
              <a:spcAft>
                <a:spcPts val="0"/>
              </a:spcAft>
              <a:buClr>
                <a:schemeClr val="dk1"/>
              </a:buClr>
              <a:buSzPts val="1400"/>
              <a:buNone/>
              <a:defRPr>
                <a:solidFill>
                  <a:schemeClr val="dk1"/>
                </a:solidFill>
              </a:defRPr>
            </a:lvl8pPr>
            <a:lvl9pPr lvl="8" rtl="0">
              <a:spcBef>
                <a:spcPts val="1600"/>
              </a:spcBef>
              <a:spcAft>
                <a:spcPts val="1600"/>
              </a:spcAft>
              <a:buClr>
                <a:schemeClr val="dk1"/>
              </a:buClr>
              <a:buSzPts val="1400"/>
              <a:buNone/>
              <a:defRPr>
                <a:solidFill>
                  <a:schemeClr val="dk1"/>
                </a:solidFill>
              </a:defRPr>
            </a:lvl9pPr>
          </a:lstStyle>
          <a:p/>
        </p:txBody>
      </p:sp>
      <p:sp>
        <p:nvSpPr>
          <p:cNvPr id="128" name="Google Shape;128;p22"/>
          <p:cNvSpPr txBox="1"/>
          <p:nvPr>
            <p:ph idx="21" type="subTitle"/>
          </p:nvPr>
        </p:nvSpPr>
        <p:spPr>
          <a:xfrm>
            <a:off x="6063950" y="3794775"/>
            <a:ext cx="2595600" cy="36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600"/>
              <a:buNone/>
              <a:defRPr sz="1600">
                <a:solidFill>
                  <a:schemeClr val="dk1"/>
                </a:solidFill>
              </a:defRPr>
            </a:lvl1pPr>
            <a:lvl2pPr lvl="1" rtl="0">
              <a:spcBef>
                <a:spcPts val="0"/>
              </a:spcBef>
              <a:spcAft>
                <a:spcPts val="0"/>
              </a:spcAft>
              <a:buClr>
                <a:schemeClr val="dk1"/>
              </a:buClr>
              <a:buSzPts val="1400"/>
              <a:buNone/>
              <a:defRPr>
                <a:solidFill>
                  <a:schemeClr val="dk1"/>
                </a:solidFill>
              </a:defRPr>
            </a:lvl2pPr>
            <a:lvl3pPr lvl="2" rtl="0">
              <a:spcBef>
                <a:spcPts val="1600"/>
              </a:spcBef>
              <a:spcAft>
                <a:spcPts val="0"/>
              </a:spcAft>
              <a:buClr>
                <a:schemeClr val="dk1"/>
              </a:buClr>
              <a:buSzPts val="1400"/>
              <a:buNone/>
              <a:defRPr>
                <a:solidFill>
                  <a:schemeClr val="dk1"/>
                </a:solidFill>
              </a:defRPr>
            </a:lvl3pPr>
            <a:lvl4pPr lvl="3" rtl="0">
              <a:spcBef>
                <a:spcPts val="1600"/>
              </a:spcBef>
              <a:spcAft>
                <a:spcPts val="0"/>
              </a:spcAft>
              <a:buClr>
                <a:schemeClr val="dk1"/>
              </a:buClr>
              <a:buSzPts val="1400"/>
              <a:buNone/>
              <a:defRPr>
                <a:solidFill>
                  <a:schemeClr val="dk1"/>
                </a:solidFill>
              </a:defRPr>
            </a:lvl4pPr>
            <a:lvl5pPr lvl="4" rtl="0">
              <a:spcBef>
                <a:spcPts val="1600"/>
              </a:spcBef>
              <a:spcAft>
                <a:spcPts val="0"/>
              </a:spcAft>
              <a:buClr>
                <a:schemeClr val="dk1"/>
              </a:buClr>
              <a:buSzPts val="1400"/>
              <a:buNone/>
              <a:defRPr>
                <a:solidFill>
                  <a:schemeClr val="dk1"/>
                </a:solidFill>
              </a:defRPr>
            </a:lvl5pPr>
            <a:lvl6pPr lvl="5" rtl="0">
              <a:spcBef>
                <a:spcPts val="1600"/>
              </a:spcBef>
              <a:spcAft>
                <a:spcPts val="0"/>
              </a:spcAft>
              <a:buClr>
                <a:schemeClr val="dk1"/>
              </a:buClr>
              <a:buSzPts val="1400"/>
              <a:buNone/>
              <a:defRPr>
                <a:solidFill>
                  <a:schemeClr val="dk1"/>
                </a:solidFill>
              </a:defRPr>
            </a:lvl6pPr>
            <a:lvl7pPr lvl="6" rtl="0">
              <a:spcBef>
                <a:spcPts val="1600"/>
              </a:spcBef>
              <a:spcAft>
                <a:spcPts val="0"/>
              </a:spcAft>
              <a:buClr>
                <a:schemeClr val="dk1"/>
              </a:buClr>
              <a:buSzPts val="1400"/>
              <a:buNone/>
              <a:defRPr>
                <a:solidFill>
                  <a:schemeClr val="dk1"/>
                </a:solidFill>
              </a:defRPr>
            </a:lvl7pPr>
            <a:lvl8pPr lvl="7" rtl="0">
              <a:spcBef>
                <a:spcPts val="1600"/>
              </a:spcBef>
              <a:spcAft>
                <a:spcPts val="0"/>
              </a:spcAft>
              <a:buClr>
                <a:schemeClr val="dk1"/>
              </a:buClr>
              <a:buSzPts val="1400"/>
              <a:buNone/>
              <a:defRPr>
                <a:solidFill>
                  <a:schemeClr val="dk1"/>
                </a:solidFill>
              </a:defRPr>
            </a:lvl8pPr>
            <a:lvl9pPr lvl="8" rtl="0">
              <a:spcBef>
                <a:spcPts val="1600"/>
              </a:spcBef>
              <a:spcAft>
                <a:spcPts val="1600"/>
              </a:spcAft>
              <a:buClr>
                <a:schemeClr val="dk1"/>
              </a:buClr>
              <a:buSzPts val="1400"/>
              <a:buNone/>
              <a:defRPr>
                <a:solidFill>
                  <a:schemeClr val="dk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2">
    <p:spTree>
      <p:nvGrpSpPr>
        <p:cNvPr id="129" name="Shape 129"/>
        <p:cNvGrpSpPr/>
        <p:nvPr/>
      </p:nvGrpSpPr>
      <p:grpSpPr>
        <a:xfrm>
          <a:off x="0" y="0"/>
          <a:ext cx="0" cy="0"/>
          <a:chOff x="0" y="0"/>
          <a:chExt cx="0" cy="0"/>
        </a:xfrm>
      </p:grpSpPr>
      <p:sp>
        <p:nvSpPr>
          <p:cNvPr id="130" name="Google Shape;130;p23"/>
          <p:cNvSpPr/>
          <p:nvPr/>
        </p:nvSpPr>
        <p:spPr>
          <a:xfrm flipH="1" rot="10800000">
            <a:off x="0" y="0"/>
            <a:ext cx="2190300" cy="12537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3"/>
          <p:cNvSpPr txBox="1"/>
          <p:nvPr>
            <p:ph type="title"/>
          </p:nvPr>
        </p:nvSpPr>
        <p:spPr>
          <a:xfrm>
            <a:off x="540000" y="491400"/>
            <a:ext cx="8100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4100"/>
              <a:buNone/>
              <a:defRPr/>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p:txBody>
      </p:sp>
      <p:sp>
        <p:nvSpPr>
          <p:cNvPr id="132" name="Google Shape;132;p23"/>
          <p:cNvSpPr txBox="1"/>
          <p:nvPr>
            <p:ph idx="1" type="subTitle"/>
          </p:nvPr>
        </p:nvSpPr>
        <p:spPr>
          <a:xfrm>
            <a:off x="821150" y="3850150"/>
            <a:ext cx="19707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33" name="Google Shape;133;p23"/>
          <p:cNvSpPr txBox="1"/>
          <p:nvPr>
            <p:ph idx="2" type="subTitle"/>
          </p:nvPr>
        </p:nvSpPr>
        <p:spPr>
          <a:xfrm>
            <a:off x="6719376" y="3850150"/>
            <a:ext cx="19707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34" name="Google Shape;134;p23"/>
          <p:cNvSpPr txBox="1"/>
          <p:nvPr>
            <p:ph idx="3" type="subTitle"/>
          </p:nvPr>
        </p:nvSpPr>
        <p:spPr>
          <a:xfrm>
            <a:off x="6719376" y="2161650"/>
            <a:ext cx="19707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35" name="Google Shape;135;p23"/>
          <p:cNvSpPr txBox="1"/>
          <p:nvPr>
            <p:ph idx="4" type="subTitle"/>
          </p:nvPr>
        </p:nvSpPr>
        <p:spPr>
          <a:xfrm>
            <a:off x="821150" y="2161650"/>
            <a:ext cx="19707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36" name="Google Shape;136;p23"/>
          <p:cNvSpPr txBox="1"/>
          <p:nvPr>
            <p:ph idx="5" type="subTitle"/>
          </p:nvPr>
        </p:nvSpPr>
        <p:spPr>
          <a:xfrm>
            <a:off x="821138" y="1826925"/>
            <a:ext cx="1603500" cy="306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600"/>
              <a:buFont typeface="Be Vietnam"/>
              <a:buNone/>
              <a:defRPr sz="2200">
                <a:solidFill>
                  <a:schemeClr val="dk1"/>
                </a:solidFill>
                <a:latin typeface="Be Vietnam"/>
                <a:ea typeface="Be Vietnam"/>
                <a:cs typeface="Be Vietnam"/>
                <a:sym typeface="Be Vietnam"/>
              </a:defRPr>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p:txBody>
      </p:sp>
      <p:sp>
        <p:nvSpPr>
          <p:cNvPr id="137" name="Google Shape;137;p23"/>
          <p:cNvSpPr txBox="1"/>
          <p:nvPr>
            <p:ph idx="6" type="subTitle"/>
          </p:nvPr>
        </p:nvSpPr>
        <p:spPr>
          <a:xfrm>
            <a:off x="821138" y="3520300"/>
            <a:ext cx="1603500" cy="306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600"/>
              <a:buFont typeface="Be Vietnam"/>
              <a:buNone/>
              <a:defRPr sz="2200">
                <a:solidFill>
                  <a:schemeClr val="dk1"/>
                </a:solidFill>
                <a:latin typeface="Be Vietnam"/>
                <a:ea typeface="Be Vietnam"/>
                <a:cs typeface="Be Vietnam"/>
                <a:sym typeface="Be Vietnam"/>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38" name="Google Shape;138;p23"/>
          <p:cNvSpPr txBox="1"/>
          <p:nvPr>
            <p:ph idx="7" type="subTitle"/>
          </p:nvPr>
        </p:nvSpPr>
        <p:spPr>
          <a:xfrm>
            <a:off x="6719363" y="3520300"/>
            <a:ext cx="1603500" cy="306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600"/>
              <a:buFont typeface="Be Vietnam"/>
              <a:buNone/>
              <a:defRPr sz="2200">
                <a:solidFill>
                  <a:schemeClr val="dk1"/>
                </a:solidFill>
                <a:latin typeface="Be Vietnam"/>
                <a:ea typeface="Be Vietnam"/>
                <a:cs typeface="Be Vietnam"/>
                <a:sym typeface="Be Vietnam"/>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39" name="Google Shape;139;p23"/>
          <p:cNvSpPr txBox="1"/>
          <p:nvPr>
            <p:ph idx="8" type="subTitle"/>
          </p:nvPr>
        </p:nvSpPr>
        <p:spPr>
          <a:xfrm>
            <a:off x="6719363" y="1826925"/>
            <a:ext cx="1603500" cy="306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600"/>
              <a:buFont typeface="Be Vietnam"/>
              <a:buNone/>
              <a:defRPr sz="2200">
                <a:solidFill>
                  <a:schemeClr val="dk1"/>
                </a:solidFill>
                <a:latin typeface="Be Vietnam"/>
                <a:ea typeface="Be Vietnam"/>
                <a:cs typeface="Be Vietnam"/>
                <a:sym typeface="Be Vietnam"/>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9">
    <p:spTree>
      <p:nvGrpSpPr>
        <p:cNvPr id="140" name="Shape 140"/>
        <p:cNvGrpSpPr/>
        <p:nvPr/>
      </p:nvGrpSpPr>
      <p:grpSpPr>
        <a:xfrm>
          <a:off x="0" y="0"/>
          <a:ext cx="0" cy="0"/>
          <a:chOff x="0" y="0"/>
          <a:chExt cx="0" cy="0"/>
        </a:xfrm>
      </p:grpSpPr>
      <p:sp>
        <p:nvSpPr>
          <p:cNvPr id="141" name="Google Shape;141;p24"/>
          <p:cNvSpPr/>
          <p:nvPr/>
        </p:nvSpPr>
        <p:spPr>
          <a:xfrm rot="-5400545">
            <a:off x="-414952" y="1101875"/>
            <a:ext cx="15125400" cy="4392600"/>
          </a:xfrm>
          <a:prstGeom prst="triangle">
            <a:avLst>
              <a:gd fmla="val 75868"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4"/>
          <p:cNvSpPr/>
          <p:nvPr/>
        </p:nvSpPr>
        <p:spPr>
          <a:xfrm flipH="1" rot="5400501">
            <a:off x="-2566725" y="1315675"/>
            <a:ext cx="8231700" cy="3098100"/>
          </a:xfrm>
          <a:prstGeom prst="triangle">
            <a:avLst>
              <a:gd fmla="val 3337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4"/>
          <p:cNvSpPr/>
          <p:nvPr/>
        </p:nvSpPr>
        <p:spPr>
          <a:xfrm flipH="1">
            <a:off x="1529425" y="1821047"/>
            <a:ext cx="568200" cy="303900"/>
          </a:xfrm>
          <a:prstGeom prst="triangle">
            <a:avLst>
              <a:gd fmla="val 79071"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4"/>
          <p:cNvSpPr/>
          <p:nvPr/>
        </p:nvSpPr>
        <p:spPr>
          <a:xfrm flipH="1" rot="1735613">
            <a:off x="2922573" y="374063"/>
            <a:ext cx="862737" cy="359862"/>
          </a:xfrm>
          <a:prstGeom prst="triangle">
            <a:avLst>
              <a:gd fmla="val 4077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4"/>
          <p:cNvSpPr/>
          <p:nvPr/>
        </p:nvSpPr>
        <p:spPr>
          <a:xfrm flipH="1">
            <a:off x="6486290" y="455813"/>
            <a:ext cx="862800" cy="360000"/>
          </a:xfrm>
          <a:prstGeom prst="triangle">
            <a:avLst>
              <a:gd fmla="val 79071"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4"/>
          <p:cNvSpPr/>
          <p:nvPr/>
        </p:nvSpPr>
        <p:spPr>
          <a:xfrm flipH="1" rot="-2872435">
            <a:off x="6482459" y="4144893"/>
            <a:ext cx="579637" cy="241921"/>
          </a:xfrm>
          <a:prstGeom prst="triangle">
            <a:avLst>
              <a:gd fmla="val 4077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4"/>
          <p:cNvSpPr/>
          <p:nvPr/>
        </p:nvSpPr>
        <p:spPr>
          <a:xfrm flipH="1" rot="10423910">
            <a:off x="4282111" y="3798039"/>
            <a:ext cx="579766" cy="242044"/>
          </a:xfrm>
          <a:prstGeom prst="triangle">
            <a:avLst>
              <a:gd fmla="val 4077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4"/>
          <p:cNvSpPr/>
          <p:nvPr/>
        </p:nvSpPr>
        <p:spPr>
          <a:xfrm rot="9168373">
            <a:off x="8331016" y="3196130"/>
            <a:ext cx="489058" cy="204076"/>
          </a:xfrm>
          <a:prstGeom prst="triangle">
            <a:avLst>
              <a:gd fmla="val 48896"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4"/>
          <p:cNvSpPr/>
          <p:nvPr/>
        </p:nvSpPr>
        <p:spPr>
          <a:xfrm flipH="1" rot="10800000">
            <a:off x="1418050" y="4633849"/>
            <a:ext cx="321600" cy="171900"/>
          </a:xfrm>
          <a:prstGeom prst="triangle">
            <a:avLst>
              <a:gd fmla="val 44091"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4"/>
          <p:cNvSpPr txBox="1"/>
          <p:nvPr>
            <p:ph type="title"/>
          </p:nvPr>
        </p:nvSpPr>
        <p:spPr>
          <a:xfrm>
            <a:off x="3264900" y="1730575"/>
            <a:ext cx="2478900" cy="572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4100"/>
              <a:buNone/>
              <a:defRPr sz="3600"/>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p:txBody>
      </p:sp>
      <p:sp>
        <p:nvSpPr>
          <p:cNvPr id="151" name="Google Shape;151;p24"/>
          <p:cNvSpPr txBox="1"/>
          <p:nvPr>
            <p:ph idx="1" type="subTitle"/>
          </p:nvPr>
        </p:nvSpPr>
        <p:spPr>
          <a:xfrm>
            <a:off x="616200" y="3310875"/>
            <a:ext cx="2051700" cy="79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gn="ctr">
              <a:spcBef>
                <a:spcPts val="0"/>
              </a:spcBef>
              <a:spcAft>
                <a:spcPts val="0"/>
              </a:spcAft>
              <a:buSzPts val="1600"/>
              <a:buNone/>
              <a:defRPr sz="1600"/>
            </a:lvl2pPr>
            <a:lvl3pPr lvl="2" rtl="0" algn="ctr">
              <a:spcBef>
                <a:spcPts val="0"/>
              </a:spcBef>
              <a:spcAft>
                <a:spcPts val="0"/>
              </a:spcAft>
              <a:buSzPts val="1600"/>
              <a:buNone/>
              <a:defRPr sz="1600"/>
            </a:lvl3pPr>
            <a:lvl4pPr lvl="3" rtl="0" algn="ctr">
              <a:spcBef>
                <a:spcPts val="0"/>
              </a:spcBef>
              <a:spcAft>
                <a:spcPts val="0"/>
              </a:spcAft>
              <a:buSzPts val="1600"/>
              <a:buNone/>
              <a:defRPr sz="1600"/>
            </a:lvl4pPr>
            <a:lvl5pPr lvl="4" rtl="0" algn="ctr">
              <a:spcBef>
                <a:spcPts val="0"/>
              </a:spcBef>
              <a:spcAft>
                <a:spcPts val="0"/>
              </a:spcAft>
              <a:buSzPts val="1600"/>
              <a:buNone/>
              <a:defRPr sz="1600"/>
            </a:lvl5pPr>
            <a:lvl6pPr lvl="5" rtl="0" algn="ctr">
              <a:spcBef>
                <a:spcPts val="0"/>
              </a:spcBef>
              <a:spcAft>
                <a:spcPts val="0"/>
              </a:spcAft>
              <a:buSzPts val="1600"/>
              <a:buNone/>
              <a:defRPr sz="1600"/>
            </a:lvl6pPr>
            <a:lvl7pPr lvl="6" rtl="0" algn="ctr">
              <a:spcBef>
                <a:spcPts val="0"/>
              </a:spcBef>
              <a:spcAft>
                <a:spcPts val="0"/>
              </a:spcAft>
              <a:buSzPts val="1600"/>
              <a:buNone/>
              <a:defRPr sz="1600"/>
            </a:lvl7pPr>
            <a:lvl8pPr lvl="7" rtl="0" algn="ctr">
              <a:spcBef>
                <a:spcPts val="0"/>
              </a:spcBef>
              <a:spcAft>
                <a:spcPts val="0"/>
              </a:spcAft>
              <a:buSzPts val="1600"/>
              <a:buNone/>
              <a:defRPr sz="1600"/>
            </a:lvl8pPr>
            <a:lvl9pPr lvl="8" rtl="0" algn="ctr">
              <a:spcBef>
                <a:spcPts val="0"/>
              </a:spcBef>
              <a:spcAft>
                <a:spcPts val="0"/>
              </a:spcAft>
              <a:buSzPts val="1600"/>
              <a:buNone/>
              <a:defRPr sz="1600"/>
            </a:lvl9pPr>
          </a:lstStyle>
          <a:p/>
        </p:txBody>
      </p:sp>
      <p:sp>
        <p:nvSpPr>
          <p:cNvPr id="152" name="Google Shape;152;p24"/>
          <p:cNvSpPr txBox="1"/>
          <p:nvPr>
            <p:ph idx="2" type="subTitle"/>
          </p:nvPr>
        </p:nvSpPr>
        <p:spPr>
          <a:xfrm>
            <a:off x="3264900" y="2349588"/>
            <a:ext cx="2051700" cy="79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gn="ctr">
              <a:spcBef>
                <a:spcPts val="0"/>
              </a:spcBef>
              <a:spcAft>
                <a:spcPts val="0"/>
              </a:spcAft>
              <a:buSzPts val="1600"/>
              <a:buNone/>
              <a:defRPr sz="1600"/>
            </a:lvl2pPr>
            <a:lvl3pPr lvl="2" rtl="0" algn="ctr">
              <a:spcBef>
                <a:spcPts val="0"/>
              </a:spcBef>
              <a:spcAft>
                <a:spcPts val="0"/>
              </a:spcAft>
              <a:buSzPts val="1600"/>
              <a:buNone/>
              <a:defRPr sz="1600"/>
            </a:lvl3pPr>
            <a:lvl4pPr lvl="3" rtl="0" algn="ctr">
              <a:spcBef>
                <a:spcPts val="0"/>
              </a:spcBef>
              <a:spcAft>
                <a:spcPts val="0"/>
              </a:spcAft>
              <a:buSzPts val="1600"/>
              <a:buNone/>
              <a:defRPr sz="1600"/>
            </a:lvl4pPr>
            <a:lvl5pPr lvl="4" rtl="0" algn="ctr">
              <a:spcBef>
                <a:spcPts val="0"/>
              </a:spcBef>
              <a:spcAft>
                <a:spcPts val="0"/>
              </a:spcAft>
              <a:buSzPts val="1600"/>
              <a:buNone/>
              <a:defRPr sz="1600"/>
            </a:lvl5pPr>
            <a:lvl6pPr lvl="5" rtl="0" algn="ctr">
              <a:spcBef>
                <a:spcPts val="0"/>
              </a:spcBef>
              <a:spcAft>
                <a:spcPts val="0"/>
              </a:spcAft>
              <a:buSzPts val="1600"/>
              <a:buNone/>
              <a:defRPr sz="1600"/>
            </a:lvl6pPr>
            <a:lvl7pPr lvl="6" rtl="0" algn="ctr">
              <a:spcBef>
                <a:spcPts val="0"/>
              </a:spcBef>
              <a:spcAft>
                <a:spcPts val="0"/>
              </a:spcAft>
              <a:buSzPts val="1600"/>
              <a:buNone/>
              <a:defRPr sz="1600"/>
            </a:lvl7pPr>
            <a:lvl8pPr lvl="7" rtl="0" algn="ctr">
              <a:spcBef>
                <a:spcPts val="0"/>
              </a:spcBef>
              <a:spcAft>
                <a:spcPts val="0"/>
              </a:spcAft>
              <a:buSzPts val="1600"/>
              <a:buNone/>
              <a:defRPr sz="1600"/>
            </a:lvl8pPr>
            <a:lvl9pPr lvl="8" rtl="0" algn="ctr">
              <a:spcBef>
                <a:spcPts val="0"/>
              </a:spcBef>
              <a:spcAft>
                <a:spcPts val="0"/>
              </a:spcAft>
              <a:buSzPts val="1600"/>
              <a:buNone/>
              <a:defRPr sz="1600"/>
            </a:lvl9pPr>
          </a:lstStyle>
          <a:p/>
        </p:txBody>
      </p:sp>
      <p:sp>
        <p:nvSpPr>
          <p:cNvPr id="153" name="Google Shape;153;p24"/>
          <p:cNvSpPr txBox="1"/>
          <p:nvPr>
            <p:ph idx="3" type="subTitle"/>
          </p:nvPr>
        </p:nvSpPr>
        <p:spPr>
          <a:xfrm>
            <a:off x="6257690" y="1433325"/>
            <a:ext cx="2051700" cy="79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gn="ctr">
              <a:spcBef>
                <a:spcPts val="0"/>
              </a:spcBef>
              <a:spcAft>
                <a:spcPts val="0"/>
              </a:spcAft>
              <a:buSzPts val="1600"/>
              <a:buNone/>
              <a:defRPr sz="1600"/>
            </a:lvl2pPr>
            <a:lvl3pPr lvl="2" rtl="0" algn="ctr">
              <a:spcBef>
                <a:spcPts val="0"/>
              </a:spcBef>
              <a:spcAft>
                <a:spcPts val="0"/>
              </a:spcAft>
              <a:buSzPts val="1600"/>
              <a:buNone/>
              <a:defRPr sz="1600"/>
            </a:lvl3pPr>
            <a:lvl4pPr lvl="3" rtl="0" algn="ctr">
              <a:spcBef>
                <a:spcPts val="0"/>
              </a:spcBef>
              <a:spcAft>
                <a:spcPts val="0"/>
              </a:spcAft>
              <a:buSzPts val="1600"/>
              <a:buNone/>
              <a:defRPr sz="1600"/>
            </a:lvl4pPr>
            <a:lvl5pPr lvl="4" rtl="0" algn="ctr">
              <a:spcBef>
                <a:spcPts val="0"/>
              </a:spcBef>
              <a:spcAft>
                <a:spcPts val="0"/>
              </a:spcAft>
              <a:buSzPts val="1600"/>
              <a:buNone/>
              <a:defRPr sz="1600"/>
            </a:lvl5pPr>
            <a:lvl6pPr lvl="5" rtl="0" algn="ctr">
              <a:spcBef>
                <a:spcPts val="0"/>
              </a:spcBef>
              <a:spcAft>
                <a:spcPts val="0"/>
              </a:spcAft>
              <a:buSzPts val="1600"/>
              <a:buNone/>
              <a:defRPr sz="1600"/>
            </a:lvl6pPr>
            <a:lvl7pPr lvl="6" rtl="0" algn="ctr">
              <a:spcBef>
                <a:spcPts val="0"/>
              </a:spcBef>
              <a:spcAft>
                <a:spcPts val="0"/>
              </a:spcAft>
              <a:buSzPts val="1600"/>
              <a:buNone/>
              <a:defRPr sz="1600"/>
            </a:lvl7pPr>
            <a:lvl8pPr lvl="7" rtl="0" algn="ctr">
              <a:spcBef>
                <a:spcPts val="0"/>
              </a:spcBef>
              <a:spcAft>
                <a:spcPts val="0"/>
              </a:spcAft>
              <a:buSzPts val="1600"/>
              <a:buNone/>
              <a:defRPr sz="1600"/>
            </a:lvl8pPr>
            <a:lvl9pPr lvl="8" rtl="0" algn="ctr">
              <a:spcBef>
                <a:spcPts val="0"/>
              </a:spcBef>
              <a:spcAft>
                <a:spcPts val="0"/>
              </a:spcAft>
              <a:buSzPts val="1600"/>
              <a:buNone/>
              <a:defRPr sz="1600"/>
            </a:lvl9pPr>
          </a:lstStyle>
          <a:p/>
        </p:txBody>
      </p:sp>
      <p:sp>
        <p:nvSpPr>
          <p:cNvPr id="154" name="Google Shape;154;p24"/>
          <p:cNvSpPr txBox="1"/>
          <p:nvPr>
            <p:ph idx="4" type="title"/>
          </p:nvPr>
        </p:nvSpPr>
        <p:spPr>
          <a:xfrm>
            <a:off x="6257700" y="815825"/>
            <a:ext cx="2478900" cy="572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4100"/>
              <a:buNone/>
              <a:defRPr sz="3600"/>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p:txBody>
      </p:sp>
      <p:sp>
        <p:nvSpPr>
          <p:cNvPr id="155" name="Google Shape;155;p24"/>
          <p:cNvSpPr txBox="1"/>
          <p:nvPr>
            <p:ph idx="5" type="title"/>
          </p:nvPr>
        </p:nvSpPr>
        <p:spPr>
          <a:xfrm>
            <a:off x="616200" y="2695775"/>
            <a:ext cx="2478900" cy="572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4100"/>
              <a:buNone/>
              <a:defRPr sz="3600"/>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1">
  <p:cSld name="CUSTOM_16">
    <p:spTree>
      <p:nvGrpSpPr>
        <p:cNvPr id="156" name="Shape 156"/>
        <p:cNvGrpSpPr/>
        <p:nvPr/>
      </p:nvGrpSpPr>
      <p:grpSpPr>
        <a:xfrm>
          <a:off x="0" y="0"/>
          <a:ext cx="0" cy="0"/>
          <a:chOff x="0" y="0"/>
          <a:chExt cx="0" cy="0"/>
        </a:xfrm>
      </p:grpSpPr>
      <p:sp>
        <p:nvSpPr>
          <p:cNvPr id="157" name="Google Shape;157;p25"/>
          <p:cNvSpPr txBox="1"/>
          <p:nvPr>
            <p:ph type="title"/>
          </p:nvPr>
        </p:nvSpPr>
        <p:spPr>
          <a:xfrm>
            <a:off x="4554000" y="491400"/>
            <a:ext cx="3965700" cy="2573100"/>
          </a:xfrm>
          <a:prstGeom prst="rect">
            <a:avLst/>
          </a:prstGeom>
        </p:spPr>
        <p:txBody>
          <a:bodyPr anchorCtr="0" anchor="t" bIns="91425" lIns="91425" spcFirstLastPara="1" rIns="91425" wrap="square" tIns="91425">
            <a:noAutofit/>
          </a:bodyPr>
          <a:lstStyle>
            <a:lvl1pPr lvl="0" rtl="0" algn="r">
              <a:spcBef>
                <a:spcPts val="0"/>
              </a:spcBef>
              <a:spcAft>
                <a:spcPts val="0"/>
              </a:spcAft>
              <a:buSzPts val="4100"/>
              <a:buNone/>
              <a:defRPr/>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p:txBody>
      </p:sp>
      <p:sp>
        <p:nvSpPr>
          <p:cNvPr id="158" name="Google Shape;158;p25"/>
          <p:cNvSpPr txBox="1"/>
          <p:nvPr>
            <p:ph idx="1" type="subTitle"/>
          </p:nvPr>
        </p:nvSpPr>
        <p:spPr>
          <a:xfrm>
            <a:off x="4946704" y="3425100"/>
            <a:ext cx="3573000" cy="9849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600"/>
              <a:buNone/>
              <a:defRPr sz="1600"/>
            </a:lvl1pPr>
            <a:lvl2pPr lvl="1" rtl="0" algn="ctr">
              <a:spcBef>
                <a:spcPts val="0"/>
              </a:spcBef>
              <a:spcAft>
                <a:spcPts val="0"/>
              </a:spcAft>
              <a:buSzPts val="1600"/>
              <a:buNone/>
              <a:defRPr sz="1600"/>
            </a:lvl2pPr>
            <a:lvl3pPr lvl="2" rtl="0" algn="ctr">
              <a:spcBef>
                <a:spcPts val="1600"/>
              </a:spcBef>
              <a:spcAft>
                <a:spcPts val="0"/>
              </a:spcAft>
              <a:buSzPts val="1600"/>
              <a:buNone/>
              <a:defRPr sz="1600"/>
            </a:lvl3pPr>
            <a:lvl4pPr lvl="3" rtl="0" algn="ctr">
              <a:spcBef>
                <a:spcPts val="1600"/>
              </a:spcBef>
              <a:spcAft>
                <a:spcPts val="0"/>
              </a:spcAft>
              <a:buSzPts val="1600"/>
              <a:buNone/>
              <a:defRPr sz="1600"/>
            </a:lvl4pPr>
            <a:lvl5pPr lvl="4" rtl="0" algn="ctr">
              <a:spcBef>
                <a:spcPts val="1600"/>
              </a:spcBef>
              <a:spcAft>
                <a:spcPts val="0"/>
              </a:spcAft>
              <a:buSzPts val="1600"/>
              <a:buNone/>
              <a:defRPr sz="1600"/>
            </a:lvl5pPr>
            <a:lvl6pPr lvl="5" rtl="0" algn="ctr">
              <a:spcBef>
                <a:spcPts val="1600"/>
              </a:spcBef>
              <a:spcAft>
                <a:spcPts val="0"/>
              </a:spcAft>
              <a:buSzPts val="1600"/>
              <a:buNone/>
              <a:defRPr sz="1600"/>
            </a:lvl6pPr>
            <a:lvl7pPr lvl="6" rtl="0" algn="ctr">
              <a:spcBef>
                <a:spcPts val="1600"/>
              </a:spcBef>
              <a:spcAft>
                <a:spcPts val="0"/>
              </a:spcAft>
              <a:buSzPts val="1600"/>
              <a:buNone/>
              <a:defRPr sz="1600"/>
            </a:lvl7pPr>
            <a:lvl8pPr lvl="7" rtl="0" algn="ctr">
              <a:spcBef>
                <a:spcPts val="1600"/>
              </a:spcBef>
              <a:spcAft>
                <a:spcPts val="0"/>
              </a:spcAft>
              <a:buSzPts val="1600"/>
              <a:buNone/>
              <a:defRPr sz="1600"/>
            </a:lvl8pPr>
            <a:lvl9pPr lvl="8" rtl="0" algn="ctr">
              <a:spcBef>
                <a:spcPts val="1600"/>
              </a:spcBef>
              <a:spcAft>
                <a:spcPts val="1600"/>
              </a:spcAft>
              <a:buSzPts val="1600"/>
              <a:buNone/>
              <a:defRPr sz="16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Six Column 3">
  <p:cSld name="CUSTOM_11">
    <p:spTree>
      <p:nvGrpSpPr>
        <p:cNvPr id="159" name="Shape 159"/>
        <p:cNvGrpSpPr/>
        <p:nvPr/>
      </p:nvGrpSpPr>
      <p:grpSpPr>
        <a:xfrm>
          <a:off x="0" y="0"/>
          <a:ext cx="0" cy="0"/>
          <a:chOff x="0" y="0"/>
          <a:chExt cx="0" cy="0"/>
        </a:xfrm>
      </p:grpSpPr>
      <p:sp>
        <p:nvSpPr>
          <p:cNvPr id="160" name="Google Shape;160;p26"/>
          <p:cNvSpPr/>
          <p:nvPr/>
        </p:nvSpPr>
        <p:spPr>
          <a:xfrm flipH="1" rot="10800000">
            <a:off x="0" y="0"/>
            <a:ext cx="2190300" cy="12537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6"/>
          <p:cNvSpPr/>
          <p:nvPr/>
        </p:nvSpPr>
        <p:spPr>
          <a:xfrm flipH="1" rot="-5400000">
            <a:off x="6596700" y="1293600"/>
            <a:ext cx="3840900" cy="12537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6"/>
          <p:cNvSpPr txBox="1"/>
          <p:nvPr>
            <p:ph idx="1" type="subTitle"/>
          </p:nvPr>
        </p:nvSpPr>
        <p:spPr>
          <a:xfrm>
            <a:off x="2262975" y="1477125"/>
            <a:ext cx="4590600" cy="102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63" name="Google Shape;163;p26"/>
          <p:cNvSpPr txBox="1"/>
          <p:nvPr>
            <p:ph type="title"/>
          </p:nvPr>
        </p:nvSpPr>
        <p:spPr>
          <a:xfrm>
            <a:off x="540000" y="491400"/>
            <a:ext cx="8100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4100"/>
              <a:buNone/>
              <a:defRPr/>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p:txBody>
      </p:sp>
      <p:sp>
        <p:nvSpPr>
          <p:cNvPr id="164" name="Google Shape;164;p26"/>
          <p:cNvSpPr txBox="1"/>
          <p:nvPr>
            <p:ph idx="2" type="subTitle"/>
          </p:nvPr>
        </p:nvSpPr>
        <p:spPr>
          <a:xfrm>
            <a:off x="1301249" y="3125975"/>
            <a:ext cx="1573500" cy="381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2200">
                <a:solidFill>
                  <a:schemeClr val="dk1"/>
                </a:solidFill>
                <a:latin typeface="Be Vietnam"/>
                <a:ea typeface="Be Vietnam"/>
                <a:cs typeface="Be Vietnam"/>
                <a:sym typeface="Be Vietnam"/>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65" name="Google Shape;165;p26"/>
          <p:cNvSpPr txBox="1"/>
          <p:nvPr>
            <p:ph idx="3" type="subTitle"/>
          </p:nvPr>
        </p:nvSpPr>
        <p:spPr>
          <a:xfrm>
            <a:off x="4125473" y="3125975"/>
            <a:ext cx="1573500" cy="381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2200">
                <a:solidFill>
                  <a:schemeClr val="dk1"/>
                </a:solidFill>
                <a:latin typeface="Be Vietnam"/>
                <a:ea typeface="Be Vietnam"/>
                <a:cs typeface="Be Vietnam"/>
                <a:sym typeface="Be Vietnam"/>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66" name="Google Shape;166;p26"/>
          <p:cNvSpPr txBox="1"/>
          <p:nvPr>
            <p:ph idx="4" type="subTitle"/>
          </p:nvPr>
        </p:nvSpPr>
        <p:spPr>
          <a:xfrm>
            <a:off x="6838451" y="3125975"/>
            <a:ext cx="1573500" cy="381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2200">
                <a:solidFill>
                  <a:schemeClr val="dk1"/>
                </a:solidFill>
                <a:latin typeface="Be Vietnam"/>
                <a:ea typeface="Be Vietnam"/>
                <a:cs typeface="Be Vietnam"/>
                <a:sym typeface="Be Vietnam"/>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67" name="Google Shape;167;p26"/>
          <p:cNvSpPr txBox="1"/>
          <p:nvPr>
            <p:ph idx="5" type="subTitle"/>
          </p:nvPr>
        </p:nvSpPr>
        <p:spPr>
          <a:xfrm>
            <a:off x="1301249" y="4104300"/>
            <a:ext cx="1573500" cy="381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2200">
                <a:solidFill>
                  <a:schemeClr val="dk1"/>
                </a:solidFill>
                <a:latin typeface="Be Vietnam"/>
                <a:ea typeface="Be Vietnam"/>
                <a:cs typeface="Be Vietnam"/>
                <a:sym typeface="Be Vietnam"/>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68" name="Google Shape;168;p26"/>
          <p:cNvSpPr txBox="1"/>
          <p:nvPr>
            <p:ph idx="6" type="subTitle"/>
          </p:nvPr>
        </p:nvSpPr>
        <p:spPr>
          <a:xfrm>
            <a:off x="4125473" y="4104300"/>
            <a:ext cx="1573500" cy="381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2200">
                <a:solidFill>
                  <a:schemeClr val="dk1"/>
                </a:solidFill>
                <a:latin typeface="Be Vietnam"/>
                <a:ea typeface="Be Vietnam"/>
                <a:cs typeface="Be Vietnam"/>
                <a:sym typeface="Be Vietnam"/>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69" name="Google Shape;169;p26"/>
          <p:cNvSpPr txBox="1"/>
          <p:nvPr>
            <p:ph idx="7" type="subTitle"/>
          </p:nvPr>
        </p:nvSpPr>
        <p:spPr>
          <a:xfrm>
            <a:off x="6838451" y="4104300"/>
            <a:ext cx="1573500" cy="381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2200">
                <a:solidFill>
                  <a:schemeClr val="dk1"/>
                </a:solidFill>
                <a:latin typeface="Be Vietnam"/>
                <a:ea typeface="Be Vietnam"/>
                <a:cs typeface="Be Vietnam"/>
                <a:sym typeface="Be Vietnam"/>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le">
  <p:cSld name="CUSTOM_10">
    <p:spTree>
      <p:nvGrpSpPr>
        <p:cNvPr id="170" name="Shape 170"/>
        <p:cNvGrpSpPr/>
        <p:nvPr/>
      </p:nvGrpSpPr>
      <p:grpSpPr>
        <a:xfrm>
          <a:off x="0" y="0"/>
          <a:ext cx="0" cy="0"/>
          <a:chOff x="0" y="0"/>
          <a:chExt cx="0" cy="0"/>
        </a:xfrm>
      </p:grpSpPr>
      <p:sp>
        <p:nvSpPr>
          <p:cNvPr id="171" name="Google Shape;171;p27"/>
          <p:cNvSpPr/>
          <p:nvPr/>
        </p:nvSpPr>
        <p:spPr>
          <a:xfrm>
            <a:off x="-7075" y="3399049"/>
            <a:ext cx="3084600" cy="17658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7"/>
          <p:cNvSpPr/>
          <p:nvPr/>
        </p:nvSpPr>
        <p:spPr>
          <a:xfrm flipH="1">
            <a:off x="1371600" y="715319"/>
            <a:ext cx="7772400" cy="44496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7"/>
          <p:cNvSpPr txBox="1"/>
          <p:nvPr>
            <p:ph type="title"/>
          </p:nvPr>
        </p:nvSpPr>
        <p:spPr>
          <a:xfrm>
            <a:off x="616200" y="720000"/>
            <a:ext cx="5261700" cy="24903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4100"/>
              <a:buNone/>
              <a:defRPr sz="8000"/>
            </a:lvl1pPr>
            <a:lvl2pPr lvl="1" rtl="0">
              <a:spcBef>
                <a:spcPts val="0"/>
              </a:spcBef>
              <a:spcAft>
                <a:spcPts val="0"/>
              </a:spcAft>
              <a:buSzPts val="4100"/>
              <a:buNone/>
              <a:defRPr>
                <a:latin typeface="Catamaran"/>
                <a:ea typeface="Catamaran"/>
                <a:cs typeface="Catamaran"/>
                <a:sym typeface="Catamaran"/>
              </a:defRPr>
            </a:lvl2pPr>
            <a:lvl3pPr lvl="2" rtl="0">
              <a:spcBef>
                <a:spcPts val="0"/>
              </a:spcBef>
              <a:spcAft>
                <a:spcPts val="0"/>
              </a:spcAft>
              <a:buSzPts val="4100"/>
              <a:buNone/>
              <a:defRPr>
                <a:latin typeface="Catamaran"/>
                <a:ea typeface="Catamaran"/>
                <a:cs typeface="Catamaran"/>
                <a:sym typeface="Catamaran"/>
              </a:defRPr>
            </a:lvl3pPr>
            <a:lvl4pPr lvl="3" rtl="0">
              <a:spcBef>
                <a:spcPts val="0"/>
              </a:spcBef>
              <a:spcAft>
                <a:spcPts val="0"/>
              </a:spcAft>
              <a:buSzPts val="4100"/>
              <a:buNone/>
              <a:defRPr>
                <a:latin typeface="Catamaran"/>
                <a:ea typeface="Catamaran"/>
                <a:cs typeface="Catamaran"/>
                <a:sym typeface="Catamaran"/>
              </a:defRPr>
            </a:lvl4pPr>
            <a:lvl5pPr lvl="4" rtl="0">
              <a:spcBef>
                <a:spcPts val="0"/>
              </a:spcBef>
              <a:spcAft>
                <a:spcPts val="0"/>
              </a:spcAft>
              <a:buSzPts val="4100"/>
              <a:buNone/>
              <a:defRPr>
                <a:latin typeface="Catamaran"/>
                <a:ea typeface="Catamaran"/>
                <a:cs typeface="Catamaran"/>
                <a:sym typeface="Catamaran"/>
              </a:defRPr>
            </a:lvl5pPr>
            <a:lvl6pPr lvl="5" rtl="0">
              <a:spcBef>
                <a:spcPts val="0"/>
              </a:spcBef>
              <a:spcAft>
                <a:spcPts val="0"/>
              </a:spcAft>
              <a:buSzPts val="4100"/>
              <a:buNone/>
              <a:defRPr>
                <a:latin typeface="Catamaran"/>
                <a:ea typeface="Catamaran"/>
                <a:cs typeface="Catamaran"/>
                <a:sym typeface="Catamaran"/>
              </a:defRPr>
            </a:lvl6pPr>
            <a:lvl7pPr lvl="6" rtl="0">
              <a:spcBef>
                <a:spcPts val="0"/>
              </a:spcBef>
              <a:spcAft>
                <a:spcPts val="0"/>
              </a:spcAft>
              <a:buSzPts val="4100"/>
              <a:buNone/>
              <a:defRPr>
                <a:latin typeface="Catamaran"/>
                <a:ea typeface="Catamaran"/>
                <a:cs typeface="Catamaran"/>
                <a:sym typeface="Catamaran"/>
              </a:defRPr>
            </a:lvl7pPr>
            <a:lvl8pPr lvl="7" rtl="0">
              <a:spcBef>
                <a:spcPts val="0"/>
              </a:spcBef>
              <a:spcAft>
                <a:spcPts val="0"/>
              </a:spcAft>
              <a:buSzPts val="4100"/>
              <a:buNone/>
              <a:defRPr>
                <a:latin typeface="Catamaran"/>
                <a:ea typeface="Catamaran"/>
                <a:cs typeface="Catamaran"/>
                <a:sym typeface="Catamaran"/>
              </a:defRPr>
            </a:lvl8pPr>
            <a:lvl9pPr lvl="8" rtl="0">
              <a:spcBef>
                <a:spcPts val="0"/>
              </a:spcBef>
              <a:spcAft>
                <a:spcPts val="0"/>
              </a:spcAft>
              <a:buSzPts val="4100"/>
              <a:buNone/>
              <a:defRPr>
                <a:latin typeface="Catamaran"/>
                <a:ea typeface="Catamaran"/>
                <a:cs typeface="Catamaran"/>
                <a:sym typeface="Catamaran"/>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2">
  <p:cSld name="CUSTOM_9">
    <p:spTree>
      <p:nvGrpSpPr>
        <p:cNvPr id="174" name="Shape 174"/>
        <p:cNvGrpSpPr/>
        <p:nvPr/>
      </p:nvGrpSpPr>
      <p:grpSpPr>
        <a:xfrm>
          <a:off x="0" y="0"/>
          <a:ext cx="0" cy="0"/>
          <a:chOff x="0" y="0"/>
          <a:chExt cx="0" cy="0"/>
        </a:xfrm>
      </p:grpSpPr>
      <p:sp>
        <p:nvSpPr>
          <p:cNvPr id="175" name="Google Shape;175;p28"/>
          <p:cNvSpPr/>
          <p:nvPr/>
        </p:nvSpPr>
        <p:spPr>
          <a:xfrm rot="5399455">
            <a:off x="-5456102" y="1101875"/>
            <a:ext cx="15125400" cy="4392600"/>
          </a:xfrm>
          <a:prstGeom prst="triangle">
            <a:avLst>
              <a:gd fmla="val 75868"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8"/>
          <p:cNvSpPr/>
          <p:nvPr/>
        </p:nvSpPr>
        <p:spPr>
          <a:xfrm flipH="1" rot="7927565">
            <a:off x="2252299" y="2285486"/>
            <a:ext cx="579637" cy="241921"/>
          </a:xfrm>
          <a:prstGeom prst="triangle">
            <a:avLst>
              <a:gd fmla="val 4077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8"/>
          <p:cNvSpPr/>
          <p:nvPr/>
        </p:nvSpPr>
        <p:spPr>
          <a:xfrm rot="-1631627">
            <a:off x="295472" y="931618"/>
            <a:ext cx="489058" cy="204076"/>
          </a:xfrm>
          <a:prstGeom prst="triangle">
            <a:avLst>
              <a:gd fmla="val 48896"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8"/>
          <p:cNvSpPr/>
          <p:nvPr/>
        </p:nvSpPr>
        <p:spPr>
          <a:xfrm flipH="1" rot="-5399499">
            <a:off x="3783294" y="1696675"/>
            <a:ext cx="8231700" cy="3098100"/>
          </a:xfrm>
          <a:prstGeom prst="triangle">
            <a:avLst>
              <a:gd fmla="val 3337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8"/>
          <p:cNvSpPr/>
          <p:nvPr/>
        </p:nvSpPr>
        <p:spPr>
          <a:xfrm flipH="1" rot="10800000">
            <a:off x="7043794" y="3484328"/>
            <a:ext cx="568200" cy="303900"/>
          </a:xfrm>
          <a:prstGeom prst="triangle">
            <a:avLst>
              <a:gd fmla="val 79071"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8"/>
          <p:cNvSpPr/>
          <p:nvPr/>
        </p:nvSpPr>
        <p:spPr>
          <a:xfrm flipH="1" rot="-9064387">
            <a:off x="5647909" y="4453399"/>
            <a:ext cx="862737" cy="359862"/>
          </a:xfrm>
          <a:prstGeom prst="triangle">
            <a:avLst>
              <a:gd fmla="val 4077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8"/>
          <p:cNvSpPr/>
          <p:nvPr/>
        </p:nvSpPr>
        <p:spPr>
          <a:xfrm flipH="1">
            <a:off x="7708619" y="1304701"/>
            <a:ext cx="321600" cy="171900"/>
          </a:xfrm>
          <a:prstGeom prst="triangle">
            <a:avLst>
              <a:gd fmla="val 44091"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8"/>
          <p:cNvSpPr/>
          <p:nvPr/>
        </p:nvSpPr>
        <p:spPr>
          <a:xfrm flipH="1" rot="-376090">
            <a:off x="4281592" y="1689367"/>
            <a:ext cx="579766" cy="242044"/>
          </a:xfrm>
          <a:prstGeom prst="triangle">
            <a:avLst>
              <a:gd fmla="val 4077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8"/>
          <p:cNvSpPr txBox="1"/>
          <p:nvPr>
            <p:ph type="title"/>
          </p:nvPr>
        </p:nvSpPr>
        <p:spPr>
          <a:xfrm>
            <a:off x="540000" y="491400"/>
            <a:ext cx="8100000" cy="969300"/>
          </a:xfrm>
          <a:prstGeom prst="rect">
            <a:avLst/>
          </a:prstGeom>
        </p:spPr>
        <p:txBody>
          <a:bodyPr anchorCtr="0" anchor="t" bIns="91425" lIns="91425" spcFirstLastPara="1" rIns="91425" wrap="square" tIns="91425">
            <a:noAutofit/>
          </a:bodyPr>
          <a:lstStyle>
            <a:lvl1pPr lvl="0" rtl="0">
              <a:spcBef>
                <a:spcPts val="0"/>
              </a:spcBef>
              <a:spcAft>
                <a:spcPts val="0"/>
              </a:spcAft>
              <a:buSzPts val="4100"/>
              <a:buNone/>
              <a:defRPr/>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p:txBody>
      </p:sp>
      <p:sp>
        <p:nvSpPr>
          <p:cNvPr id="184" name="Google Shape;184;p28"/>
          <p:cNvSpPr txBox="1"/>
          <p:nvPr>
            <p:ph idx="1" type="subTitle"/>
          </p:nvPr>
        </p:nvSpPr>
        <p:spPr>
          <a:xfrm>
            <a:off x="844800" y="3352200"/>
            <a:ext cx="1914000" cy="105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 Design 2">
  <p:cSld name="CUSTOM_9_1">
    <p:spTree>
      <p:nvGrpSpPr>
        <p:cNvPr id="185" name="Shape 185"/>
        <p:cNvGrpSpPr/>
        <p:nvPr/>
      </p:nvGrpSpPr>
      <p:grpSpPr>
        <a:xfrm>
          <a:off x="0" y="0"/>
          <a:ext cx="0" cy="0"/>
          <a:chOff x="0" y="0"/>
          <a:chExt cx="0" cy="0"/>
        </a:xfrm>
      </p:grpSpPr>
      <p:sp>
        <p:nvSpPr>
          <p:cNvPr id="186" name="Google Shape;186;p29"/>
          <p:cNvSpPr/>
          <p:nvPr/>
        </p:nvSpPr>
        <p:spPr>
          <a:xfrm rot="3599646">
            <a:off x="-1179039" y="2803579"/>
            <a:ext cx="6183096" cy="2327088"/>
          </a:xfrm>
          <a:prstGeom prst="triangle">
            <a:avLst>
              <a:gd fmla="val 5228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9"/>
          <p:cNvSpPr/>
          <p:nvPr/>
        </p:nvSpPr>
        <p:spPr>
          <a:xfrm flipH="1" rot="-10799393">
            <a:off x="1464075" y="-3417"/>
            <a:ext cx="8496300" cy="1998000"/>
          </a:xfrm>
          <a:prstGeom prst="triangle">
            <a:avLst>
              <a:gd fmla="val 75868"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9"/>
          <p:cNvSpPr/>
          <p:nvPr/>
        </p:nvSpPr>
        <p:spPr>
          <a:xfrm rot="8271839">
            <a:off x="8029111" y="2669652"/>
            <a:ext cx="386351" cy="161422"/>
          </a:xfrm>
          <a:prstGeom prst="triangle">
            <a:avLst>
              <a:gd fmla="val 4077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9"/>
          <p:cNvSpPr/>
          <p:nvPr/>
        </p:nvSpPr>
        <p:spPr>
          <a:xfrm rot="5400000">
            <a:off x="451794" y="894324"/>
            <a:ext cx="378900" cy="202500"/>
          </a:xfrm>
          <a:prstGeom prst="triangle">
            <a:avLst>
              <a:gd fmla="val 79071"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9"/>
          <p:cNvSpPr/>
          <p:nvPr/>
        </p:nvSpPr>
        <p:spPr>
          <a:xfrm rot="3664910">
            <a:off x="2227189" y="1655151"/>
            <a:ext cx="575110" cy="239957"/>
          </a:xfrm>
          <a:prstGeom prst="triangle">
            <a:avLst>
              <a:gd fmla="val 4077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9"/>
          <p:cNvSpPr/>
          <p:nvPr/>
        </p:nvSpPr>
        <p:spPr>
          <a:xfrm rot="-5400000">
            <a:off x="6737501" y="4245443"/>
            <a:ext cx="214500" cy="114600"/>
          </a:xfrm>
          <a:prstGeom prst="triangle">
            <a:avLst>
              <a:gd fmla="val 44091"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9"/>
          <p:cNvSpPr/>
          <p:nvPr/>
        </p:nvSpPr>
        <p:spPr>
          <a:xfrm flipH="1" rot="-3767358">
            <a:off x="7404303" y="1083032"/>
            <a:ext cx="726276" cy="302833"/>
          </a:xfrm>
          <a:prstGeom prst="triangle">
            <a:avLst>
              <a:gd fmla="val 48896"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9"/>
          <p:cNvSpPr txBox="1"/>
          <p:nvPr>
            <p:ph type="title"/>
          </p:nvPr>
        </p:nvSpPr>
        <p:spPr>
          <a:xfrm>
            <a:off x="540000" y="491400"/>
            <a:ext cx="8100000" cy="969300"/>
          </a:xfrm>
          <a:prstGeom prst="rect">
            <a:avLst/>
          </a:prstGeom>
        </p:spPr>
        <p:txBody>
          <a:bodyPr anchorCtr="0" anchor="t" bIns="91425" lIns="91425" spcFirstLastPara="1" rIns="91425" wrap="square" tIns="91425">
            <a:noAutofit/>
          </a:bodyPr>
          <a:lstStyle>
            <a:lvl1pPr lvl="0" rtl="0">
              <a:spcBef>
                <a:spcPts val="0"/>
              </a:spcBef>
              <a:spcAft>
                <a:spcPts val="0"/>
              </a:spcAft>
              <a:buSzPts val="4100"/>
              <a:buNone/>
              <a:defRPr/>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p:txBody>
      </p:sp>
      <p:sp>
        <p:nvSpPr>
          <p:cNvPr id="194" name="Google Shape;194;p29"/>
          <p:cNvSpPr txBox="1"/>
          <p:nvPr>
            <p:ph idx="1" type="subTitle"/>
          </p:nvPr>
        </p:nvSpPr>
        <p:spPr>
          <a:xfrm>
            <a:off x="844800" y="3352200"/>
            <a:ext cx="1914000" cy="105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3">
  <p:cSld name="CUSTOM_9_1_1">
    <p:spTree>
      <p:nvGrpSpPr>
        <p:cNvPr id="195" name="Shape 195"/>
        <p:cNvGrpSpPr/>
        <p:nvPr/>
      </p:nvGrpSpPr>
      <p:grpSpPr>
        <a:xfrm>
          <a:off x="0" y="0"/>
          <a:ext cx="0" cy="0"/>
          <a:chOff x="0" y="0"/>
          <a:chExt cx="0" cy="0"/>
        </a:xfrm>
      </p:grpSpPr>
      <p:sp>
        <p:nvSpPr>
          <p:cNvPr id="196" name="Google Shape;196;p30"/>
          <p:cNvSpPr/>
          <p:nvPr/>
        </p:nvSpPr>
        <p:spPr>
          <a:xfrm rot="-1800354">
            <a:off x="-498589" y="-922996"/>
            <a:ext cx="6183096" cy="2327088"/>
          </a:xfrm>
          <a:prstGeom prst="triangle">
            <a:avLst>
              <a:gd fmla="val 5228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30"/>
          <p:cNvSpPr/>
          <p:nvPr/>
        </p:nvSpPr>
        <p:spPr>
          <a:xfrm>
            <a:off x="7381360" y="719988"/>
            <a:ext cx="378900" cy="202500"/>
          </a:xfrm>
          <a:prstGeom prst="triangle">
            <a:avLst>
              <a:gd fmla="val 79071"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30"/>
          <p:cNvSpPr/>
          <p:nvPr/>
        </p:nvSpPr>
        <p:spPr>
          <a:xfrm rot="-545">
            <a:off x="-3428352" y="2572950"/>
            <a:ext cx="15125400" cy="4392600"/>
          </a:xfrm>
          <a:prstGeom prst="triangle">
            <a:avLst>
              <a:gd fmla="val 75868"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30"/>
          <p:cNvSpPr/>
          <p:nvPr/>
        </p:nvSpPr>
        <p:spPr>
          <a:xfrm flipH="1" rot="2527565">
            <a:off x="7280976" y="2523020"/>
            <a:ext cx="579637" cy="241921"/>
          </a:xfrm>
          <a:prstGeom prst="triangle">
            <a:avLst>
              <a:gd fmla="val 4077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30"/>
          <p:cNvSpPr/>
          <p:nvPr/>
        </p:nvSpPr>
        <p:spPr>
          <a:xfrm rot="-7031627">
            <a:off x="4907401" y="4395684"/>
            <a:ext cx="489058" cy="204076"/>
          </a:xfrm>
          <a:prstGeom prst="triangle">
            <a:avLst>
              <a:gd fmla="val 48896"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0"/>
          <p:cNvSpPr txBox="1"/>
          <p:nvPr>
            <p:ph type="title"/>
          </p:nvPr>
        </p:nvSpPr>
        <p:spPr>
          <a:xfrm>
            <a:off x="540000" y="491400"/>
            <a:ext cx="8100000" cy="969300"/>
          </a:xfrm>
          <a:prstGeom prst="rect">
            <a:avLst/>
          </a:prstGeom>
        </p:spPr>
        <p:txBody>
          <a:bodyPr anchorCtr="0" anchor="t" bIns="91425" lIns="91425" spcFirstLastPara="1" rIns="91425" wrap="square" tIns="91425">
            <a:noAutofit/>
          </a:bodyPr>
          <a:lstStyle>
            <a:lvl1pPr lvl="0" rtl="0">
              <a:spcBef>
                <a:spcPts val="0"/>
              </a:spcBef>
              <a:spcAft>
                <a:spcPts val="0"/>
              </a:spcAft>
              <a:buSzPts val="4100"/>
              <a:buNone/>
              <a:defRPr/>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p:txBody>
      </p:sp>
      <p:sp>
        <p:nvSpPr>
          <p:cNvPr id="202" name="Google Shape;202;p30"/>
          <p:cNvSpPr txBox="1"/>
          <p:nvPr>
            <p:ph idx="1" type="subTitle"/>
          </p:nvPr>
        </p:nvSpPr>
        <p:spPr>
          <a:xfrm>
            <a:off x="6613800" y="3352200"/>
            <a:ext cx="1914000" cy="105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4">
  <p:cSld name="CUSTOM_8">
    <p:spTree>
      <p:nvGrpSpPr>
        <p:cNvPr id="203" name="Shape 203"/>
        <p:cNvGrpSpPr/>
        <p:nvPr/>
      </p:nvGrpSpPr>
      <p:grpSpPr>
        <a:xfrm>
          <a:off x="0" y="0"/>
          <a:ext cx="0" cy="0"/>
          <a:chOff x="0" y="0"/>
          <a:chExt cx="0" cy="0"/>
        </a:xfrm>
      </p:grpSpPr>
      <p:sp>
        <p:nvSpPr>
          <p:cNvPr id="204" name="Google Shape;204;p31"/>
          <p:cNvSpPr/>
          <p:nvPr/>
        </p:nvSpPr>
        <p:spPr>
          <a:xfrm rot="-5400000">
            <a:off x="5379100" y="1380000"/>
            <a:ext cx="5149500" cy="23805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1"/>
          <p:cNvSpPr/>
          <p:nvPr/>
        </p:nvSpPr>
        <p:spPr>
          <a:xfrm flipH="1" rot="5400454">
            <a:off x="-1715103" y="2314500"/>
            <a:ext cx="4545900" cy="1115100"/>
          </a:xfrm>
          <a:prstGeom prst="triangle">
            <a:avLst>
              <a:gd fmla="val 2094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1"/>
          <p:cNvSpPr txBox="1"/>
          <p:nvPr>
            <p:ph idx="1" type="subTitle"/>
          </p:nvPr>
        </p:nvSpPr>
        <p:spPr>
          <a:xfrm>
            <a:off x="1054050" y="1544250"/>
            <a:ext cx="2967900" cy="966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gn="ctr">
              <a:spcBef>
                <a:spcPts val="1600"/>
              </a:spcBef>
              <a:spcAft>
                <a:spcPts val="0"/>
              </a:spcAft>
              <a:buSzPts val="1600"/>
              <a:buNone/>
              <a:defRPr sz="1600"/>
            </a:lvl2pPr>
            <a:lvl3pPr lvl="2" algn="ctr">
              <a:spcBef>
                <a:spcPts val="1600"/>
              </a:spcBef>
              <a:spcAft>
                <a:spcPts val="0"/>
              </a:spcAft>
              <a:buSzPts val="1600"/>
              <a:buNone/>
              <a:defRPr sz="1600"/>
            </a:lvl3pPr>
            <a:lvl4pPr lvl="3" algn="ctr">
              <a:spcBef>
                <a:spcPts val="1600"/>
              </a:spcBef>
              <a:spcAft>
                <a:spcPts val="0"/>
              </a:spcAft>
              <a:buSzPts val="1600"/>
              <a:buNone/>
              <a:defRPr sz="1600"/>
            </a:lvl4pPr>
            <a:lvl5pPr lvl="4" algn="ctr">
              <a:spcBef>
                <a:spcPts val="1600"/>
              </a:spcBef>
              <a:spcAft>
                <a:spcPts val="0"/>
              </a:spcAft>
              <a:buSzPts val="1600"/>
              <a:buNone/>
              <a:defRPr sz="1600"/>
            </a:lvl5pPr>
            <a:lvl6pPr lvl="5" algn="ctr">
              <a:spcBef>
                <a:spcPts val="1600"/>
              </a:spcBef>
              <a:spcAft>
                <a:spcPts val="0"/>
              </a:spcAft>
              <a:buSzPts val="1600"/>
              <a:buNone/>
              <a:defRPr sz="1600"/>
            </a:lvl6pPr>
            <a:lvl7pPr lvl="6" algn="ctr">
              <a:spcBef>
                <a:spcPts val="1600"/>
              </a:spcBef>
              <a:spcAft>
                <a:spcPts val="0"/>
              </a:spcAft>
              <a:buSzPts val="1600"/>
              <a:buNone/>
              <a:defRPr sz="1600"/>
            </a:lvl7pPr>
            <a:lvl8pPr lvl="7" algn="ctr">
              <a:spcBef>
                <a:spcPts val="1600"/>
              </a:spcBef>
              <a:spcAft>
                <a:spcPts val="0"/>
              </a:spcAft>
              <a:buSzPts val="1600"/>
              <a:buNone/>
              <a:defRPr sz="1600"/>
            </a:lvl8pPr>
            <a:lvl9pPr lvl="8" algn="ctr">
              <a:spcBef>
                <a:spcPts val="1600"/>
              </a:spcBef>
              <a:spcAft>
                <a:spcPts val="1600"/>
              </a:spcAft>
              <a:buSzPts val="1600"/>
              <a:buNone/>
              <a:defRPr sz="1600"/>
            </a:lvl9pPr>
          </a:lstStyle>
          <a:p/>
        </p:txBody>
      </p:sp>
      <p:sp>
        <p:nvSpPr>
          <p:cNvPr id="207" name="Google Shape;207;p31"/>
          <p:cNvSpPr txBox="1"/>
          <p:nvPr>
            <p:ph type="title"/>
          </p:nvPr>
        </p:nvSpPr>
        <p:spPr>
          <a:xfrm>
            <a:off x="823550" y="491400"/>
            <a:ext cx="7533000" cy="572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4100"/>
              <a:buNone/>
              <a:defRPr/>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5">
  <p:cSld name="CUSTOM_8_1">
    <p:spTree>
      <p:nvGrpSpPr>
        <p:cNvPr id="208" name="Shape 208"/>
        <p:cNvGrpSpPr/>
        <p:nvPr/>
      </p:nvGrpSpPr>
      <p:grpSpPr>
        <a:xfrm>
          <a:off x="0" y="0"/>
          <a:ext cx="0" cy="0"/>
          <a:chOff x="0" y="0"/>
          <a:chExt cx="0" cy="0"/>
        </a:xfrm>
      </p:grpSpPr>
      <p:sp>
        <p:nvSpPr>
          <p:cNvPr id="209" name="Google Shape;209;p32"/>
          <p:cNvSpPr/>
          <p:nvPr/>
        </p:nvSpPr>
        <p:spPr>
          <a:xfrm rot="-5400454">
            <a:off x="6313047" y="2314500"/>
            <a:ext cx="4545900" cy="1115100"/>
          </a:xfrm>
          <a:prstGeom prst="triangle">
            <a:avLst>
              <a:gd fmla="val 2094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32"/>
          <p:cNvSpPr/>
          <p:nvPr/>
        </p:nvSpPr>
        <p:spPr>
          <a:xfrm flipH="1" rot="5400000">
            <a:off x="-1384500" y="1380000"/>
            <a:ext cx="5149500" cy="23805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32"/>
          <p:cNvSpPr txBox="1"/>
          <p:nvPr>
            <p:ph idx="1" type="subTitle"/>
          </p:nvPr>
        </p:nvSpPr>
        <p:spPr>
          <a:xfrm>
            <a:off x="5122050" y="1544250"/>
            <a:ext cx="2967900" cy="966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600"/>
              <a:buNone/>
              <a:defRPr sz="1600"/>
            </a:lvl1pPr>
            <a:lvl2pPr lvl="1" rtl="0" algn="ctr">
              <a:spcBef>
                <a:spcPts val="1600"/>
              </a:spcBef>
              <a:spcAft>
                <a:spcPts val="0"/>
              </a:spcAft>
              <a:buSzPts val="1600"/>
              <a:buNone/>
              <a:defRPr sz="1600"/>
            </a:lvl2pPr>
            <a:lvl3pPr lvl="2" rtl="0" algn="ctr">
              <a:spcBef>
                <a:spcPts val="1600"/>
              </a:spcBef>
              <a:spcAft>
                <a:spcPts val="0"/>
              </a:spcAft>
              <a:buSzPts val="1600"/>
              <a:buNone/>
              <a:defRPr sz="1600"/>
            </a:lvl3pPr>
            <a:lvl4pPr lvl="3" rtl="0" algn="ctr">
              <a:spcBef>
                <a:spcPts val="1600"/>
              </a:spcBef>
              <a:spcAft>
                <a:spcPts val="0"/>
              </a:spcAft>
              <a:buSzPts val="1600"/>
              <a:buNone/>
              <a:defRPr sz="1600"/>
            </a:lvl4pPr>
            <a:lvl5pPr lvl="4" rtl="0" algn="ctr">
              <a:spcBef>
                <a:spcPts val="1600"/>
              </a:spcBef>
              <a:spcAft>
                <a:spcPts val="0"/>
              </a:spcAft>
              <a:buSzPts val="1600"/>
              <a:buNone/>
              <a:defRPr sz="1600"/>
            </a:lvl5pPr>
            <a:lvl6pPr lvl="5" rtl="0" algn="ctr">
              <a:spcBef>
                <a:spcPts val="1600"/>
              </a:spcBef>
              <a:spcAft>
                <a:spcPts val="0"/>
              </a:spcAft>
              <a:buSzPts val="1600"/>
              <a:buNone/>
              <a:defRPr sz="1600"/>
            </a:lvl6pPr>
            <a:lvl7pPr lvl="6" rtl="0" algn="ctr">
              <a:spcBef>
                <a:spcPts val="1600"/>
              </a:spcBef>
              <a:spcAft>
                <a:spcPts val="0"/>
              </a:spcAft>
              <a:buSzPts val="1600"/>
              <a:buNone/>
              <a:defRPr sz="1600"/>
            </a:lvl7pPr>
            <a:lvl8pPr lvl="7" rtl="0" algn="ctr">
              <a:spcBef>
                <a:spcPts val="1600"/>
              </a:spcBef>
              <a:spcAft>
                <a:spcPts val="0"/>
              </a:spcAft>
              <a:buSzPts val="1600"/>
              <a:buNone/>
              <a:defRPr sz="1600"/>
            </a:lvl8pPr>
            <a:lvl9pPr lvl="8" rtl="0" algn="ctr">
              <a:spcBef>
                <a:spcPts val="1600"/>
              </a:spcBef>
              <a:spcAft>
                <a:spcPts val="1600"/>
              </a:spcAft>
              <a:buSzPts val="1600"/>
              <a:buNone/>
              <a:defRPr sz="1600"/>
            </a:lvl9pPr>
          </a:lstStyle>
          <a:p/>
        </p:txBody>
      </p:sp>
      <p:sp>
        <p:nvSpPr>
          <p:cNvPr id="212" name="Google Shape;212;p32"/>
          <p:cNvSpPr txBox="1"/>
          <p:nvPr>
            <p:ph type="title"/>
          </p:nvPr>
        </p:nvSpPr>
        <p:spPr>
          <a:xfrm>
            <a:off x="823450" y="491400"/>
            <a:ext cx="7533000" cy="572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4100"/>
              <a:buNone/>
              <a:defRPr/>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5">
    <p:bg>
      <p:bgPr>
        <a:solidFill>
          <a:schemeClr val="lt1"/>
        </a:solidFill>
      </p:bgPr>
    </p:bg>
    <p:spTree>
      <p:nvGrpSpPr>
        <p:cNvPr id="213" name="Shape 213"/>
        <p:cNvGrpSpPr/>
        <p:nvPr/>
      </p:nvGrpSpPr>
      <p:grpSpPr>
        <a:xfrm>
          <a:off x="0" y="0"/>
          <a:ext cx="0" cy="0"/>
          <a:chOff x="0" y="0"/>
          <a:chExt cx="0" cy="0"/>
        </a:xfrm>
      </p:grpSpPr>
      <p:sp>
        <p:nvSpPr>
          <p:cNvPr id="214" name="Google Shape;214;p33"/>
          <p:cNvSpPr/>
          <p:nvPr/>
        </p:nvSpPr>
        <p:spPr>
          <a:xfrm flipH="1">
            <a:off x="2732800" y="1468200"/>
            <a:ext cx="6420300" cy="36753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33"/>
          <p:cNvSpPr/>
          <p:nvPr/>
        </p:nvSpPr>
        <p:spPr>
          <a:xfrm rot="5400000">
            <a:off x="-584250" y="584250"/>
            <a:ext cx="2732700" cy="15642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33"/>
          <p:cNvSpPr txBox="1"/>
          <p:nvPr>
            <p:ph idx="1" type="subTitle"/>
          </p:nvPr>
        </p:nvSpPr>
        <p:spPr>
          <a:xfrm>
            <a:off x="616200" y="1626750"/>
            <a:ext cx="3369600" cy="1529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17" name="Google Shape;217;p33"/>
          <p:cNvSpPr txBox="1"/>
          <p:nvPr>
            <p:ph type="title"/>
          </p:nvPr>
        </p:nvSpPr>
        <p:spPr>
          <a:xfrm>
            <a:off x="616200" y="491400"/>
            <a:ext cx="4032000" cy="947700"/>
          </a:xfrm>
          <a:prstGeom prst="rect">
            <a:avLst/>
          </a:prstGeom>
        </p:spPr>
        <p:txBody>
          <a:bodyPr anchorCtr="0" anchor="t" bIns="91425" lIns="91425" spcFirstLastPara="1" rIns="91425" wrap="square" tIns="91425">
            <a:noAutofit/>
          </a:bodyPr>
          <a:lstStyle>
            <a:lvl1pPr lvl="0" rtl="0" algn="l">
              <a:spcBef>
                <a:spcPts val="0"/>
              </a:spcBef>
              <a:spcAft>
                <a:spcPts val="0"/>
              </a:spcAft>
              <a:buSzPts val="4100"/>
              <a:buNone/>
              <a:defRPr sz="6000"/>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p:txBody>
      </p:sp>
      <p:sp>
        <p:nvSpPr>
          <p:cNvPr id="218" name="Google Shape;218;p33"/>
          <p:cNvSpPr txBox="1"/>
          <p:nvPr/>
        </p:nvSpPr>
        <p:spPr>
          <a:xfrm>
            <a:off x="616200" y="3832375"/>
            <a:ext cx="3579300" cy="76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solidFill>
                  <a:schemeClr val="dk1"/>
                </a:solidFill>
                <a:latin typeface="Libre Franklin"/>
                <a:ea typeface="Libre Franklin"/>
                <a:cs typeface="Libre Franklin"/>
                <a:sym typeface="Libre Franklin"/>
              </a:rPr>
              <a:t>CREDITS: This presentation template was created by </a:t>
            </a:r>
            <a:r>
              <a:rPr b="1" lang="en-GB" sz="1200">
                <a:solidFill>
                  <a:schemeClr val="dk1"/>
                </a:solidFill>
                <a:uFill>
                  <a:noFill/>
                </a:uFill>
                <a:latin typeface="Libre Franklin"/>
                <a:ea typeface="Libre Franklin"/>
                <a:cs typeface="Libre Franklin"/>
                <a:sym typeface="Libre Franklin"/>
                <a:hlinkClick r:id="rId2">
                  <a:extLst>
                    <a:ext uri="{A12FA001-AC4F-418D-AE19-62706E023703}">
                      <ahyp:hlinkClr val="tx"/>
                    </a:ext>
                  </a:extLst>
                </a:hlinkClick>
              </a:rPr>
              <a:t>Slidesgo</a:t>
            </a:r>
            <a:r>
              <a:rPr lang="en-GB" sz="1200">
                <a:solidFill>
                  <a:schemeClr val="dk1"/>
                </a:solidFill>
                <a:latin typeface="Libre Franklin"/>
                <a:ea typeface="Libre Franklin"/>
                <a:cs typeface="Libre Franklin"/>
                <a:sym typeface="Libre Franklin"/>
              </a:rPr>
              <a:t>, including icons by </a:t>
            </a:r>
            <a:r>
              <a:rPr b="1" lang="en-GB" sz="1200">
                <a:solidFill>
                  <a:schemeClr val="dk1"/>
                </a:solidFill>
                <a:uFill>
                  <a:noFill/>
                </a:uFill>
                <a:latin typeface="Libre Franklin"/>
                <a:ea typeface="Libre Franklin"/>
                <a:cs typeface="Libre Franklin"/>
                <a:sym typeface="Libre Franklin"/>
                <a:hlinkClick r:id="rId3">
                  <a:extLst>
                    <a:ext uri="{A12FA001-AC4F-418D-AE19-62706E023703}">
                      <ahyp:hlinkClr val="tx"/>
                    </a:ext>
                  </a:extLst>
                </a:hlinkClick>
              </a:rPr>
              <a:t>Flaticon</a:t>
            </a:r>
            <a:r>
              <a:rPr lang="en-GB" sz="1200">
                <a:solidFill>
                  <a:schemeClr val="dk1"/>
                </a:solidFill>
                <a:latin typeface="Libre Franklin"/>
                <a:ea typeface="Libre Franklin"/>
                <a:cs typeface="Libre Franklin"/>
                <a:sym typeface="Libre Franklin"/>
              </a:rPr>
              <a:t>, infographics &amp; images by </a:t>
            </a:r>
            <a:r>
              <a:rPr b="1" lang="en-GB" sz="1200">
                <a:solidFill>
                  <a:schemeClr val="dk1"/>
                </a:solidFill>
                <a:uFill>
                  <a:noFill/>
                </a:uFill>
                <a:latin typeface="Libre Franklin"/>
                <a:ea typeface="Libre Franklin"/>
                <a:cs typeface="Libre Franklin"/>
                <a:sym typeface="Libre Franklin"/>
                <a:hlinkClick r:id="rId4">
                  <a:extLst>
                    <a:ext uri="{A12FA001-AC4F-418D-AE19-62706E023703}">
                      <ahyp:hlinkClr val="tx"/>
                    </a:ext>
                  </a:extLst>
                </a:hlinkClick>
              </a:rPr>
              <a:t>Freepik </a:t>
            </a:r>
            <a:r>
              <a:rPr lang="en-GB" sz="1200">
                <a:solidFill>
                  <a:schemeClr val="dk1"/>
                </a:solidFill>
                <a:latin typeface="Libre Franklin"/>
                <a:ea typeface="Libre Franklin"/>
                <a:cs typeface="Libre Franklin"/>
                <a:sym typeface="Libre Franklin"/>
              </a:rPr>
              <a:t>and illustrations by </a:t>
            </a:r>
            <a:r>
              <a:rPr b="1" lang="en-GB" sz="1200">
                <a:solidFill>
                  <a:schemeClr val="dk1"/>
                </a:solidFill>
                <a:uFill>
                  <a:noFill/>
                </a:uFill>
                <a:latin typeface="Libre Franklin"/>
                <a:ea typeface="Libre Franklin"/>
                <a:cs typeface="Libre Franklin"/>
                <a:sym typeface="Libre Franklin"/>
                <a:hlinkClick r:id="rId5">
                  <a:extLst>
                    <a:ext uri="{A12FA001-AC4F-418D-AE19-62706E023703}">
                      <ahyp:hlinkClr val="tx"/>
                    </a:ext>
                  </a:extLst>
                </a:hlinkClick>
              </a:rPr>
              <a:t>Stories</a:t>
            </a:r>
            <a:endParaRPr b="1" sz="1200">
              <a:solidFill>
                <a:schemeClr val="dk1"/>
              </a:solidFill>
              <a:latin typeface="Libre Franklin"/>
              <a:ea typeface="Libre Franklin"/>
              <a:cs typeface="Libre Franklin"/>
              <a:sym typeface="Libre Franklin"/>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CUSTOM_7">
    <p:spTree>
      <p:nvGrpSpPr>
        <p:cNvPr id="219" name="Shape 219"/>
        <p:cNvGrpSpPr/>
        <p:nvPr/>
      </p:nvGrpSpPr>
      <p:grpSpPr>
        <a:xfrm>
          <a:off x="0" y="0"/>
          <a:ext cx="0" cy="0"/>
          <a:chOff x="0" y="0"/>
          <a:chExt cx="0" cy="0"/>
        </a:xfrm>
      </p:grpSpPr>
      <p:sp>
        <p:nvSpPr>
          <p:cNvPr id="220" name="Google Shape;220;p34"/>
          <p:cNvSpPr/>
          <p:nvPr/>
        </p:nvSpPr>
        <p:spPr>
          <a:xfrm flipH="1" rot="-10799546">
            <a:off x="-2" y="300"/>
            <a:ext cx="4545900" cy="1131600"/>
          </a:xfrm>
          <a:prstGeom prst="triangle">
            <a:avLst>
              <a:gd fmla="val 29443"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4"/>
          <p:cNvSpPr txBox="1"/>
          <p:nvPr>
            <p:ph idx="1" type="body"/>
          </p:nvPr>
        </p:nvSpPr>
        <p:spPr>
          <a:xfrm>
            <a:off x="4572000" y="1544250"/>
            <a:ext cx="3761700" cy="2865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22" name="Google Shape;222;p34"/>
          <p:cNvSpPr txBox="1"/>
          <p:nvPr>
            <p:ph type="title"/>
          </p:nvPr>
        </p:nvSpPr>
        <p:spPr>
          <a:xfrm>
            <a:off x="540000" y="491400"/>
            <a:ext cx="8100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4100"/>
              <a:buNone/>
              <a:defRPr/>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p:txBody>
      </p:sp>
      <p:sp>
        <p:nvSpPr>
          <p:cNvPr id="223" name="Google Shape;223;p34"/>
          <p:cNvSpPr txBox="1"/>
          <p:nvPr>
            <p:ph idx="2" type="body"/>
          </p:nvPr>
        </p:nvSpPr>
        <p:spPr>
          <a:xfrm>
            <a:off x="540000" y="1544250"/>
            <a:ext cx="4032000" cy="28659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accent1"/>
              </a:buClr>
              <a:buSzPts val="1400"/>
              <a:buChar char="●"/>
              <a:defRPr/>
            </a:lvl1pPr>
            <a:lvl2pPr indent="-317500" lvl="1" marL="914400" rtl="0">
              <a:spcBef>
                <a:spcPts val="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24" name="Google Shape;224;p34"/>
          <p:cNvSpPr/>
          <p:nvPr/>
        </p:nvSpPr>
        <p:spPr>
          <a:xfrm rot="-5400000">
            <a:off x="7422000" y="3421500"/>
            <a:ext cx="2190300" cy="12537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CUSTOM_7_1">
    <p:spTree>
      <p:nvGrpSpPr>
        <p:cNvPr id="225" name="Shape 225"/>
        <p:cNvGrpSpPr/>
        <p:nvPr/>
      </p:nvGrpSpPr>
      <p:grpSpPr>
        <a:xfrm>
          <a:off x="0" y="0"/>
          <a:ext cx="0" cy="0"/>
          <a:chOff x="0" y="0"/>
          <a:chExt cx="0" cy="0"/>
        </a:xfrm>
      </p:grpSpPr>
      <p:sp>
        <p:nvSpPr>
          <p:cNvPr id="226" name="Google Shape;226;p35"/>
          <p:cNvSpPr/>
          <p:nvPr/>
        </p:nvSpPr>
        <p:spPr>
          <a:xfrm>
            <a:off x="0" y="3674700"/>
            <a:ext cx="2568600" cy="1470600"/>
          </a:xfrm>
          <a:prstGeom prst="rtTriangle">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35"/>
          <p:cNvSpPr txBox="1"/>
          <p:nvPr>
            <p:ph type="title"/>
          </p:nvPr>
        </p:nvSpPr>
        <p:spPr>
          <a:xfrm>
            <a:off x="540000" y="491400"/>
            <a:ext cx="8100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4100"/>
              <a:buNone/>
              <a:defRPr/>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p:txBody>
      </p:sp>
      <p:sp>
        <p:nvSpPr>
          <p:cNvPr id="228" name="Google Shape;228;p35"/>
          <p:cNvSpPr txBox="1"/>
          <p:nvPr>
            <p:ph idx="1" type="body"/>
          </p:nvPr>
        </p:nvSpPr>
        <p:spPr>
          <a:xfrm>
            <a:off x="4516250" y="1544250"/>
            <a:ext cx="4123800" cy="28659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accent1"/>
              </a:buClr>
              <a:buSzPts val="1400"/>
              <a:buChar char="⃤"/>
              <a:defRPr sz="1600"/>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29" name="Google Shape;229;p35"/>
          <p:cNvSpPr txBox="1"/>
          <p:nvPr>
            <p:ph idx="2" type="subTitle"/>
          </p:nvPr>
        </p:nvSpPr>
        <p:spPr>
          <a:xfrm>
            <a:off x="616225" y="1544250"/>
            <a:ext cx="2967900" cy="966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solidFill>
                  <a:schemeClr val="dk1"/>
                </a:solidFill>
              </a:defRPr>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p:txBody>
      </p:sp>
      <p:sp>
        <p:nvSpPr>
          <p:cNvPr id="230" name="Google Shape;230;p35"/>
          <p:cNvSpPr txBox="1"/>
          <p:nvPr>
            <p:ph idx="3" type="subTitle"/>
          </p:nvPr>
        </p:nvSpPr>
        <p:spPr>
          <a:xfrm>
            <a:off x="616225" y="2456000"/>
            <a:ext cx="1866600" cy="495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2200">
                <a:solidFill>
                  <a:schemeClr val="dk1"/>
                </a:solidFill>
                <a:latin typeface="Be Vietnam"/>
                <a:ea typeface="Be Vietnam"/>
                <a:cs typeface="Be Vietnam"/>
                <a:sym typeface="Be Vietnam"/>
              </a:defRPr>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p:txBody>
      </p:sp>
      <p:sp>
        <p:nvSpPr>
          <p:cNvPr id="231" name="Google Shape;231;p35"/>
          <p:cNvSpPr/>
          <p:nvPr/>
        </p:nvSpPr>
        <p:spPr>
          <a:xfrm rot="10800000">
            <a:off x="6953700" y="0"/>
            <a:ext cx="2190300" cy="12537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CUSTOM_19">
    <p:spTree>
      <p:nvGrpSpPr>
        <p:cNvPr id="232" name="Shape 232"/>
        <p:cNvGrpSpPr/>
        <p:nvPr/>
      </p:nvGrpSpPr>
      <p:grpSpPr>
        <a:xfrm>
          <a:off x="0" y="0"/>
          <a:ext cx="0" cy="0"/>
          <a:chOff x="0" y="0"/>
          <a:chExt cx="0" cy="0"/>
        </a:xfrm>
      </p:grpSpPr>
      <p:sp>
        <p:nvSpPr>
          <p:cNvPr id="233" name="Google Shape;233;p36"/>
          <p:cNvSpPr/>
          <p:nvPr/>
        </p:nvSpPr>
        <p:spPr>
          <a:xfrm flipH="1" rot="10800000">
            <a:off x="0" y="0"/>
            <a:ext cx="2190300" cy="12537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6"/>
          <p:cNvSpPr/>
          <p:nvPr/>
        </p:nvSpPr>
        <p:spPr>
          <a:xfrm rot="10800000">
            <a:off x="6953700" y="0"/>
            <a:ext cx="2190300" cy="12537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6"/>
          <p:cNvSpPr txBox="1"/>
          <p:nvPr>
            <p:ph type="title"/>
          </p:nvPr>
        </p:nvSpPr>
        <p:spPr>
          <a:xfrm>
            <a:off x="540000" y="491400"/>
            <a:ext cx="8100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4100"/>
              <a:buNone/>
              <a:defRPr/>
            </a:lvl1pPr>
            <a:lvl2pPr lvl="1" rtl="0">
              <a:spcBef>
                <a:spcPts val="0"/>
              </a:spcBef>
              <a:spcAft>
                <a:spcPts val="0"/>
              </a:spcAft>
              <a:buSzPts val="4100"/>
              <a:buNone/>
              <a:defRPr/>
            </a:lvl2pPr>
            <a:lvl3pPr lvl="2" rtl="0">
              <a:spcBef>
                <a:spcPts val="0"/>
              </a:spcBef>
              <a:spcAft>
                <a:spcPts val="0"/>
              </a:spcAft>
              <a:buSzPts val="4100"/>
              <a:buNone/>
              <a:defRPr/>
            </a:lvl3pPr>
            <a:lvl4pPr lvl="3" rtl="0">
              <a:spcBef>
                <a:spcPts val="0"/>
              </a:spcBef>
              <a:spcAft>
                <a:spcPts val="0"/>
              </a:spcAft>
              <a:buSzPts val="4100"/>
              <a:buNone/>
              <a:defRPr/>
            </a:lvl4pPr>
            <a:lvl5pPr lvl="4" rtl="0">
              <a:spcBef>
                <a:spcPts val="0"/>
              </a:spcBef>
              <a:spcAft>
                <a:spcPts val="0"/>
              </a:spcAft>
              <a:buSzPts val="4100"/>
              <a:buNone/>
              <a:defRPr/>
            </a:lvl5pPr>
            <a:lvl6pPr lvl="5" rtl="0">
              <a:spcBef>
                <a:spcPts val="0"/>
              </a:spcBef>
              <a:spcAft>
                <a:spcPts val="0"/>
              </a:spcAft>
              <a:buSzPts val="4100"/>
              <a:buNone/>
              <a:defRPr/>
            </a:lvl6pPr>
            <a:lvl7pPr lvl="6" rtl="0">
              <a:spcBef>
                <a:spcPts val="0"/>
              </a:spcBef>
              <a:spcAft>
                <a:spcPts val="0"/>
              </a:spcAft>
              <a:buSzPts val="4100"/>
              <a:buNone/>
              <a:defRPr/>
            </a:lvl7pPr>
            <a:lvl8pPr lvl="7" rtl="0">
              <a:spcBef>
                <a:spcPts val="0"/>
              </a:spcBef>
              <a:spcAft>
                <a:spcPts val="0"/>
              </a:spcAft>
              <a:buSzPts val="4100"/>
              <a:buNone/>
              <a:defRPr/>
            </a:lvl8pPr>
            <a:lvl9pPr lvl="8" rtl="0">
              <a:spcBef>
                <a:spcPts val="0"/>
              </a:spcBef>
              <a:spcAft>
                <a:spcPts val="0"/>
              </a:spcAft>
              <a:buSzPts val="4100"/>
              <a:buNone/>
              <a:defRPr/>
            </a:lvl9pPr>
          </a:lstStyle>
          <a:p/>
        </p:txBody>
      </p:sp>
      <p:sp>
        <p:nvSpPr>
          <p:cNvPr id="236" name="Google Shape;236;p36"/>
          <p:cNvSpPr txBox="1"/>
          <p:nvPr>
            <p:ph idx="1" type="body"/>
          </p:nvPr>
        </p:nvSpPr>
        <p:spPr>
          <a:xfrm>
            <a:off x="616200" y="1391850"/>
            <a:ext cx="7952400" cy="4905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accent1"/>
              </a:buClr>
              <a:buSzPts val="14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36"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540000" y="1544250"/>
            <a:ext cx="8100000" cy="28659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SzPts val="1400"/>
              <a:buFont typeface="Libre Franklin"/>
              <a:buChar char="●"/>
              <a:defRPr>
                <a:latin typeface="Libre Franklin"/>
                <a:ea typeface="Libre Franklin"/>
                <a:cs typeface="Libre Franklin"/>
                <a:sym typeface="Libre Franklin"/>
              </a:defRPr>
            </a:lvl1pPr>
            <a:lvl2pPr indent="-317500" lvl="1" marL="914400">
              <a:lnSpc>
                <a:spcPct val="115000"/>
              </a:lnSpc>
              <a:spcBef>
                <a:spcPts val="1600"/>
              </a:spcBef>
              <a:spcAft>
                <a:spcPts val="0"/>
              </a:spcAft>
              <a:buSzPts val="1400"/>
              <a:buFont typeface="Libre Franklin"/>
              <a:buChar char="○"/>
              <a:defRPr>
                <a:latin typeface="Libre Franklin"/>
                <a:ea typeface="Libre Franklin"/>
                <a:cs typeface="Libre Franklin"/>
                <a:sym typeface="Libre Franklin"/>
              </a:defRPr>
            </a:lvl2pPr>
            <a:lvl3pPr indent="-317500" lvl="2" marL="1371600">
              <a:lnSpc>
                <a:spcPct val="115000"/>
              </a:lnSpc>
              <a:spcBef>
                <a:spcPts val="1600"/>
              </a:spcBef>
              <a:spcAft>
                <a:spcPts val="0"/>
              </a:spcAft>
              <a:buSzPts val="1400"/>
              <a:buFont typeface="Libre Franklin"/>
              <a:buChar char="■"/>
              <a:defRPr>
                <a:latin typeface="Libre Franklin"/>
                <a:ea typeface="Libre Franklin"/>
                <a:cs typeface="Libre Franklin"/>
                <a:sym typeface="Libre Franklin"/>
              </a:defRPr>
            </a:lvl3pPr>
            <a:lvl4pPr indent="-317500" lvl="3" marL="1828800">
              <a:lnSpc>
                <a:spcPct val="115000"/>
              </a:lnSpc>
              <a:spcBef>
                <a:spcPts val="1600"/>
              </a:spcBef>
              <a:spcAft>
                <a:spcPts val="0"/>
              </a:spcAft>
              <a:buSzPts val="1400"/>
              <a:buFont typeface="Libre Franklin"/>
              <a:buChar char="●"/>
              <a:defRPr>
                <a:latin typeface="Libre Franklin"/>
                <a:ea typeface="Libre Franklin"/>
                <a:cs typeface="Libre Franklin"/>
                <a:sym typeface="Libre Franklin"/>
              </a:defRPr>
            </a:lvl4pPr>
            <a:lvl5pPr indent="-317500" lvl="4" marL="2286000">
              <a:lnSpc>
                <a:spcPct val="115000"/>
              </a:lnSpc>
              <a:spcBef>
                <a:spcPts val="1600"/>
              </a:spcBef>
              <a:spcAft>
                <a:spcPts val="0"/>
              </a:spcAft>
              <a:buSzPts val="1400"/>
              <a:buFont typeface="Libre Franklin"/>
              <a:buChar char="○"/>
              <a:defRPr>
                <a:latin typeface="Libre Franklin"/>
                <a:ea typeface="Libre Franklin"/>
                <a:cs typeface="Libre Franklin"/>
                <a:sym typeface="Libre Franklin"/>
              </a:defRPr>
            </a:lvl5pPr>
            <a:lvl6pPr indent="-317500" lvl="5" marL="2743200">
              <a:lnSpc>
                <a:spcPct val="115000"/>
              </a:lnSpc>
              <a:spcBef>
                <a:spcPts val="1600"/>
              </a:spcBef>
              <a:spcAft>
                <a:spcPts val="0"/>
              </a:spcAft>
              <a:buSzPts val="1400"/>
              <a:buFont typeface="Libre Franklin"/>
              <a:buChar char="■"/>
              <a:defRPr>
                <a:latin typeface="Libre Franklin"/>
                <a:ea typeface="Libre Franklin"/>
                <a:cs typeface="Libre Franklin"/>
                <a:sym typeface="Libre Franklin"/>
              </a:defRPr>
            </a:lvl6pPr>
            <a:lvl7pPr indent="-317500" lvl="6" marL="3200400">
              <a:lnSpc>
                <a:spcPct val="115000"/>
              </a:lnSpc>
              <a:spcBef>
                <a:spcPts val="1600"/>
              </a:spcBef>
              <a:spcAft>
                <a:spcPts val="0"/>
              </a:spcAft>
              <a:buSzPts val="1400"/>
              <a:buFont typeface="Libre Franklin"/>
              <a:buChar char="●"/>
              <a:defRPr>
                <a:latin typeface="Libre Franklin"/>
                <a:ea typeface="Libre Franklin"/>
                <a:cs typeface="Libre Franklin"/>
                <a:sym typeface="Libre Franklin"/>
              </a:defRPr>
            </a:lvl7pPr>
            <a:lvl8pPr indent="-317500" lvl="7" marL="3657600">
              <a:lnSpc>
                <a:spcPct val="115000"/>
              </a:lnSpc>
              <a:spcBef>
                <a:spcPts val="1600"/>
              </a:spcBef>
              <a:spcAft>
                <a:spcPts val="0"/>
              </a:spcAft>
              <a:buSzPts val="1400"/>
              <a:buFont typeface="Libre Franklin"/>
              <a:buChar char="○"/>
              <a:defRPr>
                <a:latin typeface="Libre Franklin"/>
                <a:ea typeface="Libre Franklin"/>
                <a:cs typeface="Libre Franklin"/>
                <a:sym typeface="Libre Franklin"/>
              </a:defRPr>
            </a:lvl8pPr>
            <a:lvl9pPr indent="-317500" lvl="8" marL="4114800">
              <a:lnSpc>
                <a:spcPct val="115000"/>
              </a:lnSpc>
              <a:spcBef>
                <a:spcPts val="1600"/>
              </a:spcBef>
              <a:spcAft>
                <a:spcPts val="1600"/>
              </a:spcAft>
              <a:buSzPts val="1400"/>
              <a:buFont typeface="Libre Franklin"/>
              <a:buChar char="■"/>
              <a:defRPr>
                <a:latin typeface="Libre Franklin"/>
                <a:ea typeface="Libre Franklin"/>
                <a:cs typeface="Libre Franklin"/>
                <a:sym typeface="Libre Franklin"/>
              </a:defRPr>
            </a:lvl9pPr>
          </a:lstStyle>
          <a:p/>
        </p:txBody>
      </p:sp>
      <p:sp>
        <p:nvSpPr>
          <p:cNvPr id="7" name="Google Shape;7;p1"/>
          <p:cNvSpPr txBox="1"/>
          <p:nvPr>
            <p:ph type="title"/>
          </p:nvPr>
        </p:nvSpPr>
        <p:spPr>
          <a:xfrm>
            <a:off x="540000" y="491400"/>
            <a:ext cx="8100000" cy="5727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4100"/>
              <a:buFont typeface="Be Vietnam"/>
              <a:buNone/>
              <a:defRPr sz="4100">
                <a:latin typeface="Be Vietnam"/>
                <a:ea typeface="Be Vietnam"/>
                <a:cs typeface="Be Vietnam"/>
                <a:sym typeface="Be Vietnam"/>
              </a:defRPr>
            </a:lvl1pPr>
            <a:lvl2pPr lvl="1" algn="ctr">
              <a:spcBef>
                <a:spcPts val="0"/>
              </a:spcBef>
              <a:spcAft>
                <a:spcPts val="0"/>
              </a:spcAft>
              <a:buSzPts val="4100"/>
              <a:buFont typeface="Be Vietnam"/>
              <a:buNone/>
              <a:defRPr sz="4100">
                <a:latin typeface="Be Vietnam"/>
                <a:ea typeface="Be Vietnam"/>
                <a:cs typeface="Be Vietnam"/>
                <a:sym typeface="Be Vietnam"/>
              </a:defRPr>
            </a:lvl2pPr>
            <a:lvl3pPr lvl="2" algn="ctr">
              <a:spcBef>
                <a:spcPts val="0"/>
              </a:spcBef>
              <a:spcAft>
                <a:spcPts val="0"/>
              </a:spcAft>
              <a:buSzPts val="4100"/>
              <a:buFont typeface="Be Vietnam"/>
              <a:buNone/>
              <a:defRPr sz="4100">
                <a:latin typeface="Be Vietnam"/>
                <a:ea typeface="Be Vietnam"/>
                <a:cs typeface="Be Vietnam"/>
                <a:sym typeface="Be Vietnam"/>
              </a:defRPr>
            </a:lvl3pPr>
            <a:lvl4pPr lvl="3" algn="ctr">
              <a:spcBef>
                <a:spcPts val="0"/>
              </a:spcBef>
              <a:spcAft>
                <a:spcPts val="0"/>
              </a:spcAft>
              <a:buSzPts val="4100"/>
              <a:buFont typeface="Be Vietnam"/>
              <a:buNone/>
              <a:defRPr sz="4100">
                <a:latin typeface="Be Vietnam"/>
                <a:ea typeface="Be Vietnam"/>
                <a:cs typeface="Be Vietnam"/>
                <a:sym typeface="Be Vietnam"/>
              </a:defRPr>
            </a:lvl4pPr>
            <a:lvl5pPr lvl="4" algn="ctr">
              <a:spcBef>
                <a:spcPts val="0"/>
              </a:spcBef>
              <a:spcAft>
                <a:spcPts val="0"/>
              </a:spcAft>
              <a:buSzPts val="4100"/>
              <a:buFont typeface="Be Vietnam"/>
              <a:buNone/>
              <a:defRPr sz="4100">
                <a:latin typeface="Be Vietnam"/>
                <a:ea typeface="Be Vietnam"/>
                <a:cs typeface="Be Vietnam"/>
                <a:sym typeface="Be Vietnam"/>
              </a:defRPr>
            </a:lvl5pPr>
            <a:lvl6pPr lvl="5" algn="ctr">
              <a:spcBef>
                <a:spcPts val="0"/>
              </a:spcBef>
              <a:spcAft>
                <a:spcPts val="0"/>
              </a:spcAft>
              <a:buSzPts val="4100"/>
              <a:buFont typeface="Be Vietnam"/>
              <a:buNone/>
              <a:defRPr sz="4100">
                <a:latin typeface="Be Vietnam"/>
                <a:ea typeface="Be Vietnam"/>
                <a:cs typeface="Be Vietnam"/>
                <a:sym typeface="Be Vietnam"/>
              </a:defRPr>
            </a:lvl6pPr>
            <a:lvl7pPr lvl="6" algn="ctr">
              <a:spcBef>
                <a:spcPts val="0"/>
              </a:spcBef>
              <a:spcAft>
                <a:spcPts val="0"/>
              </a:spcAft>
              <a:buSzPts val="4100"/>
              <a:buFont typeface="Be Vietnam"/>
              <a:buNone/>
              <a:defRPr sz="4100">
                <a:latin typeface="Be Vietnam"/>
                <a:ea typeface="Be Vietnam"/>
                <a:cs typeface="Be Vietnam"/>
                <a:sym typeface="Be Vietnam"/>
              </a:defRPr>
            </a:lvl7pPr>
            <a:lvl8pPr lvl="7" algn="ctr">
              <a:spcBef>
                <a:spcPts val="0"/>
              </a:spcBef>
              <a:spcAft>
                <a:spcPts val="0"/>
              </a:spcAft>
              <a:buSzPts val="4100"/>
              <a:buFont typeface="Be Vietnam"/>
              <a:buNone/>
              <a:defRPr sz="4100">
                <a:latin typeface="Be Vietnam"/>
                <a:ea typeface="Be Vietnam"/>
                <a:cs typeface="Be Vietnam"/>
                <a:sym typeface="Be Vietnam"/>
              </a:defRPr>
            </a:lvl8pPr>
            <a:lvl9pPr lvl="8" algn="ctr">
              <a:spcBef>
                <a:spcPts val="0"/>
              </a:spcBef>
              <a:spcAft>
                <a:spcPts val="0"/>
              </a:spcAft>
              <a:buSzPts val="4100"/>
              <a:buFont typeface="Be Vietnam"/>
              <a:buNone/>
              <a:defRPr sz="4100">
                <a:latin typeface="Be Vietnam"/>
                <a:ea typeface="Be Vietnam"/>
                <a:cs typeface="Be Vietnam"/>
                <a:sym typeface="Be Vietnam"/>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hyperlink" Target="http://www.youtube.com/watch?v=pj9nBfzzZM0" TargetMode="External"/><Relationship Id="rId4"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7.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7"/>
          <p:cNvSpPr txBox="1"/>
          <p:nvPr>
            <p:ph type="ctrTitle"/>
          </p:nvPr>
        </p:nvSpPr>
        <p:spPr>
          <a:xfrm>
            <a:off x="1190525" y="1074525"/>
            <a:ext cx="3590700" cy="237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4900"/>
              <a:t>Marketing </a:t>
            </a:r>
            <a:endParaRPr sz="4900"/>
          </a:p>
          <a:p>
            <a:pPr indent="0" lvl="0" marL="0" rtl="0" algn="l">
              <a:spcBef>
                <a:spcPts val="0"/>
              </a:spcBef>
              <a:spcAft>
                <a:spcPts val="0"/>
              </a:spcAft>
              <a:buNone/>
            </a:pPr>
            <a:r>
              <a:rPr lang="en-GB" sz="4900"/>
              <a:t>&amp; Growth</a:t>
            </a:r>
            <a:endParaRPr sz="4900"/>
          </a:p>
          <a:p>
            <a:pPr indent="0" lvl="0" marL="0" rtl="0" algn="l">
              <a:spcBef>
                <a:spcPts val="0"/>
              </a:spcBef>
              <a:spcAft>
                <a:spcPts val="0"/>
              </a:spcAft>
              <a:buNone/>
            </a:pPr>
            <a:r>
              <a:rPr lang="en-GB" sz="4900"/>
              <a:t>Strategy</a:t>
            </a:r>
            <a:endParaRPr sz="4900"/>
          </a:p>
        </p:txBody>
      </p:sp>
      <p:sp>
        <p:nvSpPr>
          <p:cNvPr id="242" name="Google Shape;242;p37"/>
          <p:cNvSpPr txBox="1"/>
          <p:nvPr>
            <p:ph idx="1" type="subTitle"/>
          </p:nvPr>
        </p:nvSpPr>
        <p:spPr>
          <a:xfrm>
            <a:off x="1302000" y="3598714"/>
            <a:ext cx="2122200" cy="649200"/>
          </a:xfrm>
          <a:prstGeom prst="rect">
            <a:avLst/>
          </a:prstGeom>
        </p:spPr>
        <p:txBody>
          <a:bodyPr anchorCtr="0" anchor="b" bIns="91425" lIns="91425" spcFirstLastPara="1" rIns="91425" wrap="square" tIns="91425">
            <a:noAutofit/>
          </a:bodyPr>
          <a:lstStyle/>
          <a:p>
            <a:pPr indent="-419100" lvl="0" marL="457200" rtl="0" algn="l">
              <a:spcBef>
                <a:spcPts val="0"/>
              </a:spcBef>
              <a:spcAft>
                <a:spcPts val="0"/>
              </a:spcAft>
              <a:buSzPts val="3000"/>
              <a:buChar char="-"/>
            </a:pPr>
            <a:r>
              <a:rPr lang="en-GB" sz="1800"/>
              <a:t>Srijan Mishra</a:t>
            </a:r>
            <a:endParaRPr sz="1800"/>
          </a:p>
        </p:txBody>
      </p:sp>
      <p:pic>
        <p:nvPicPr>
          <p:cNvPr id="243" name="Google Shape;243;p37"/>
          <p:cNvPicPr preferRelativeResize="0"/>
          <p:nvPr/>
        </p:nvPicPr>
        <p:blipFill rotWithShape="1">
          <a:blip r:embed="rId3">
            <a:alphaModFix/>
          </a:blip>
          <a:srcRect b="0" l="7407" r="2592" t="12899"/>
          <a:stretch/>
        </p:blipFill>
        <p:spPr>
          <a:xfrm>
            <a:off x="4920700" y="1317350"/>
            <a:ext cx="3429000" cy="2488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8"/>
          <p:cNvSpPr/>
          <p:nvPr/>
        </p:nvSpPr>
        <p:spPr>
          <a:xfrm flipH="1">
            <a:off x="3990775" y="1423863"/>
            <a:ext cx="862800" cy="360000"/>
          </a:xfrm>
          <a:prstGeom prst="triangle">
            <a:avLst>
              <a:gd fmla="val 79071"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8"/>
          <p:cNvSpPr/>
          <p:nvPr/>
        </p:nvSpPr>
        <p:spPr>
          <a:xfrm flipH="1">
            <a:off x="6686450" y="1423863"/>
            <a:ext cx="862800" cy="360000"/>
          </a:xfrm>
          <a:prstGeom prst="triangle">
            <a:avLst>
              <a:gd fmla="val 79071"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8"/>
          <p:cNvSpPr/>
          <p:nvPr/>
        </p:nvSpPr>
        <p:spPr>
          <a:xfrm flipH="1">
            <a:off x="1295100" y="1423863"/>
            <a:ext cx="862800" cy="360000"/>
          </a:xfrm>
          <a:prstGeom prst="triangle">
            <a:avLst>
              <a:gd fmla="val 79071"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8"/>
          <p:cNvSpPr txBox="1"/>
          <p:nvPr>
            <p:ph idx="17" type="title"/>
          </p:nvPr>
        </p:nvSpPr>
        <p:spPr>
          <a:xfrm>
            <a:off x="540000" y="491400"/>
            <a:ext cx="8100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Table of Contents</a:t>
            </a:r>
            <a:endParaRPr/>
          </a:p>
        </p:txBody>
      </p:sp>
      <p:sp>
        <p:nvSpPr>
          <p:cNvPr id="252" name="Google Shape;252;p38"/>
          <p:cNvSpPr txBox="1"/>
          <p:nvPr>
            <p:ph idx="2" type="subTitle"/>
          </p:nvPr>
        </p:nvSpPr>
        <p:spPr>
          <a:xfrm>
            <a:off x="620700" y="2215425"/>
            <a:ext cx="2595600" cy="36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Current user-base and target </a:t>
            </a:r>
            <a:r>
              <a:rPr lang="en-GB"/>
              <a:t>audience</a:t>
            </a:r>
            <a:endParaRPr/>
          </a:p>
        </p:txBody>
      </p:sp>
      <p:sp>
        <p:nvSpPr>
          <p:cNvPr id="253" name="Google Shape;253;p38"/>
          <p:cNvSpPr txBox="1"/>
          <p:nvPr>
            <p:ph idx="1" type="subTitle"/>
          </p:nvPr>
        </p:nvSpPr>
        <p:spPr>
          <a:xfrm>
            <a:off x="620700" y="3794775"/>
            <a:ext cx="2595600" cy="36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 few changes and optimisations </a:t>
            </a:r>
            <a:endParaRPr/>
          </a:p>
        </p:txBody>
      </p:sp>
      <p:sp>
        <p:nvSpPr>
          <p:cNvPr id="254" name="Google Shape;254;p38"/>
          <p:cNvSpPr txBox="1"/>
          <p:nvPr>
            <p:ph type="title"/>
          </p:nvPr>
        </p:nvSpPr>
        <p:spPr>
          <a:xfrm flipH="1">
            <a:off x="620700" y="1491575"/>
            <a:ext cx="1080000" cy="36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01</a:t>
            </a:r>
            <a:endParaRPr/>
          </a:p>
        </p:txBody>
      </p:sp>
      <p:sp>
        <p:nvSpPr>
          <p:cNvPr id="255" name="Google Shape;255;p38"/>
          <p:cNvSpPr txBox="1"/>
          <p:nvPr>
            <p:ph idx="3" type="subTitle"/>
          </p:nvPr>
        </p:nvSpPr>
        <p:spPr>
          <a:xfrm>
            <a:off x="620700" y="1851575"/>
            <a:ext cx="2159700" cy="360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GB"/>
              <a:t>User Base &amp; TG</a:t>
            </a:r>
            <a:endParaRPr/>
          </a:p>
        </p:txBody>
      </p:sp>
      <p:sp>
        <p:nvSpPr>
          <p:cNvPr id="256" name="Google Shape;256;p38"/>
          <p:cNvSpPr txBox="1"/>
          <p:nvPr>
            <p:ph idx="4" type="subTitle"/>
          </p:nvPr>
        </p:nvSpPr>
        <p:spPr>
          <a:xfrm>
            <a:off x="3342325" y="1851575"/>
            <a:ext cx="2159700" cy="360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GB"/>
              <a:t>Growth Strategy</a:t>
            </a:r>
            <a:endParaRPr/>
          </a:p>
        </p:txBody>
      </p:sp>
      <p:sp>
        <p:nvSpPr>
          <p:cNvPr id="257" name="Google Shape;257;p38"/>
          <p:cNvSpPr txBox="1"/>
          <p:nvPr>
            <p:ph idx="5" type="subTitle"/>
          </p:nvPr>
        </p:nvSpPr>
        <p:spPr>
          <a:xfrm>
            <a:off x="6063950" y="1851575"/>
            <a:ext cx="2159700" cy="360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GB"/>
              <a:t>Ad Pitch</a:t>
            </a:r>
            <a:endParaRPr/>
          </a:p>
        </p:txBody>
      </p:sp>
      <p:sp>
        <p:nvSpPr>
          <p:cNvPr id="258" name="Google Shape;258;p38"/>
          <p:cNvSpPr txBox="1"/>
          <p:nvPr>
            <p:ph idx="6" type="subTitle"/>
          </p:nvPr>
        </p:nvSpPr>
        <p:spPr>
          <a:xfrm>
            <a:off x="620700" y="3428625"/>
            <a:ext cx="2139300" cy="360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GB"/>
              <a:t>App Improvements</a:t>
            </a:r>
            <a:endParaRPr/>
          </a:p>
        </p:txBody>
      </p:sp>
      <p:sp>
        <p:nvSpPr>
          <p:cNvPr id="259" name="Google Shape;259;p38"/>
          <p:cNvSpPr txBox="1"/>
          <p:nvPr>
            <p:ph idx="7" type="subTitle"/>
          </p:nvPr>
        </p:nvSpPr>
        <p:spPr>
          <a:xfrm>
            <a:off x="3342325" y="3428625"/>
            <a:ext cx="2159700" cy="360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GB"/>
              <a:t>Additional Tips</a:t>
            </a:r>
            <a:endParaRPr/>
          </a:p>
        </p:txBody>
      </p:sp>
      <p:sp>
        <p:nvSpPr>
          <p:cNvPr id="260" name="Google Shape;260;p38"/>
          <p:cNvSpPr txBox="1"/>
          <p:nvPr>
            <p:ph idx="8" type="subTitle"/>
          </p:nvPr>
        </p:nvSpPr>
        <p:spPr>
          <a:xfrm>
            <a:off x="6063950" y="3428625"/>
            <a:ext cx="2159700" cy="360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GB"/>
              <a:t>End</a:t>
            </a:r>
            <a:endParaRPr/>
          </a:p>
        </p:txBody>
      </p:sp>
      <p:sp>
        <p:nvSpPr>
          <p:cNvPr id="261" name="Google Shape;261;p38"/>
          <p:cNvSpPr txBox="1"/>
          <p:nvPr>
            <p:ph idx="9" type="title"/>
          </p:nvPr>
        </p:nvSpPr>
        <p:spPr>
          <a:xfrm>
            <a:off x="3342325" y="1491575"/>
            <a:ext cx="1080000" cy="36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02</a:t>
            </a:r>
            <a:endParaRPr/>
          </a:p>
        </p:txBody>
      </p:sp>
      <p:sp>
        <p:nvSpPr>
          <p:cNvPr id="262" name="Google Shape;262;p38"/>
          <p:cNvSpPr txBox="1"/>
          <p:nvPr>
            <p:ph idx="13" type="title"/>
          </p:nvPr>
        </p:nvSpPr>
        <p:spPr>
          <a:xfrm>
            <a:off x="6063950" y="1491575"/>
            <a:ext cx="1080000" cy="36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03</a:t>
            </a:r>
            <a:endParaRPr/>
          </a:p>
        </p:txBody>
      </p:sp>
      <p:sp>
        <p:nvSpPr>
          <p:cNvPr id="263" name="Google Shape;263;p38"/>
          <p:cNvSpPr txBox="1"/>
          <p:nvPr>
            <p:ph idx="14" type="title"/>
          </p:nvPr>
        </p:nvSpPr>
        <p:spPr>
          <a:xfrm flipH="1">
            <a:off x="620700" y="3068625"/>
            <a:ext cx="1080000" cy="36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04</a:t>
            </a:r>
            <a:endParaRPr/>
          </a:p>
        </p:txBody>
      </p:sp>
      <p:sp>
        <p:nvSpPr>
          <p:cNvPr id="264" name="Google Shape;264;p38"/>
          <p:cNvSpPr txBox="1"/>
          <p:nvPr>
            <p:ph idx="15" type="title"/>
          </p:nvPr>
        </p:nvSpPr>
        <p:spPr>
          <a:xfrm>
            <a:off x="3342325" y="3068625"/>
            <a:ext cx="1080000" cy="36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05</a:t>
            </a:r>
            <a:endParaRPr/>
          </a:p>
        </p:txBody>
      </p:sp>
      <p:sp>
        <p:nvSpPr>
          <p:cNvPr id="265" name="Google Shape;265;p38"/>
          <p:cNvSpPr txBox="1"/>
          <p:nvPr>
            <p:ph idx="16" type="title"/>
          </p:nvPr>
        </p:nvSpPr>
        <p:spPr>
          <a:xfrm>
            <a:off x="6063950" y="3068625"/>
            <a:ext cx="1080000" cy="36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06</a:t>
            </a:r>
            <a:endParaRPr/>
          </a:p>
        </p:txBody>
      </p:sp>
      <p:sp>
        <p:nvSpPr>
          <p:cNvPr id="266" name="Google Shape;266;p38"/>
          <p:cNvSpPr txBox="1"/>
          <p:nvPr>
            <p:ph idx="18" type="subTitle"/>
          </p:nvPr>
        </p:nvSpPr>
        <p:spPr>
          <a:xfrm>
            <a:off x="3342325" y="2215425"/>
            <a:ext cx="2595600" cy="36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Things to implement in order to increase growth</a:t>
            </a:r>
            <a:endParaRPr/>
          </a:p>
        </p:txBody>
      </p:sp>
      <p:sp>
        <p:nvSpPr>
          <p:cNvPr id="267" name="Google Shape;267;p38"/>
          <p:cNvSpPr txBox="1"/>
          <p:nvPr>
            <p:ph idx="19" type="subTitle"/>
          </p:nvPr>
        </p:nvSpPr>
        <p:spPr>
          <a:xfrm>
            <a:off x="6063950" y="2215425"/>
            <a:ext cx="2595600" cy="36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Concept ads to maximize app downloads</a:t>
            </a:r>
            <a:endParaRPr/>
          </a:p>
        </p:txBody>
      </p:sp>
      <p:sp>
        <p:nvSpPr>
          <p:cNvPr id="268" name="Google Shape;268;p38"/>
          <p:cNvSpPr txBox="1"/>
          <p:nvPr>
            <p:ph idx="20" type="subTitle"/>
          </p:nvPr>
        </p:nvSpPr>
        <p:spPr>
          <a:xfrm>
            <a:off x="3342325" y="3794775"/>
            <a:ext cx="2595600" cy="36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 few additional ideas, points &amp; </a:t>
            </a:r>
            <a:r>
              <a:rPr lang="en-GB"/>
              <a:t>improvements</a:t>
            </a:r>
            <a:endParaRPr/>
          </a:p>
        </p:txBody>
      </p:sp>
      <p:sp>
        <p:nvSpPr>
          <p:cNvPr id="269" name="Google Shape;269;p38"/>
          <p:cNvSpPr txBox="1"/>
          <p:nvPr>
            <p:ph idx="21" type="subTitle"/>
          </p:nvPr>
        </p:nvSpPr>
        <p:spPr>
          <a:xfrm>
            <a:off x="6063950" y="3794775"/>
            <a:ext cx="2595600" cy="36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End of presentation</a:t>
            </a:r>
            <a:endParaRPr/>
          </a:p>
        </p:txBody>
      </p:sp>
      <p:sp>
        <p:nvSpPr>
          <p:cNvPr id="270" name="Google Shape;270;p38"/>
          <p:cNvSpPr/>
          <p:nvPr/>
        </p:nvSpPr>
        <p:spPr>
          <a:xfrm flipH="1">
            <a:off x="3990775" y="3003663"/>
            <a:ext cx="862800" cy="360000"/>
          </a:xfrm>
          <a:prstGeom prst="triangle">
            <a:avLst>
              <a:gd fmla="val 79071"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8"/>
          <p:cNvSpPr/>
          <p:nvPr/>
        </p:nvSpPr>
        <p:spPr>
          <a:xfrm flipH="1">
            <a:off x="6686450" y="3003663"/>
            <a:ext cx="862800" cy="360000"/>
          </a:xfrm>
          <a:prstGeom prst="triangle">
            <a:avLst>
              <a:gd fmla="val 79071"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8"/>
          <p:cNvSpPr/>
          <p:nvPr/>
        </p:nvSpPr>
        <p:spPr>
          <a:xfrm flipH="1">
            <a:off x="1295100" y="3003663"/>
            <a:ext cx="862800" cy="360000"/>
          </a:xfrm>
          <a:prstGeom prst="triangle">
            <a:avLst>
              <a:gd fmla="val 79071"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9"/>
          <p:cNvSpPr txBox="1"/>
          <p:nvPr>
            <p:ph idx="2" type="title"/>
          </p:nvPr>
        </p:nvSpPr>
        <p:spPr>
          <a:xfrm flipH="1">
            <a:off x="616300" y="3795175"/>
            <a:ext cx="1635300" cy="988500"/>
          </a:xfrm>
          <a:prstGeom prst="rect">
            <a:avLst/>
          </a:prstGeom>
        </p:spPr>
        <p:txBody>
          <a:bodyPr anchorCtr="0" anchor="b" bIns="91425" lIns="91425" spcFirstLastPara="1" rIns="112550" wrap="square" tIns="91425">
            <a:noAutofit/>
          </a:bodyPr>
          <a:lstStyle/>
          <a:p>
            <a:pPr indent="0" lvl="0" marL="0" rtl="0" algn="l">
              <a:spcBef>
                <a:spcPts val="0"/>
              </a:spcBef>
              <a:spcAft>
                <a:spcPts val="0"/>
              </a:spcAft>
              <a:buNone/>
            </a:pPr>
            <a:r>
              <a:rPr lang="en-GB"/>
              <a:t>01</a:t>
            </a:r>
            <a:endParaRPr/>
          </a:p>
        </p:txBody>
      </p:sp>
      <p:sp>
        <p:nvSpPr>
          <p:cNvPr id="278" name="Google Shape;278;p39"/>
          <p:cNvSpPr txBox="1"/>
          <p:nvPr>
            <p:ph type="title"/>
          </p:nvPr>
        </p:nvSpPr>
        <p:spPr>
          <a:xfrm flipH="1">
            <a:off x="616300" y="720000"/>
            <a:ext cx="2895600" cy="185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4400">
                <a:solidFill>
                  <a:schemeClr val="dk1"/>
                </a:solidFill>
              </a:rPr>
              <a:t>User Base</a:t>
            </a:r>
            <a:endParaRPr sz="4400">
              <a:solidFill>
                <a:schemeClr val="dk1"/>
              </a:solidFill>
            </a:endParaRPr>
          </a:p>
          <a:p>
            <a:pPr indent="0" lvl="0" marL="0" rtl="0" algn="l">
              <a:spcBef>
                <a:spcPts val="0"/>
              </a:spcBef>
              <a:spcAft>
                <a:spcPts val="0"/>
              </a:spcAft>
              <a:buNone/>
            </a:pPr>
            <a:r>
              <a:rPr lang="en-GB" sz="4400">
                <a:solidFill>
                  <a:schemeClr val="dk1"/>
                </a:solidFill>
              </a:rPr>
              <a:t>&amp; Target Audience</a:t>
            </a:r>
            <a:endParaRPr sz="4400">
              <a:solidFill>
                <a:schemeClr val="dk1"/>
              </a:solidFill>
            </a:endParaRPr>
          </a:p>
        </p:txBody>
      </p:sp>
      <p:pic>
        <p:nvPicPr>
          <p:cNvPr id="279" name="Google Shape;279;p39"/>
          <p:cNvPicPr preferRelativeResize="0"/>
          <p:nvPr/>
        </p:nvPicPr>
        <p:blipFill rotWithShape="1">
          <a:blip r:embed="rId3">
            <a:alphaModFix/>
          </a:blip>
          <a:srcRect b="0" l="7944" r="0" t="0"/>
          <a:stretch/>
        </p:blipFill>
        <p:spPr>
          <a:xfrm>
            <a:off x="4108350" y="1424225"/>
            <a:ext cx="4903924" cy="23709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0"/>
          <p:cNvSpPr txBox="1"/>
          <p:nvPr>
            <p:ph idx="2" type="subTitle"/>
          </p:nvPr>
        </p:nvSpPr>
        <p:spPr>
          <a:xfrm>
            <a:off x="540000" y="911700"/>
            <a:ext cx="8100000" cy="187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sz="1400"/>
              <a:t>Demographics</a:t>
            </a:r>
            <a:r>
              <a:rPr lang="en-GB" sz="1400"/>
              <a:t>: Primarily Hindi-speaking users in India, with a focus on Tier 2 and Tier 3 cities. Age range could be 25-60+ with a skew towards millennials (25-40).</a:t>
            </a:r>
            <a:endParaRPr sz="1400"/>
          </a:p>
          <a:p>
            <a:pPr indent="0" lvl="0" marL="0" rtl="0" algn="l">
              <a:spcBef>
                <a:spcPts val="1600"/>
              </a:spcBef>
              <a:spcAft>
                <a:spcPts val="0"/>
              </a:spcAft>
              <a:buClr>
                <a:schemeClr val="dk1"/>
              </a:buClr>
              <a:buSzPts val="1100"/>
              <a:buFont typeface="Arial"/>
              <a:buNone/>
            </a:pPr>
            <a:r>
              <a:rPr b="1" lang="en-GB" sz="1400"/>
              <a:t>Interests</a:t>
            </a:r>
            <a:r>
              <a:rPr lang="en-GB" sz="1400"/>
              <a:t>: News consumption, local news, regional updates, entertainment, astrology, devotional content, cricket updates, financial news, and local business listings.</a:t>
            </a:r>
            <a:endParaRPr sz="1400"/>
          </a:p>
          <a:p>
            <a:pPr indent="0" lvl="0" marL="0" rtl="0" algn="l">
              <a:spcBef>
                <a:spcPts val="1600"/>
              </a:spcBef>
              <a:spcAft>
                <a:spcPts val="1600"/>
              </a:spcAft>
              <a:buNone/>
            </a:pPr>
            <a:r>
              <a:rPr b="1" lang="en-GB" sz="1400"/>
              <a:t>Tech Savvy:</a:t>
            </a:r>
            <a:r>
              <a:rPr lang="en-GB" sz="1400"/>
              <a:t> Moderately tech-savvy users comfortable with basic app functionality and content consumption.</a:t>
            </a:r>
            <a:endParaRPr sz="1400"/>
          </a:p>
        </p:txBody>
      </p:sp>
      <p:sp>
        <p:nvSpPr>
          <p:cNvPr id="285" name="Google Shape;285;p40"/>
          <p:cNvSpPr txBox="1"/>
          <p:nvPr>
            <p:ph type="title"/>
          </p:nvPr>
        </p:nvSpPr>
        <p:spPr>
          <a:xfrm>
            <a:off x="540000" y="339000"/>
            <a:ext cx="8100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sz="3000"/>
              <a:t>User Base</a:t>
            </a:r>
            <a:endParaRPr sz="3000"/>
          </a:p>
        </p:txBody>
      </p:sp>
      <p:sp>
        <p:nvSpPr>
          <p:cNvPr id="286" name="Google Shape;286;p40"/>
          <p:cNvSpPr txBox="1"/>
          <p:nvPr>
            <p:ph type="title"/>
          </p:nvPr>
        </p:nvSpPr>
        <p:spPr>
          <a:xfrm>
            <a:off x="522000" y="2578000"/>
            <a:ext cx="8100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sz="3000"/>
              <a:t>Target Audience</a:t>
            </a:r>
            <a:endParaRPr sz="3000"/>
          </a:p>
        </p:txBody>
      </p:sp>
      <p:sp>
        <p:nvSpPr>
          <p:cNvPr id="287" name="Google Shape;287;p40"/>
          <p:cNvSpPr txBox="1"/>
          <p:nvPr>
            <p:ph idx="2" type="subTitle"/>
          </p:nvPr>
        </p:nvSpPr>
        <p:spPr>
          <a:xfrm>
            <a:off x="540000" y="3150700"/>
            <a:ext cx="8100000" cy="143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400"/>
              <a:t>Primary: </a:t>
            </a:r>
            <a:r>
              <a:rPr lang="en-GB" sz="1400"/>
              <a:t>Hindi-speaking individuals in Tier 2 and Tier 3 cities who rely on mobile for news consumption and prefer regional updates.</a:t>
            </a:r>
            <a:endParaRPr sz="1400"/>
          </a:p>
          <a:p>
            <a:pPr indent="0" lvl="0" marL="0" rtl="0" algn="l">
              <a:spcBef>
                <a:spcPts val="1600"/>
              </a:spcBef>
              <a:spcAft>
                <a:spcPts val="1600"/>
              </a:spcAft>
              <a:buNone/>
            </a:pPr>
            <a:r>
              <a:rPr b="1" lang="en-GB" sz="1400"/>
              <a:t>Secondary: </a:t>
            </a:r>
            <a:r>
              <a:rPr lang="en-GB" sz="1400"/>
              <a:t>Young professionals from smaller towns migrating to bigger cities who still seek local news and community connections.</a:t>
            </a:r>
            <a:endParaRPr b="1"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1"/>
          <p:cNvSpPr txBox="1"/>
          <p:nvPr>
            <p:ph type="title"/>
          </p:nvPr>
        </p:nvSpPr>
        <p:spPr>
          <a:xfrm>
            <a:off x="5374475" y="720000"/>
            <a:ext cx="3153300" cy="1851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GB"/>
              <a:t>Growth Strategy</a:t>
            </a:r>
            <a:endParaRPr/>
          </a:p>
        </p:txBody>
      </p:sp>
      <p:sp>
        <p:nvSpPr>
          <p:cNvPr id="293" name="Google Shape;293;p41"/>
          <p:cNvSpPr txBox="1"/>
          <p:nvPr>
            <p:ph idx="2" type="title"/>
          </p:nvPr>
        </p:nvSpPr>
        <p:spPr>
          <a:xfrm>
            <a:off x="6907825" y="3795175"/>
            <a:ext cx="1653900" cy="9885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GB"/>
              <a:t>02</a:t>
            </a:r>
            <a:endParaRPr/>
          </a:p>
        </p:txBody>
      </p:sp>
      <p:pic>
        <p:nvPicPr>
          <p:cNvPr id="294" name="Google Shape;294;p41"/>
          <p:cNvPicPr preferRelativeResize="0"/>
          <p:nvPr/>
        </p:nvPicPr>
        <p:blipFill rotWithShape="1">
          <a:blip r:embed="rId3">
            <a:alphaModFix/>
          </a:blip>
          <a:srcRect b="5517" l="14951" r="0" t="0"/>
          <a:stretch/>
        </p:blipFill>
        <p:spPr>
          <a:xfrm>
            <a:off x="552125" y="1034163"/>
            <a:ext cx="4010941" cy="3075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2"/>
          <p:cNvSpPr txBox="1"/>
          <p:nvPr>
            <p:ph idx="1" type="subTitle"/>
          </p:nvPr>
        </p:nvSpPr>
        <p:spPr>
          <a:xfrm>
            <a:off x="600550" y="846600"/>
            <a:ext cx="8021400" cy="37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sz="1300">
                <a:solidFill>
                  <a:schemeClr val="dk1"/>
                </a:solidFill>
              </a:rPr>
              <a:t>Targeted App Store Optimization (ASO)</a:t>
            </a:r>
            <a:r>
              <a:rPr lang="en-GB" sz="1300">
                <a:solidFill>
                  <a:schemeClr val="dk1"/>
                </a:solidFill>
              </a:rPr>
              <a:t>: Optimizing app title, description, and keywords for relevant searches. Refine app descriptions on the Play Store with relevant keywords and a concise yet compelling narrative. Highlight unique features that set Dainik Bhaskar Legacy apart.</a:t>
            </a:r>
            <a:br>
              <a:rPr lang="en-GB" sz="1300">
                <a:solidFill>
                  <a:schemeClr val="dk1"/>
                </a:solidFill>
              </a:rPr>
            </a:br>
            <a:endParaRPr sz="1300">
              <a:solidFill>
                <a:schemeClr val="dk1"/>
              </a:solidFill>
            </a:endParaRPr>
          </a:p>
          <a:p>
            <a:pPr indent="0" lvl="0" marL="0" rtl="0" algn="l">
              <a:spcBef>
                <a:spcPts val="0"/>
              </a:spcBef>
              <a:spcAft>
                <a:spcPts val="0"/>
              </a:spcAft>
              <a:buClr>
                <a:schemeClr val="dk1"/>
              </a:buClr>
              <a:buSzPts val="1100"/>
              <a:buFont typeface="Arial"/>
              <a:buNone/>
            </a:pPr>
            <a:r>
              <a:rPr b="1" lang="en-GB" sz="1300">
                <a:solidFill>
                  <a:schemeClr val="dk1"/>
                </a:solidFill>
              </a:rPr>
              <a:t>Referral Programs:</a:t>
            </a:r>
            <a:r>
              <a:rPr lang="en-GB" sz="1300">
                <a:solidFill>
                  <a:schemeClr val="dk1"/>
                </a:solidFill>
              </a:rPr>
              <a:t> Incentivize existing users to refer friends and family through rewards or discounts.</a:t>
            </a:r>
            <a:br>
              <a:rPr lang="en-GB" sz="1300">
                <a:solidFill>
                  <a:schemeClr val="dk1"/>
                </a:solidFill>
              </a:rPr>
            </a:br>
            <a:endParaRPr sz="1300">
              <a:solidFill>
                <a:schemeClr val="dk1"/>
              </a:solidFill>
            </a:endParaRPr>
          </a:p>
          <a:p>
            <a:pPr indent="0" lvl="0" marL="0" rtl="0" algn="l">
              <a:spcBef>
                <a:spcPts val="0"/>
              </a:spcBef>
              <a:spcAft>
                <a:spcPts val="0"/>
              </a:spcAft>
              <a:buNone/>
            </a:pPr>
            <a:r>
              <a:rPr b="1" lang="en-GB" sz="1300">
                <a:solidFill>
                  <a:schemeClr val="dk1"/>
                </a:solidFill>
              </a:rPr>
              <a:t>Visual Appeal</a:t>
            </a:r>
            <a:r>
              <a:rPr lang="en-GB" sz="1300">
                <a:solidFill>
                  <a:schemeClr val="dk1"/>
                </a:solidFill>
              </a:rPr>
              <a:t>: Upgrade the Play Store visuals with screenshots that showcase the app's interface, diverse news categories, and user-friendly design. Visuals should instantly convey the app's value.</a:t>
            </a:r>
            <a:endParaRPr sz="1300">
              <a:solidFill>
                <a:schemeClr val="dk1"/>
              </a:solidFill>
            </a:endParaRPr>
          </a:p>
          <a:p>
            <a:pPr indent="0" lvl="0" marL="0" rtl="0" algn="l">
              <a:spcBef>
                <a:spcPts val="0"/>
              </a:spcBef>
              <a:spcAft>
                <a:spcPts val="0"/>
              </a:spcAft>
              <a:buClr>
                <a:schemeClr val="dk1"/>
              </a:buClr>
              <a:buSzPts val="1100"/>
              <a:buFont typeface="Arial"/>
              <a:buNone/>
            </a:pPr>
            <a:r>
              <a:t/>
            </a:r>
            <a:endParaRPr sz="1300">
              <a:solidFill>
                <a:schemeClr val="dk1"/>
              </a:solidFill>
            </a:endParaRPr>
          </a:p>
          <a:p>
            <a:pPr indent="0" lvl="0" marL="0" rtl="0" algn="l">
              <a:spcBef>
                <a:spcPts val="0"/>
              </a:spcBef>
              <a:spcAft>
                <a:spcPts val="0"/>
              </a:spcAft>
              <a:buNone/>
            </a:pPr>
            <a:r>
              <a:rPr b="1" lang="en-GB" sz="1300">
                <a:solidFill>
                  <a:schemeClr val="dk1"/>
                </a:solidFill>
              </a:rPr>
              <a:t>Frequent Updates: </a:t>
            </a:r>
            <a:r>
              <a:rPr lang="en-GB" sz="1300">
                <a:solidFill>
                  <a:schemeClr val="dk1"/>
                </a:solidFill>
              </a:rPr>
              <a:t>Regularly update the app's page on the Play Store, not just with bug fixes but also with exciting new features or exclusive content announcements. This keeps the app fresh and encourages users to stay engaged.</a:t>
            </a:r>
            <a:br>
              <a:rPr lang="en-GB" sz="1300">
                <a:solidFill>
                  <a:schemeClr val="dk1"/>
                </a:solidFill>
              </a:rPr>
            </a:br>
            <a:endParaRPr sz="1300">
              <a:solidFill>
                <a:schemeClr val="dk1"/>
              </a:solidFill>
            </a:endParaRPr>
          </a:p>
          <a:p>
            <a:pPr indent="0" lvl="0" marL="0" rtl="0" algn="l">
              <a:spcBef>
                <a:spcPts val="0"/>
              </a:spcBef>
              <a:spcAft>
                <a:spcPts val="0"/>
              </a:spcAft>
              <a:buNone/>
            </a:pPr>
            <a:r>
              <a:rPr b="1" lang="en-GB" sz="1300">
                <a:solidFill>
                  <a:schemeClr val="dk1"/>
                </a:solidFill>
              </a:rPr>
              <a:t>ORM: </a:t>
            </a:r>
            <a:r>
              <a:rPr lang="en-GB" sz="1300">
                <a:solidFill>
                  <a:schemeClr val="dk1"/>
                </a:solidFill>
              </a:rPr>
              <a:t>Responding to user comments and messages promptly to build a community around the app. Optimize the Play Store listing with relevant keywords and high-quality screenshots.</a:t>
            </a:r>
            <a:br>
              <a:rPr lang="en-GB" sz="1300">
                <a:solidFill>
                  <a:schemeClr val="dk1"/>
                </a:solidFill>
              </a:rPr>
            </a:br>
            <a:endParaRPr sz="1300">
              <a:solidFill>
                <a:schemeClr val="dk1"/>
              </a:solidFill>
            </a:endParaRPr>
          </a:p>
          <a:p>
            <a:pPr indent="0" lvl="0" marL="0" rtl="0" algn="l">
              <a:spcBef>
                <a:spcPts val="0"/>
              </a:spcBef>
              <a:spcAft>
                <a:spcPts val="0"/>
              </a:spcAft>
              <a:buNone/>
            </a:pPr>
            <a:r>
              <a:rPr b="1" lang="en-GB" sz="1300">
                <a:solidFill>
                  <a:schemeClr val="dk1"/>
                </a:solidFill>
              </a:rPr>
              <a:t>SEM: </a:t>
            </a:r>
            <a:r>
              <a:rPr lang="en-GB" sz="1300">
                <a:solidFill>
                  <a:schemeClr val="dk1"/>
                </a:solidFill>
              </a:rPr>
              <a:t>Running targeted ad campaigns on social media and search engines to reach a wider audience.</a:t>
            </a:r>
            <a:endParaRPr sz="1300">
              <a:solidFill>
                <a:schemeClr val="dk1"/>
              </a:solidFill>
            </a:endParaRPr>
          </a:p>
          <a:p>
            <a:pPr indent="0" lvl="0" marL="0" rtl="0" algn="l">
              <a:spcBef>
                <a:spcPts val="0"/>
              </a:spcBef>
              <a:spcAft>
                <a:spcPts val="0"/>
              </a:spcAft>
              <a:buNone/>
            </a:pPr>
            <a:r>
              <a:rPr lang="en-GB" sz="1300">
                <a:solidFill>
                  <a:schemeClr val="dk1"/>
                </a:solidFill>
              </a:rPr>
              <a:t>By implementing these things, we can effectively improve the App Store and Play Store presence, resulting in increased downloads and engagement for Dainik Bhaskar.</a:t>
            </a:r>
            <a:endParaRPr sz="1300">
              <a:solidFill>
                <a:schemeClr val="dk1"/>
              </a:solidFill>
            </a:endParaRPr>
          </a:p>
        </p:txBody>
      </p:sp>
      <p:sp>
        <p:nvSpPr>
          <p:cNvPr id="300" name="Google Shape;300;p42"/>
          <p:cNvSpPr txBox="1"/>
          <p:nvPr>
            <p:ph type="title"/>
          </p:nvPr>
        </p:nvSpPr>
        <p:spPr>
          <a:xfrm>
            <a:off x="540000" y="186600"/>
            <a:ext cx="8100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2"/>
              </a:buClr>
              <a:buSzPts val="1100"/>
              <a:buFont typeface="Arial"/>
              <a:buNone/>
            </a:pPr>
            <a:r>
              <a:rPr lang="en-GB" sz="3000"/>
              <a:t>Play Store</a:t>
            </a:r>
            <a:r>
              <a:rPr lang="en-GB" sz="3000"/>
              <a:t> &amp; </a:t>
            </a:r>
            <a:r>
              <a:rPr lang="en-GB" sz="3000"/>
              <a:t>App Store</a:t>
            </a:r>
            <a:r>
              <a:rPr lang="en-GB" sz="3000"/>
              <a:t> Growth</a:t>
            </a:r>
            <a:endParaRPr sz="3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3"/>
          <p:cNvSpPr txBox="1"/>
          <p:nvPr>
            <p:ph idx="1" type="subTitle"/>
          </p:nvPr>
        </p:nvSpPr>
        <p:spPr>
          <a:xfrm>
            <a:off x="939575" y="846600"/>
            <a:ext cx="7419900" cy="37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300">
                <a:solidFill>
                  <a:schemeClr val="dk1"/>
                </a:solidFill>
              </a:rPr>
              <a:t>Engagement Campaigns: </a:t>
            </a:r>
            <a:r>
              <a:rPr lang="en-GB" sz="1300">
                <a:solidFill>
                  <a:schemeClr val="dk1"/>
                </a:solidFill>
              </a:rPr>
              <a:t>Launching interactive campaigns on social media, encouraging users to share their favorite news stories with a dedicated hashtag. This fosters community engagement and widens the app's reach.</a:t>
            </a:r>
            <a:br>
              <a:rPr lang="en-GB" sz="1300">
                <a:solidFill>
                  <a:schemeClr val="dk1"/>
                </a:solidFill>
              </a:rPr>
            </a:br>
            <a:endParaRPr sz="1300">
              <a:solidFill>
                <a:schemeClr val="dk1"/>
              </a:solidFill>
            </a:endParaRPr>
          </a:p>
          <a:p>
            <a:pPr indent="0" lvl="0" marL="0" rtl="0" algn="l">
              <a:spcBef>
                <a:spcPts val="0"/>
              </a:spcBef>
              <a:spcAft>
                <a:spcPts val="0"/>
              </a:spcAft>
              <a:buNone/>
            </a:pPr>
            <a:r>
              <a:rPr b="1" lang="en-GB" sz="1300">
                <a:solidFill>
                  <a:schemeClr val="dk1"/>
                </a:solidFill>
              </a:rPr>
              <a:t>Live Q&amp;A Sessions: </a:t>
            </a:r>
            <a:r>
              <a:rPr lang="en-GB" sz="1300">
                <a:solidFill>
                  <a:schemeClr val="dk1"/>
                </a:solidFill>
              </a:rPr>
              <a:t>Hosting live Q&amp;A sessions with Dainik Bhaskar Leaders or industry experts. </a:t>
            </a:r>
            <a:br>
              <a:rPr lang="en-GB" sz="1300">
                <a:solidFill>
                  <a:schemeClr val="dk1"/>
                </a:solidFill>
              </a:rPr>
            </a:br>
            <a:r>
              <a:rPr lang="en-GB" sz="1300">
                <a:solidFill>
                  <a:schemeClr val="dk1"/>
                </a:solidFill>
              </a:rPr>
              <a:t>This not only humanizes the brand but also positions the app as a platform for meaningful discussions.</a:t>
            </a:r>
            <a:br>
              <a:rPr lang="en-GB" sz="1300">
                <a:solidFill>
                  <a:schemeClr val="dk1"/>
                </a:solidFill>
              </a:rPr>
            </a:br>
            <a:endParaRPr sz="1300">
              <a:solidFill>
                <a:schemeClr val="dk1"/>
              </a:solidFill>
            </a:endParaRPr>
          </a:p>
          <a:p>
            <a:pPr indent="0" lvl="0" marL="0" rtl="0" algn="l">
              <a:spcBef>
                <a:spcPts val="0"/>
              </a:spcBef>
              <a:spcAft>
                <a:spcPts val="0"/>
              </a:spcAft>
              <a:buNone/>
            </a:pPr>
            <a:r>
              <a:rPr b="1" lang="en-GB" sz="1300">
                <a:solidFill>
                  <a:schemeClr val="dk1"/>
                </a:solidFill>
              </a:rPr>
              <a:t>User Spotlight: </a:t>
            </a:r>
            <a:r>
              <a:rPr lang="en-GB" sz="1300">
                <a:solidFill>
                  <a:schemeClr val="dk1"/>
                </a:solidFill>
              </a:rPr>
              <a:t>Regularly featuring user testimonials and stories on your social media platforms. </a:t>
            </a:r>
            <a:br>
              <a:rPr lang="en-GB" sz="1300">
                <a:solidFill>
                  <a:schemeClr val="dk1"/>
                </a:solidFill>
              </a:rPr>
            </a:br>
            <a:r>
              <a:rPr lang="en-GB" sz="1300">
                <a:solidFill>
                  <a:schemeClr val="dk1"/>
                </a:solidFill>
              </a:rPr>
              <a:t>This adds authenticity and encourages others to join the Dainik Bhaskar community.</a:t>
            </a:r>
            <a:br>
              <a:rPr lang="en-GB" sz="1300">
                <a:solidFill>
                  <a:schemeClr val="dk1"/>
                </a:solidFill>
              </a:rPr>
            </a:br>
            <a:br>
              <a:rPr lang="en-GB" sz="1300">
                <a:solidFill>
                  <a:schemeClr val="dk1"/>
                </a:solidFill>
              </a:rPr>
            </a:br>
            <a:r>
              <a:rPr b="1" lang="en-GB" sz="1300">
                <a:solidFill>
                  <a:schemeClr val="dk1"/>
                </a:solidFill>
              </a:rPr>
              <a:t>Content Marketing</a:t>
            </a:r>
            <a:r>
              <a:rPr lang="en-GB" sz="1300">
                <a:solidFill>
                  <a:schemeClr val="dk1"/>
                </a:solidFill>
              </a:rPr>
              <a:t>: Creating engaging and shareable content on social media platforms like Facebook, WhatsApp, and Instagram targeted towards the audience's interests.</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0" lvl="0" marL="0" rtl="0" algn="l">
              <a:spcBef>
                <a:spcPts val="0"/>
              </a:spcBef>
              <a:spcAft>
                <a:spcPts val="0"/>
              </a:spcAft>
              <a:buNone/>
            </a:pPr>
            <a:r>
              <a:rPr b="1" lang="en-GB" sz="1300">
                <a:solidFill>
                  <a:schemeClr val="dk1"/>
                </a:solidFill>
              </a:rPr>
              <a:t>Collaborations:</a:t>
            </a:r>
            <a:r>
              <a:rPr lang="en-GB" sz="1300">
                <a:solidFill>
                  <a:schemeClr val="dk1"/>
                </a:solidFill>
              </a:rPr>
              <a:t> Partnering with regional influencers, celebrities, or local businesses for app promotion.</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0" lvl="0" marL="0" rtl="0" algn="l">
              <a:spcBef>
                <a:spcPts val="0"/>
              </a:spcBef>
              <a:spcAft>
                <a:spcPts val="0"/>
              </a:spcAft>
              <a:buNone/>
            </a:pPr>
            <a:r>
              <a:t/>
            </a:r>
            <a:endParaRPr sz="1300">
              <a:solidFill>
                <a:schemeClr val="dk1"/>
              </a:solidFill>
            </a:endParaRPr>
          </a:p>
          <a:p>
            <a:pPr indent="0" lvl="0" marL="0" rtl="0" algn="l">
              <a:spcBef>
                <a:spcPts val="0"/>
              </a:spcBef>
              <a:spcAft>
                <a:spcPts val="0"/>
              </a:spcAft>
              <a:buNone/>
            </a:pPr>
            <a:r>
              <a:t/>
            </a:r>
            <a:endParaRPr b="1" sz="1300">
              <a:solidFill>
                <a:schemeClr val="dk1"/>
              </a:solidFill>
            </a:endParaRPr>
          </a:p>
        </p:txBody>
      </p:sp>
      <p:sp>
        <p:nvSpPr>
          <p:cNvPr id="306" name="Google Shape;306;p43"/>
          <p:cNvSpPr txBox="1"/>
          <p:nvPr>
            <p:ph type="title"/>
          </p:nvPr>
        </p:nvSpPr>
        <p:spPr>
          <a:xfrm>
            <a:off x="540000" y="186600"/>
            <a:ext cx="8100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2"/>
              </a:buClr>
              <a:buSzPts val="1100"/>
              <a:buFont typeface="Arial"/>
              <a:buNone/>
            </a:pPr>
            <a:r>
              <a:rPr lang="en-GB" sz="3000"/>
              <a:t>Social Presence &amp; Growth</a:t>
            </a:r>
            <a:endParaRPr sz="3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4"/>
          <p:cNvSpPr txBox="1"/>
          <p:nvPr>
            <p:ph idx="2" type="title"/>
          </p:nvPr>
        </p:nvSpPr>
        <p:spPr>
          <a:xfrm flipH="1">
            <a:off x="616300" y="3795175"/>
            <a:ext cx="1635300" cy="988500"/>
          </a:xfrm>
          <a:prstGeom prst="rect">
            <a:avLst/>
          </a:prstGeom>
        </p:spPr>
        <p:txBody>
          <a:bodyPr anchorCtr="0" anchor="b" bIns="91425" lIns="91425" spcFirstLastPara="1" rIns="112550" wrap="square" tIns="91425">
            <a:noAutofit/>
          </a:bodyPr>
          <a:lstStyle/>
          <a:p>
            <a:pPr indent="0" lvl="0" marL="0" rtl="0" algn="l">
              <a:spcBef>
                <a:spcPts val="0"/>
              </a:spcBef>
              <a:spcAft>
                <a:spcPts val="0"/>
              </a:spcAft>
              <a:buNone/>
            </a:pPr>
            <a:r>
              <a:rPr lang="en-GB"/>
              <a:t>03</a:t>
            </a:r>
            <a:endParaRPr/>
          </a:p>
        </p:txBody>
      </p:sp>
      <p:sp>
        <p:nvSpPr>
          <p:cNvPr id="312" name="Google Shape;312;p44"/>
          <p:cNvSpPr txBox="1"/>
          <p:nvPr>
            <p:ph type="title"/>
          </p:nvPr>
        </p:nvSpPr>
        <p:spPr>
          <a:xfrm flipH="1">
            <a:off x="616300" y="720000"/>
            <a:ext cx="2895600" cy="185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4400">
                <a:solidFill>
                  <a:schemeClr val="dk1"/>
                </a:solidFill>
              </a:rPr>
              <a:t>Concept</a:t>
            </a:r>
            <a:endParaRPr sz="4400">
              <a:solidFill>
                <a:schemeClr val="dk1"/>
              </a:solidFill>
            </a:endParaRPr>
          </a:p>
          <a:p>
            <a:pPr indent="0" lvl="0" marL="0" rtl="0" algn="l">
              <a:spcBef>
                <a:spcPts val="0"/>
              </a:spcBef>
              <a:spcAft>
                <a:spcPts val="0"/>
              </a:spcAft>
              <a:buNone/>
            </a:pPr>
            <a:r>
              <a:rPr lang="en-GB" sz="4400">
                <a:solidFill>
                  <a:schemeClr val="dk1"/>
                </a:solidFill>
              </a:rPr>
              <a:t>Ad Pitch</a:t>
            </a:r>
            <a:endParaRPr sz="4400">
              <a:solidFill>
                <a:schemeClr val="dk1"/>
              </a:solidFill>
            </a:endParaRPr>
          </a:p>
        </p:txBody>
      </p:sp>
      <p:pic>
        <p:nvPicPr>
          <p:cNvPr id="313" name="Google Shape;313;p44"/>
          <p:cNvPicPr preferRelativeResize="0"/>
          <p:nvPr/>
        </p:nvPicPr>
        <p:blipFill rotWithShape="1">
          <a:blip r:embed="rId3">
            <a:alphaModFix/>
          </a:blip>
          <a:srcRect b="9649" l="17218" r="0" t="0"/>
          <a:stretch/>
        </p:blipFill>
        <p:spPr>
          <a:xfrm>
            <a:off x="4358875" y="1014475"/>
            <a:ext cx="4409925" cy="3208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5"/>
          <p:cNvSpPr txBox="1"/>
          <p:nvPr>
            <p:ph type="title"/>
          </p:nvPr>
        </p:nvSpPr>
        <p:spPr>
          <a:xfrm>
            <a:off x="540000" y="262800"/>
            <a:ext cx="8100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sz="3000"/>
              <a:t>Creative Ad 1</a:t>
            </a:r>
            <a:endParaRPr sz="3000"/>
          </a:p>
        </p:txBody>
      </p:sp>
      <p:sp>
        <p:nvSpPr>
          <p:cNvPr id="319" name="Google Shape;319;p45"/>
          <p:cNvSpPr txBox="1"/>
          <p:nvPr/>
        </p:nvSpPr>
        <p:spPr>
          <a:xfrm>
            <a:off x="540000" y="835500"/>
            <a:ext cx="3983700" cy="371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Libre Franklin"/>
                <a:ea typeface="Libre Franklin"/>
                <a:cs typeface="Libre Franklin"/>
                <a:sym typeface="Libre Franklin"/>
              </a:rPr>
              <a:t>Lok Ka Hero (Local Hero)</a:t>
            </a:r>
            <a:endParaRPr b="1">
              <a:latin typeface="Libre Franklin"/>
              <a:ea typeface="Libre Franklin"/>
              <a:cs typeface="Libre Franklin"/>
              <a:sym typeface="Libre Franklin"/>
            </a:endParaRPr>
          </a:p>
          <a:p>
            <a:pPr indent="0" lvl="0" marL="0" rtl="0" algn="l">
              <a:spcBef>
                <a:spcPts val="0"/>
              </a:spcBef>
              <a:spcAft>
                <a:spcPts val="0"/>
              </a:spcAft>
              <a:buNone/>
            </a:pPr>
            <a:r>
              <a:t/>
            </a:r>
            <a:endParaRPr>
              <a:latin typeface="Libre Franklin"/>
              <a:ea typeface="Libre Franklin"/>
              <a:cs typeface="Libre Franklin"/>
              <a:sym typeface="Libre Franklin"/>
            </a:endParaRPr>
          </a:p>
          <a:p>
            <a:pPr indent="0" lvl="0" marL="0" rtl="0" algn="l">
              <a:spcBef>
                <a:spcPts val="0"/>
              </a:spcBef>
              <a:spcAft>
                <a:spcPts val="0"/>
              </a:spcAft>
              <a:buClr>
                <a:schemeClr val="dk1"/>
              </a:buClr>
              <a:buSzPts val="1100"/>
              <a:buFont typeface="Arial"/>
              <a:buNone/>
            </a:pPr>
            <a:r>
              <a:rPr b="1" lang="en-GB" sz="1200">
                <a:latin typeface="Libre Franklin"/>
                <a:ea typeface="Libre Franklin"/>
                <a:cs typeface="Libre Franklin"/>
                <a:sym typeface="Libre Franklin"/>
              </a:rPr>
              <a:t>Headline</a:t>
            </a:r>
            <a:r>
              <a:rPr lang="en-GB" sz="1200">
                <a:latin typeface="Libre Franklin"/>
                <a:ea typeface="Libre Franklin"/>
                <a:cs typeface="Libre Franklin"/>
                <a:sym typeface="Libre Franklin"/>
              </a:rPr>
              <a:t>: </a:t>
            </a:r>
            <a:br>
              <a:rPr lang="en-GB" sz="1200">
                <a:latin typeface="Libre Franklin"/>
                <a:ea typeface="Libre Franklin"/>
                <a:cs typeface="Libre Franklin"/>
                <a:sym typeface="Libre Franklin"/>
              </a:rPr>
            </a:br>
            <a:r>
              <a:rPr lang="en-GB" sz="1300">
                <a:latin typeface="Libre Franklin"/>
                <a:ea typeface="Libre Franklin"/>
                <a:cs typeface="Libre Franklin"/>
                <a:sym typeface="Libre Franklin"/>
              </a:rPr>
              <a:t>अपना शहर, अपनी कहानियां. दैनिक भास्कर ऐप के साथ, जिएं अपने आस-पास की धड़कन!</a:t>
            </a:r>
            <a:br>
              <a:rPr lang="en-GB" sz="1300">
                <a:latin typeface="Libre Franklin"/>
                <a:ea typeface="Libre Franklin"/>
                <a:cs typeface="Libre Franklin"/>
                <a:sym typeface="Libre Franklin"/>
              </a:rPr>
            </a:br>
            <a:r>
              <a:rPr lang="en-GB" sz="1200">
                <a:latin typeface="Libre Franklin"/>
                <a:ea typeface="Libre Franklin"/>
                <a:cs typeface="Libre Franklin"/>
                <a:sym typeface="Libre Franklin"/>
              </a:rPr>
              <a:t>(Get your city's news and stories close at hand, only on the Dainik Bhaskar App!)</a:t>
            </a:r>
            <a:endParaRPr sz="1200">
              <a:latin typeface="Libre Franklin"/>
              <a:ea typeface="Libre Franklin"/>
              <a:cs typeface="Libre Franklin"/>
              <a:sym typeface="Libre Franklin"/>
            </a:endParaRPr>
          </a:p>
          <a:p>
            <a:pPr indent="0" lvl="0" marL="0" rtl="0" algn="l">
              <a:spcBef>
                <a:spcPts val="0"/>
              </a:spcBef>
              <a:spcAft>
                <a:spcPts val="0"/>
              </a:spcAft>
              <a:buNone/>
            </a:pPr>
            <a:r>
              <a:t/>
            </a:r>
            <a:endParaRPr>
              <a:latin typeface="Libre Franklin"/>
              <a:ea typeface="Libre Franklin"/>
              <a:cs typeface="Libre Franklin"/>
              <a:sym typeface="Libre Franklin"/>
            </a:endParaRPr>
          </a:p>
          <a:p>
            <a:pPr indent="0" lvl="0" marL="0" rtl="0" algn="l">
              <a:spcBef>
                <a:spcPts val="0"/>
              </a:spcBef>
              <a:spcAft>
                <a:spcPts val="0"/>
              </a:spcAft>
              <a:buNone/>
            </a:pPr>
            <a:r>
              <a:rPr b="1" lang="en-GB" sz="1200">
                <a:latin typeface="Libre Franklin"/>
                <a:ea typeface="Libre Franklin"/>
                <a:cs typeface="Libre Franklin"/>
                <a:sym typeface="Libre Franklin"/>
              </a:rPr>
              <a:t>Description</a:t>
            </a:r>
            <a:r>
              <a:rPr lang="en-GB" sz="1200">
                <a:latin typeface="Libre Franklin"/>
                <a:ea typeface="Libre Franklin"/>
                <a:cs typeface="Libre Franklin"/>
                <a:sym typeface="Libre Franklin"/>
              </a:rPr>
              <a:t>: </a:t>
            </a:r>
            <a:br>
              <a:rPr lang="en-GB" sz="1200">
                <a:latin typeface="Libre Franklin"/>
                <a:ea typeface="Libre Franklin"/>
                <a:cs typeface="Libre Franklin"/>
                <a:sym typeface="Libre Franklin"/>
              </a:rPr>
            </a:br>
            <a:r>
              <a:rPr lang="en-GB" sz="1300">
                <a:latin typeface="Libre Franklin"/>
                <a:ea typeface="Libre Franklin"/>
                <a:cs typeface="Libre Franklin"/>
                <a:sym typeface="Libre Franklin"/>
              </a:rPr>
              <a:t>आपके मोहल्ले की किराना दुकान से लेकर आपके बच्चे के स्कूल तक, Dainik Bhaskar के हाइपर-लोकल न्यूज़ से अपने आसपास की हर खबर पर रहें अपडेट। ऐप डाउनलोड करें और खुद एक लोकल हीरो बनें, अपनी कहानियां शेयर करें और अपने समुदाय से जुड़ें।</a:t>
            </a:r>
            <a:br>
              <a:rPr lang="en-GB" sz="1300">
                <a:latin typeface="Libre Franklin"/>
                <a:ea typeface="Libre Franklin"/>
                <a:cs typeface="Libre Franklin"/>
                <a:sym typeface="Libre Franklin"/>
              </a:rPr>
            </a:br>
            <a:r>
              <a:rPr lang="en-GB" sz="1200">
                <a:latin typeface="Libre Franklin"/>
                <a:ea typeface="Libre Franklin"/>
                <a:cs typeface="Libre Franklin"/>
                <a:sym typeface="Libre Franklin"/>
              </a:rPr>
              <a:t>(Stay updated on everything happening around you, from your local grocery shop to your child's school, with Dainik Bhaskar's hyper-local news. Download the app and become a local hero yourself, sharing your stories and connecting with your community.)</a:t>
            </a:r>
            <a:endParaRPr>
              <a:latin typeface="Libre Franklin"/>
              <a:ea typeface="Libre Franklin"/>
              <a:cs typeface="Libre Franklin"/>
              <a:sym typeface="Libre Franklin"/>
            </a:endParaRPr>
          </a:p>
        </p:txBody>
      </p:sp>
      <p:sp>
        <p:nvSpPr>
          <p:cNvPr id="320" name="Google Shape;320;p45"/>
          <p:cNvSpPr txBox="1"/>
          <p:nvPr/>
        </p:nvSpPr>
        <p:spPr>
          <a:xfrm>
            <a:off x="5037000" y="3453300"/>
            <a:ext cx="3603000" cy="110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200">
                <a:latin typeface="Libre Franklin"/>
                <a:ea typeface="Libre Franklin"/>
                <a:cs typeface="Libre Franklin"/>
                <a:sym typeface="Libre Franklin"/>
              </a:rPr>
              <a:t>Video</a:t>
            </a:r>
            <a:r>
              <a:rPr lang="en-GB" sz="1200">
                <a:latin typeface="Libre Franklin"/>
                <a:ea typeface="Libre Franklin"/>
                <a:cs typeface="Libre Franklin"/>
                <a:sym typeface="Libre Franklin"/>
              </a:rPr>
              <a:t>: Open with a montage of everyday heroes in your local community - shopkeepers, teachers, farmers, activists. Each holding a phone with the Dainik Bhaskar app open, showing relevant news stories about their area.</a:t>
            </a:r>
            <a:endParaRPr sz="1200">
              <a:latin typeface="Libre Franklin"/>
              <a:ea typeface="Libre Franklin"/>
              <a:cs typeface="Libre Franklin"/>
              <a:sym typeface="Libre Franklin"/>
            </a:endParaRPr>
          </a:p>
        </p:txBody>
      </p:sp>
      <p:sp>
        <p:nvSpPr>
          <p:cNvPr id="321" name="Google Shape;321;p45"/>
          <p:cNvSpPr txBox="1"/>
          <p:nvPr/>
        </p:nvSpPr>
        <p:spPr>
          <a:xfrm>
            <a:off x="5298475" y="1559525"/>
            <a:ext cx="2847900" cy="93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Libre Franklin"/>
              <a:ea typeface="Libre Franklin"/>
              <a:cs typeface="Libre Franklin"/>
              <a:sym typeface="Libre Franklin"/>
            </a:endParaRPr>
          </a:p>
        </p:txBody>
      </p:sp>
      <p:sp>
        <p:nvSpPr>
          <p:cNvPr id="322" name="Google Shape;322;p45"/>
          <p:cNvSpPr txBox="1"/>
          <p:nvPr/>
        </p:nvSpPr>
        <p:spPr>
          <a:xfrm>
            <a:off x="5434075" y="2934975"/>
            <a:ext cx="2712300" cy="25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latin typeface="Libre Franklin"/>
                <a:ea typeface="Libre Franklin"/>
                <a:cs typeface="Libre Franklin"/>
                <a:sym typeface="Libre Franklin"/>
              </a:rPr>
              <a:t>Just for Reference</a:t>
            </a:r>
            <a:endParaRPr b="1">
              <a:latin typeface="Libre Franklin"/>
              <a:ea typeface="Libre Franklin"/>
              <a:cs typeface="Libre Franklin"/>
              <a:sym typeface="Libre Franklin"/>
            </a:endParaRPr>
          </a:p>
        </p:txBody>
      </p:sp>
      <p:pic>
        <p:nvPicPr>
          <p:cNvPr descr="Dateline catches up with Delhi’s tenacious street kid reporters. Five years ago, we met teenagers learning to read and write by running a newspaper. Now we've returned to see how their lives have changed, and how they’ve survived the pandemic.&#10;&#10;Subscribe to Dateline: https://bit.ly/3gkQHtr &#10;&#10;Website http://www.sbs.com.au/news/dateline&#10;Facebook https://www.facebook.com/DatelineSBS/&#10;Twitter https://twitter.com/datelinesbs&#10;Instagram https://www.instagram.com/datelinesbs/&#10;&#10;Watch more Dateline, SBS 9.30pm Tuesday, and on SBS On Demand.&#10;&#10;Dateline is an Australian award-winning international documentary series with a current affairs backbone.&#10;Every week we transport you to a different part of the world to share half-hour stories about family, social injustice, identity, tragedy, redemption and survival. We scour the globe to bring you special characters and a world of daring stories." id="323" name="Google Shape;323;p45" title="India's Street Kids: Telling Their Own Story | Full Episode | SBS Dateline">
            <a:hlinkClick r:id="rId3"/>
          </p:cNvPr>
          <p:cNvPicPr preferRelativeResize="0"/>
          <p:nvPr/>
        </p:nvPicPr>
        <p:blipFill>
          <a:blip r:embed="rId4">
            <a:alphaModFix/>
          </a:blip>
          <a:stretch>
            <a:fillRect/>
          </a:stretch>
        </p:blipFill>
        <p:spPr>
          <a:xfrm>
            <a:off x="5266225" y="1172075"/>
            <a:ext cx="3048000" cy="1714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6"/>
          <p:cNvSpPr txBox="1"/>
          <p:nvPr>
            <p:ph type="title"/>
          </p:nvPr>
        </p:nvSpPr>
        <p:spPr>
          <a:xfrm>
            <a:off x="540000" y="262800"/>
            <a:ext cx="8100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sz="3000"/>
              <a:t>Creative Ad 2</a:t>
            </a:r>
            <a:endParaRPr sz="3000"/>
          </a:p>
        </p:txBody>
      </p:sp>
      <p:sp>
        <p:nvSpPr>
          <p:cNvPr id="329" name="Google Shape;329;p46"/>
          <p:cNvSpPr txBox="1"/>
          <p:nvPr/>
        </p:nvSpPr>
        <p:spPr>
          <a:xfrm>
            <a:off x="540000" y="835500"/>
            <a:ext cx="3983700" cy="371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Libre Franklin"/>
                <a:ea typeface="Libre Franklin"/>
                <a:cs typeface="Libre Franklin"/>
                <a:sym typeface="Libre Franklin"/>
              </a:rPr>
              <a:t>Niklo Ghar Se Befikar (Know Before You Go)</a:t>
            </a:r>
            <a:endParaRPr b="1">
              <a:latin typeface="Libre Franklin"/>
              <a:ea typeface="Libre Franklin"/>
              <a:cs typeface="Libre Franklin"/>
              <a:sym typeface="Libre Franklin"/>
            </a:endParaRPr>
          </a:p>
          <a:p>
            <a:pPr indent="0" lvl="0" marL="0" rtl="0" algn="l">
              <a:spcBef>
                <a:spcPts val="0"/>
              </a:spcBef>
              <a:spcAft>
                <a:spcPts val="0"/>
              </a:spcAft>
              <a:buNone/>
            </a:pPr>
            <a:r>
              <a:t/>
            </a:r>
            <a:endParaRPr>
              <a:latin typeface="Libre Franklin"/>
              <a:ea typeface="Libre Franklin"/>
              <a:cs typeface="Libre Franklin"/>
              <a:sym typeface="Libre Franklin"/>
            </a:endParaRPr>
          </a:p>
          <a:p>
            <a:pPr indent="0" lvl="0" marL="0" rtl="0" algn="l">
              <a:spcBef>
                <a:spcPts val="0"/>
              </a:spcBef>
              <a:spcAft>
                <a:spcPts val="0"/>
              </a:spcAft>
              <a:buNone/>
            </a:pPr>
            <a:r>
              <a:rPr b="1" lang="en-GB" sz="1200">
                <a:latin typeface="Libre Franklin"/>
                <a:ea typeface="Libre Franklin"/>
                <a:cs typeface="Libre Franklin"/>
                <a:sym typeface="Libre Franklin"/>
              </a:rPr>
              <a:t>Headline</a:t>
            </a:r>
            <a:r>
              <a:rPr lang="en-GB" sz="1200">
                <a:latin typeface="Libre Franklin"/>
                <a:ea typeface="Libre Franklin"/>
                <a:cs typeface="Libre Franklin"/>
                <a:sym typeface="Libre Franklin"/>
              </a:rPr>
              <a:t>: </a:t>
            </a:r>
            <a:br>
              <a:rPr lang="en-GB" sz="1200">
                <a:latin typeface="Libre Franklin"/>
                <a:ea typeface="Libre Franklin"/>
                <a:cs typeface="Libre Franklin"/>
                <a:sym typeface="Libre Franklin"/>
              </a:rPr>
            </a:br>
            <a:r>
              <a:rPr lang="en-GB" sz="1300">
                <a:latin typeface="Libre Franklin"/>
                <a:ea typeface="Libre Franklin"/>
                <a:cs typeface="Libre Franklin"/>
                <a:sym typeface="Libre Franklin"/>
              </a:rPr>
              <a:t>दिन का प्लान बिल्कुल सही - ट्रैफिक, मौसम, खाना, मस्ती, सबकुछ Dainik Bhaskar App पर! </a:t>
            </a:r>
            <a:br>
              <a:rPr lang="en-GB" sz="1300">
                <a:latin typeface="Libre Franklin"/>
                <a:ea typeface="Libre Franklin"/>
                <a:cs typeface="Libre Franklin"/>
                <a:sym typeface="Libre Franklin"/>
              </a:rPr>
            </a:br>
            <a:r>
              <a:rPr lang="en-GB" sz="1200">
                <a:latin typeface="Libre Franklin"/>
                <a:ea typeface="Libre Franklin"/>
                <a:cs typeface="Libre Franklin"/>
                <a:sym typeface="Libre Franklin"/>
              </a:rPr>
              <a:t>(Plan your day perfectly - traffic, weather, food, fun, it's all on the Dainik Bhaskar App!)</a:t>
            </a:r>
            <a:endParaRPr sz="1200">
              <a:latin typeface="Libre Franklin"/>
              <a:ea typeface="Libre Franklin"/>
              <a:cs typeface="Libre Franklin"/>
              <a:sym typeface="Libre Franklin"/>
            </a:endParaRPr>
          </a:p>
          <a:p>
            <a:pPr indent="0" lvl="0" marL="0" rtl="0" algn="l">
              <a:spcBef>
                <a:spcPts val="0"/>
              </a:spcBef>
              <a:spcAft>
                <a:spcPts val="0"/>
              </a:spcAft>
              <a:buNone/>
            </a:pPr>
            <a:r>
              <a:t/>
            </a:r>
            <a:endParaRPr>
              <a:latin typeface="Libre Franklin"/>
              <a:ea typeface="Libre Franklin"/>
              <a:cs typeface="Libre Franklin"/>
              <a:sym typeface="Libre Franklin"/>
            </a:endParaRPr>
          </a:p>
          <a:p>
            <a:pPr indent="0" lvl="0" marL="0" rtl="0" algn="l">
              <a:spcBef>
                <a:spcPts val="0"/>
              </a:spcBef>
              <a:spcAft>
                <a:spcPts val="0"/>
              </a:spcAft>
              <a:buNone/>
            </a:pPr>
            <a:r>
              <a:rPr b="1" lang="en-GB" sz="1200">
                <a:latin typeface="Libre Franklin"/>
                <a:ea typeface="Libre Franklin"/>
                <a:cs typeface="Libre Franklin"/>
                <a:sym typeface="Libre Franklin"/>
              </a:rPr>
              <a:t>Description</a:t>
            </a:r>
            <a:r>
              <a:rPr lang="en-GB" sz="1200">
                <a:latin typeface="Libre Franklin"/>
                <a:ea typeface="Libre Franklin"/>
                <a:cs typeface="Libre Franklin"/>
                <a:sym typeface="Libre Franklin"/>
              </a:rPr>
              <a:t>: </a:t>
            </a:r>
            <a:br>
              <a:rPr lang="en-GB" sz="1200">
                <a:latin typeface="Libre Franklin"/>
                <a:ea typeface="Libre Franklin"/>
                <a:cs typeface="Libre Franklin"/>
                <a:sym typeface="Libre Franklin"/>
              </a:rPr>
            </a:br>
            <a:r>
              <a:rPr lang="en-GB" sz="1300">
                <a:latin typeface="Libre Franklin"/>
                <a:ea typeface="Libre Franklin"/>
                <a:cs typeface="Libre Franklin"/>
                <a:sym typeface="Libre Franklin"/>
              </a:rPr>
              <a:t>ट्रैफिक में न फंसें, आज रात के लिए परफेक्ट रेस्टोरेंट ढूंढें, या अपने शहर के छिपे हुए रत्नों को खोजें। Dainik Bhaskar आपको घर से निकलने से पहले ही हर जरूरी जानकारी से अपडेट रखता है। ऐप डाउनलोड करें और हर दिन को एक एडवेंचर बनाएं।</a:t>
            </a:r>
            <a:br>
              <a:rPr lang="en-GB" sz="1300">
                <a:latin typeface="Libre Franklin"/>
                <a:ea typeface="Libre Franklin"/>
                <a:cs typeface="Libre Franklin"/>
                <a:sym typeface="Libre Franklin"/>
              </a:rPr>
            </a:br>
            <a:r>
              <a:rPr lang="en-GB" sz="1200">
                <a:latin typeface="Libre Franklin"/>
                <a:ea typeface="Libre Franklin"/>
                <a:cs typeface="Libre Franklin"/>
                <a:sym typeface="Libre Franklin"/>
              </a:rPr>
              <a:t>(Don't get stuck in traffic, find the perfect restaurant for tonight, or discover hidden gems in your city. Dainik Bhaskar keeps you informed about everything you need to know before you even step out the door. Download the app and make every day an adventure.)</a:t>
            </a:r>
            <a:endParaRPr sz="1200">
              <a:latin typeface="Libre Franklin"/>
              <a:ea typeface="Libre Franklin"/>
              <a:cs typeface="Libre Franklin"/>
              <a:sym typeface="Libre Franklin"/>
            </a:endParaRPr>
          </a:p>
        </p:txBody>
      </p:sp>
      <p:sp>
        <p:nvSpPr>
          <p:cNvPr id="330" name="Google Shape;330;p46"/>
          <p:cNvSpPr txBox="1"/>
          <p:nvPr/>
        </p:nvSpPr>
        <p:spPr>
          <a:xfrm>
            <a:off x="5037000" y="3453300"/>
            <a:ext cx="3603000" cy="110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200">
                <a:latin typeface="Libre Franklin"/>
                <a:ea typeface="Libre Franklin"/>
                <a:cs typeface="Libre Franklin"/>
                <a:sym typeface="Libre Franklin"/>
              </a:rPr>
              <a:t>Image: </a:t>
            </a:r>
            <a:r>
              <a:rPr lang="en-GB" sz="1200">
                <a:latin typeface="Libre Franklin"/>
                <a:ea typeface="Libre Franklin"/>
                <a:cs typeface="Libre Franklin"/>
                <a:sym typeface="Libre Franklin"/>
              </a:rPr>
              <a:t>A split screen showing a person relaxing at home with their phone on one side and a vibrant city scene on the other, highlighting the app's usefulness for planning outings</a:t>
            </a:r>
            <a:endParaRPr sz="1200">
              <a:latin typeface="Libre Franklin"/>
              <a:ea typeface="Libre Franklin"/>
              <a:cs typeface="Libre Franklin"/>
              <a:sym typeface="Libre Franklin"/>
            </a:endParaRPr>
          </a:p>
        </p:txBody>
      </p:sp>
      <p:sp>
        <p:nvSpPr>
          <p:cNvPr id="331" name="Google Shape;331;p46"/>
          <p:cNvSpPr txBox="1"/>
          <p:nvPr/>
        </p:nvSpPr>
        <p:spPr>
          <a:xfrm>
            <a:off x="5434075" y="2934975"/>
            <a:ext cx="2712300" cy="25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latin typeface="Libre Franklin"/>
                <a:ea typeface="Libre Franklin"/>
                <a:cs typeface="Libre Franklin"/>
                <a:sym typeface="Libre Franklin"/>
              </a:rPr>
              <a:t>Just for Reference</a:t>
            </a:r>
            <a:endParaRPr b="1">
              <a:latin typeface="Libre Franklin"/>
              <a:ea typeface="Libre Franklin"/>
              <a:cs typeface="Libre Franklin"/>
              <a:sym typeface="Libre Franklin"/>
            </a:endParaRPr>
          </a:p>
        </p:txBody>
      </p:sp>
      <p:pic>
        <p:nvPicPr>
          <p:cNvPr id="332" name="Google Shape;332;p46"/>
          <p:cNvPicPr preferRelativeResize="0"/>
          <p:nvPr/>
        </p:nvPicPr>
        <p:blipFill>
          <a:blip r:embed="rId3">
            <a:alphaModFix/>
          </a:blip>
          <a:stretch>
            <a:fillRect/>
          </a:stretch>
        </p:blipFill>
        <p:spPr>
          <a:xfrm>
            <a:off x="5588438" y="987900"/>
            <a:ext cx="2403581" cy="17946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7"/>
          <p:cNvSpPr txBox="1"/>
          <p:nvPr>
            <p:ph type="title"/>
          </p:nvPr>
        </p:nvSpPr>
        <p:spPr>
          <a:xfrm>
            <a:off x="540000" y="262800"/>
            <a:ext cx="8100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sz="3000"/>
              <a:t>Creative Ad 3</a:t>
            </a:r>
            <a:endParaRPr sz="3000"/>
          </a:p>
        </p:txBody>
      </p:sp>
      <p:sp>
        <p:nvSpPr>
          <p:cNvPr id="338" name="Google Shape;338;p47"/>
          <p:cNvSpPr txBox="1"/>
          <p:nvPr/>
        </p:nvSpPr>
        <p:spPr>
          <a:xfrm>
            <a:off x="540000" y="835500"/>
            <a:ext cx="3983700" cy="371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latin typeface="Libre Franklin"/>
                <a:ea typeface="Libre Franklin"/>
                <a:cs typeface="Libre Franklin"/>
                <a:sym typeface="Libre Franklin"/>
              </a:rPr>
              <a:t>Itihaas Se Vartman, Sab Aapke Jeb Mein</a:t>
            </a:r>
            <a:br>
              <a:rPr b="1" lang="en-GB">
                <a:latin typeface="Libre Franklin"/>
                <a:ea typeface="Libre Franklin"/>
                <a:cs typeface="Libre Franklin"/>
                <a:sym typeface="Libre Franklin"/>
              </a:rPr>
            </a:br>
            <a:r>
              <a:rPr b="1" lang="en-GB">
                <a:latin typeface="Libre Franklin"/>
                <a:ea typeface="Libre Franklin"/>
                <a:cs typeface="Libre Franklin"/>
                <a:sym typeface="Libre Franklin"/>
              </a:rPr>
              <a:t>(History in Your Pocket):</a:t>
            </a:r>
            <a:endParaRPr b="1">
              <a:latin typeface="Libre Franklin"/>
              <a:ea typeface="Libre Franklin"/>
              <a:cs typeface="Libre Franklin"/>
              <a:sym typeface="Libre Franklin"/>
            </a:endParaRPr>
          </a:p>
          <a:p>
            <a:pPr indent="0" lvl="0" marL="0" rtl="0" algn="l">
              <a:spcBef>
                <a:spcPts val="0"/>
              </a:spcBef>
              <a:spcAft>
                <a:spcPts val="0"/>
              </a:spcAft>
              <a:buNone/>
            </a:pPr>
            <a:r>
              <a:t/>
            </a:r>
            <a:endParaRPr>
              <a:latin typeface="Libre Franklin"/>
              <a:ea typeface="Libre Franklin"/>
              <a:cs typeface="Libre Franklin"/>
              <a:sym typeface="Libre Franklin"/>
            </a:endParaRPr>
          </a:p>
          <a:p>
            <a:pPr indent="0" lvl="0" marL="0" rtl="0" algn="l">
              <a:spcBef>
                <a:spcPts val="0"/>
              </a:spcBef>
              <a:spcAft>
                <a:spcPts val="0"/>
              </a:spcAft>
              <a:buNone/>
            </a:pPr>
            <a:r>
              <a:rPr b="1" lang="en-GB" sz="1200">
                <a:latin typeface="Libre Franklin"/>
                <a:ea typeface="Libre Franklin"/>
                <a:cs typeface="Libre Franklin"/>
                <a:sym typeface="Libre Franklin"/>
              </a:rPr>
              <a:t>Headline</a:t>
            </a:r>
            <a:r>
              <a:rPr lang="en-GB" sz="1200">
                <a:latin typeface="Libre Franklin"/>
                <a:ea typeface="Libre Franklin"/>
                <a:cs typeface="Libre Franklin"/>
                <a:sym typeface="Libre Franklin"/>
              </a:rPr>
              <a:t>: </a:t>
            </a:r>
            <a:br>
              <a:rPr lang="en-GB" sz="1200">
                <a:latin typeface="Libre Franklin"/>
                <a:ea typeface="Libre Franklin"/>
                <a:cs typeface="Libre Franklin"/>
                <a:sym typeface="Libre Franklin"/>
              </a:rPr>
            </a:br>
            <a:r>
              <a:rPr lang="en-GB" sz="1300">
                <a:latin typeface="Libre Franklin"/>
                <a:ea typeface="Libre Franklin"/>
                <a:cs typeface="Libre Franklin"/>
                <a:sym typeface="Libre Franklin"/>
              </a:rPr>
              <a:t>अतीत से वर्तमान तक, Dainik Bhaskar App के साथ इतिहास को देखें!</a:t>
            </a:r>
            <a:br>
              <a:rPr lang="en-GB" sz="1300">
                <a:latin typeface="Libre Franklin"/>
                <a:ea typeface="Libre Franklin"/>
                <a:cs typeface="Libre Franklin"/>
                <a:sym typeface="Libre Franklin"/>
              </a:rPr>
            </a:br>
            <a:r>
              <a:rPr lang="en-GB" sz="1200">
                <a:latin typeface="Libre Franklin"/>
                <a:ea typeface="Libre Franklin"/>
                <a:cs typeface="Libre Franklin"/>
                <a:sym typeface="Libre Franklin"/>
              </a:rPr>
              <a:t>(</a:t>
            </a:r>
            <a:r>
              <a:rPr lang="en-GB" sz="1200">
                <a:latin typeface="Libre Franklin"/>
                <a:ea typeface="Libre Franklin"/>
                <a:cs typeface="Libre Franklin"/>
                <a:sym typeface="Libre Franklin"/>
              </a:rPr>
              <a:t>Witness history unfold, from past to present, with the Dainik Bhaskar App!</a:t>
            </a:r>
            <a:r>
              <a:rPr lang="en-GB" sz="1200">
                <a:latin typeface="Libre Franklin"/>
                <a:ea typeface="Libre Franklin"/>
                <a:cs typeface="Libre Franklin"/>
                <a:sym typeface="Libre Franklin"/>
              </a:rPr>
              <a:t>)</a:t>
            </a:r>
            <a:endParaRPr sz="1200">
              <a:latin typeface="Libre Franklin"/>
              <a:ea typeface="Libre Franklin"/>
              <a:cs typeface="Libre Franklin"/>
              <a:sym typeface="Libre Franklin"/>
            </a:endParaRPr>
          </a:p>
          <a:p>
            <a:pPr indent="0" lvl="0" marL="0" rtl="0" algn="l">
              <a:spcBef>
                <a:spcPts val="0"/>
              </a:spcBef>
              <a:spcAft>
                <a:spcPts val="0"/>
              </a:spcAft>
              <a:buNone/>
            </a:pPr>
            <a:r>
              <a:t/>
            </a:r>
            <a:endParaRPr>
              <a:latin typeface="Libre Franklin"/>
              <a:ea typeface="Libre Franklin"/>
              <a:cs typeface="Libre Franklin"/>
              <a:sym typeface="Libre Franklin"/>
            </a:endParaRPr>
          </a:p>
          <a:p>
            <a:pPr indent="0" lvl="0" marL="0" rtl="0" algn="l">
              <a:spcBef>
                <a:spcPts val="0"/>
              </a:spcBef>
              <a:spcAft>
                <a:spcPts val="0"/>
              </a:spcAft>
              <a:buNone/>
            </a:pPr>
            <a:r>
              <a:rPr b="1" lang="en-GB" sz="1200">
                <a:latin typeface="Libre Franklin"/>
                <a:ea typeface="Libre Franklin"/>
                <a:cs typeface="Libre Franklin"/>
                <a:sym typeface="Libre Franklin"/>
              </a:rPr>
              <a:t>Description</a:t>
            </a:r>
            <a:r>
              <a:rPr lang="en-GB" sz="1200">
                <a:latin typeface="Libre Franklin"/>
                <a:ea typeface="Libre Franklin"/>
                <a:cs typeface="Libre Franklin"/>
                <a:sym typeface="Libre Franklin"/>
              </a:rPr>
              <a:t>: </a:t>
            </a:r>
            <a:br>
              <a:rPr lang="en-GB" sz="1200">
                <a:latin typeface="Libre Franklin"/>
                <a:ea typeface="Libre Franklin"/>
                <a:cs typeface="Libre Franklin"/>
                <a:sym typeface="Libre Franklin"/>
              </a:rPr>
            </a:br>
            <a:r>
              <a:rPr lang="en-GB" sz="1300">
                <a:latin typeface="Libre Franklin"/>
                <a:ea typeface="Libre Franklin"/>
                <a:cs typeface="Libre Franklin"/>
                <a:sym typeface="Libre Franklin"/>
              </a:rPr>
              <a:t>अपने शहर के समृद्ध इतिहास को उजागर करें, भूली हुई कहानियों का पता लगाएं और अपने फोन से ही प्रतिष्ठित पलों को फिर से जीएं। Dainik Bhaskar का व्यापक संग्रह अतीत को जीवंत बनाता है। ऐप डाउनलोड करें और अपने शहर की विरासत से जुड़ें।</a:t>
            </a:r>
            <a:br>
              <a:rPr lang="en-GB" sz="1300">
                <a:latin typeface="Libre Franklin"/>
                <a:ea typeface="Libre Franklin"/>
                <a:cs typeface="Libre Franklin"/>
                <a:sym typeface="Libre Franklin"/>
              </a:rPr>
            </a:br>
            <a:r>
              <a:rPr lang="en-GB" sz="1200">
                <a:latin typeface="Libre Franklin"/>
                <a:ea typeface="Libre Franklin"/>
                <a:cs typeface="Libre Franklin"/>
                <a:sym typeface="Libre Franklin"/>
              </a:rPr>
              <a:t>(Uncover the rich history of your city, explore forgotten stories, and relive iconic moments right from your phone. Dainik Bhaskar's comprehensive archives bring the past to life. Download the app and connect with your city's heritage.)</a:t>
            </a:r>
            <a:endParaRPr sz="1200">
              <a:latin typeface="Libre Franklin"/>
              <a:ea typeface="Libre Franklin"/>
              <a:cs typeface="Libre Franklin"/>
              <a:sym typeface="Libre Franklin"/>
            </a:endParaRPr>
          </a:p>
        </p:txBody>
      </p:sp>
      <p:sp>
        <p:nvSpPr>
          <p:cNvPr id="339" name="Google Shape;339;p47"/>
          <p:cNvSpPr txBox="1"/>
          <p:nvPr/>
        </p:nvSpPr>
        <p:spPr>
          <a:xfrm>
            <a:off x="5037000" y="3453300"/>
            <a:ext cx="3603000" cy="110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200">
                <a:latin typeface="Libre Franklin"/>
                <a:ea typeface="Libre Franklin"/>
                <a:cs typeface="Libre Franklin"/>
                <a:sym typeface="Libre Franklin"/>
              </a:rPr>
              <a:t>Image: </a:t>
            </a:r>
            <a:r>
              <a:rPr lang="en-GB" sz="1200">
                <a:latin typeface="Libre Franklin"/>
                <a:ea typeface="Libre Franklin"/>
                <a:cs typeface="Libre Franklin"/>
                <a:sym typeface="Libre Franklin"/>
              </a:rPr>
              <a:t>Split screen with an iconic historical photo from your city on one side and the Dainik Bhaskar app displaying an article about the same event on the other</a:t>
            </a:r>
            <a:endParaRPr sz="1200">
              <a:latin typeface="Libre Franklin"/>
              <a:ea typeface="Libre Franklin"/>
              <a:cs typeface="Libre Franklin"/>
              <a:sym typeface="Libre Franklin"/>
            </a:endParaRPr>
          </a:p>
        </p:txBody>
      </p:sp>
      <p:sp>
        <p:nvSpPr>
          <p:cNvPr id="340" name="Google Shape;340;p47"/>
          <p:cNvSpPr txBox="1"/>
          <p:nvPr/>
        </p:nvSpPr>
        <p:spPr>
          <a:xfrm>
            <a:off x="5434075" y="2934975"/>
            <a:ext cx="2712300" cy="25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latin typeface="Libre Franklin"/>
                <a:ea typeface="Libre Franklin"/>
                <a:cs typeface="Libre Franklin"/>
                <a:sym typeface="Libre Franklin"/>
              </a:rPr>
              <a:t>Just for Reference</a:t>
            </a:r>
            <a:endParaRPr b="1">
              <a:latin typeface="Libre Franklin"/>
              <a:ea typeface="Libre Franklin"/>
              <a:cs typeface="Libre Franklin"/>
              <a:sym typeface="Libre Franklin"/>
            </a:endParaRPr>
          </a:p>
        </p:txBody>
      </p:sp>
      <p:pic>
        <p:nvPicPr>
          <p:cNvPr id="341" name="Google Shape;341;p47"/>
          <p:cNvPicPr preferRelativeResize="0"/>
          <p:nvPr/>
        </p:nvPicPr>
        <p:blipFill>
          <a:blip r:embed="rId3">
            <a:alphaModFix/>
          </a:blip>
          <a:stretch>
            <a:fillRect/>
          </a:stretch>
        </p:blipFill>
        <p:spPr>
          <a:xfrm>
            <a:off x="5385938" y="1152550"/>
            <a:ext cx="2905125" cy="15716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8"/>
          <p:cNvSpPr txBox="1"/>
          <p:nvPr>
            <p:ph type="title"/>
          </p:nvPr>
        </p:nvSpPr>
        <p:spPr>
          <a:xfrm>
            <a:off x="540000" y="262800"/>
            <a:ext cx="8100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sz="3000"/>
              <a:t>Impact &amp; Why</a:t>
            </a:r>
            <a:endParaRPr sz="3000"/>
          </a:p>
        </p:txBody>
      </p:sp>
      <p:sp>
        <p:nvSpPr>
          <p:cNvPr id="347" name="Google Shape;347;p48"/>
          <p:cNvSpPr txBox="1"/>
          <p:nvPr/>
        </p:nvSpPr>
        <p:spPr>
          <a:xfrm>
            <a:off x="540000" y="835500"/>
            <a:ext cx="8100000" cy="371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200">
                <a:latin typeface="Libre Franklin"/>
                <a:ea typeface="Libre Franklin"/>
                <a:cs typeface="Libre Franklin"/>
                <a:sym typeface="Libre Franklin"/>
              </a:rPr>
              <a:t>Ad Creative 1</a:t>
            </a:r>
            <a:br>
              <a:rPr b="1" lang="en-GB">
                <a:latin typeface="Libre Franklin"/>
                <a:ea typeface="Libre Franklin"/>
                <a:cs typeface="Libre Franklin"/>
                <a:sym typeface="Libre Franklin"/>
              </a:rPr>
            </a:br>
            <a:r>
              <a:rPr b="1" lang="en-GB" sz="1200">
                <a:latin typeface="Libre Franklin"/>
                <a:ea typeface="Libre Franklin"/>
                <a:cs typeface="Libre Franklin"/>
                <a:sym typeface="Libre Franklin"/>
              </a:rPr>
              <a:t>Taps into emotional connection:</a:t>
            </a:r>
            <a:r>
              <a:rPr lang="en-GB" sz="1200">
                <a:latin typeface="Libre Franklin"/>
                <a:ea typeface="Libre Franklin"/>
                <a:cs typeface="Libre Franklin"/>
                <a:sym typeface="Libre Franklin"/>
              </a:rPr>
              <a:t> People care about their local communities and heroes. Seeing familiar faces and relatable stories makes the app feel personal and relevant.</a:t>
            </a:r>
            <a:endParaRPr sz="1200">
              <a:latin typeface="Libre Franklin"/>
              <a:ea typeface="Libre Franklin"/>
              <a:cs typeface="Libre Franklin"/>
              <a:sym typeface="Libre Franklin"/>
            </a:endParaRPr>
          </a:p>
          <a:p>
            <a:pPr indent="0" lvl="0" marL="0" rtl="0" algn="l">
              <a:spcBef>
                <a:spcPts val="0"/>
              </a:spcBef>
              <a:spcAft>
                <a:spcPts val="0"/>
              </a:spcAft>
              <a:buNone/>
            </a:pPr>
            <a:r>
              <a:rPr b="1" lang="en-GB" sz="1200">
                <a:latin typeface="Libre Franklin"/>
                <a:ea typeface="Libre Franklin"/>
                <a:cs typeface="Libre Franklin"/>
                <a:sym typeface="Libre Franklin"/>
              </a:rPr>
              <a:t>Highlights hyper-local focus:</a:t>
            </a:r>
            <a:r>
              <a:rPr lang="en-GB" sz="1200">
                <a:latin typeface="Libre Franklin"/>
                <a:ea typeface="Libre Franklin"/>
                <a:cs typeface="Libre Franklin"/>
                <a:sym typeface="Libre Franklin"/>
              </a:rPr>
              <a:t> This is Dainik Bhaskar's strength. Showcasing it positions the app as the go-to source for local news and events.</a:t>
            </a:r>
            <a:endParaRPr sz="1200">
              <a:latin typeface="Libre Franklin"/>
              <a:ea typeface="Libre Franklin"/>
              <a:cs typeface="Libre Franklin"/>
              <a:sym typeface="Libre Franklin"/>
            </a:endParaRPr>
          </a:p>
          <a:p>
            <a:pPr indent="0" lvl="0" marL="0" rtl="0" algn="l">
              <a:spcBef>
                <a:spcPts val="0"/>
              </a:spcBef>
              <a:spcAft>
                <a:spcPts val="0"/>
              </a:spcAft>
              <a:buNone/>
            </a:pPr>
            <a:r>
              <a:rPr b="1" lang="en-GB" sz="1200">
                <a:latin typeface="Libre Franklin"/>
                <a:ea typeface="Libre Franklin"/>
                <a:cs typeface="Libre Franklin"/>
                <a:sym typeface="Libre Franklin"/>
              </a:rPr>
              <a:t>Encourages user engagement:</a:t>
            </a:r>
            <a:r>
              <a:rPr lang="en-GB" sz="1200">
                <a:latin typeface="Libre Franklin"/>
                <a:ea typeface="Libre Franklin"/>
                <a:cs typeface="Libre Franklin"/>
                <a:sym typeface="Libre Franklin"/>
              </a:rPr>
              <a:t> Mentions sharing stories and connecting with the community, suggesting the app is more than just a news reader.</a:t>
            </a:r>
            <a:endParaRPr sz="1200">
              <a:latin typeface="Libre Franklin"/>
              <a:ea typeface="Libre Franklin"/>
              <a:cs typeface="Libre Franklin"/>
              <a:sym typeface="Libre Franklin"/>
            </a:endParaRPr>
          </a:p>
          <a:p>
            <a:pPr indent="0" lvl="0" marL="0" rtl="0" algn="l">
              <a:spcBef>
                <a:spcPts val="0"/>
              </a:spcBef>
              <a:spcAft>
                <a:spcPts val="0"/>
              </a:spcAft>
              <a:buNone/>
            </a:pPr>
            <a:r>
              <a:t/>
            </a:r>
            <a:endParaRPr sz="1200">
              <a:latin typeface="Libre Franklin"/>
              <a:ea typeface="Libre Franklin"/>
              <a:cs typeface="Libre Franklin"/>
              <a:sym typeface="Libre Franklin"/>
            </a:endParaRPr>
          </a:p>
          <a:p>
            <a:pPr indent="0" lvl="0" marL="0" rtl="0" algn="l">
              <a:spcBef>
                <a:spcPts val="0"/>
              </a:spcBef>
              <a:spcAft>
                <a:spcPts val="0"/>
              </a:spcAft>
              <a:buNone/>
            </a:pPr>
            <a:r>
              <a:rPr b="1" lang="en-GB" sz="1200">
                <a:latin typeface="Libre Franklin"/>
                <a:ea typeface="Libre Franklin"/>
                <a:cs typeface="Libre Franklin"/>
                <a:sym typeface="Libre Franklin"/>
              </a:rPr>
              <a:t>Ad Creative 2</a:t>
            </a:r>
            <a:br>
              <a:rPr b="1" lang="en-GB" sz="1200">
                <a:latin typeface="Libre Franklin"/>
                <a:ea typeface="Libre Franklin"/>
                <a:cs typeface="Libre Franklin"/>
                <a:sym typeface="Libre Franklin"/>
              </a:rPr>
            </a:br>
            <a:r>
              <a:rPr b="1" lang="en-GB" sz="1200">
                <a:latin typeface="Libre Franklin"/>
                <a:ea typeface="Libre Franklin"/>
                <a:cs typeface="Libre Franklin"/>
                <a:sym typeface="Libre Franklin"/>
              </a:rPr>
              <a:t>Appeals to practical needs: </a:t>
            </a:r>
            <a:r>
              <a:rPr lang="en-GB" sz="1200">
                <a:latin typeface="Libre Franklin"/>
                <a:ea typeface="Libre Franklin"/>
                <a:cs typeface="Libre Franklin"/>
                <a:sym typeface="Libre Franklin"/>
              </a:rPr>
              <a:t>People want information that helps them navigate their day-to-day lives. This ad positions Dainik Bhaskar as a handy tool for busy individuals.</a:t>
            </a:r>
            <a:endParaRPr sz="1200">
              <a:latin typeface="Libre Franklin"/>
              <a:ea typeface="Libre Franklin"/>
              <a:cs typeface="Libre Franklin"/>
              <a:sym typeface="Libre Franklin"/>
            </a:endParaRPr>
          </a:p>
          <a:p>
            <a:pPr indent="0" lvl="0" marL="0" rtl="0" algn="l">
              <a:spcBef>
                <a:spcPts val="0"/>
              </a:spcBef>
              <a:spcAft>
                <a:spcPts val="0"/>
              </a:spcAft>
              <a:buNone/>
            </a:pPr>
            <a:r>
              <a:rPr b="1" lang="en-GB" sz="1200">
                <a:latin typeface="Libre Franklin"/>
                <a:ea typeface="Libre Franklin"/>
                <a:cs typeface="Libre Franklin"/>
                <a:sym typeface="Libre Franklin"/>
              </a:rPr>
              <a:t>Showcases diverse content: </a:t>
            </a:r>
            <a:r>
              <a:rPr lang="en-GB" sz="1200">
                <a:latin typeface="Libre Franklin"/>
                <a:ea typeface="Libre Franklin"/>
                <a:cs typeface="Libre Franklin"/>
                <a:sym typeface="Libre Franklin"/>
              </a:rPr>
              <a:t>Highlights the app's range of services, from traffic updates to entertainment options.</a:t>
            </a:r>
            <a:endParaRPr sz="1200">
              <a:latin typeface="Libre Franklin"/>
              <a:ea typeface="Libre Franklin"/>
              <a:cs typeface="Libre Franklin"/>
              <a:sym typeface="Libre Franklin"/>
            </a:endParaRPr>
          </a:p>
          <a:p>
            <a:pPr indent="0" lvl="0" marL="0" rtl="0" algn="l">
              <a:spcBef>
                <a:spcPts val="0"/>
              </a:spcBef>
              <a:spcAft>
                <a:spcPts val="0"/>
              </a:spcAft>
              <a:buNone/>
            </a:pPr>
            <a:r>
              <a:rPr b="1" lang="en-GB" sz="1200">
                <a:latin typeface="Libre Franklin"/>
                <a:ea typeface="Libre Franklin"/>
                <a:cs typeface="Libre Franklin"/>
                <a:sym typeface="Libre Franklin"/>
              </a:rPr>
              <a:t>Creates a sense of discovery: </a:t>
            </a:r>
            <a:r>
              <a:rPr lang="en-GB" sz="1200">
                <a:latin typeface="Libre Franklin"/>
                <a:ea typeface="Libre Franklin"/>
                <a:cs typeface="Libre Franklin"/>
                <a:sym typeface="Libre Franklin"/>
              </a:rPr>
              <a:t>Mentions "hidden gems," suggesting the app can help users find new and exciting things in their city.</a:t>
            </a:r>
            <a:endParaRPr sz="1200">
              <a:latin typeface="Libre Franklin"/>
              <a:ea typeface="Libre Franklin"/>
              <a:cs typeface="Libre Franklin"/>
              <a:sym typeface="Libre Franklin"/>
            </a:endParaRPr>
          </a:p>
          <a:p>
            <a:pPr indent="0" lvl="0" marL="0" rtl="0" algn="l">
              <a:spcBef>
                <a:spcPts val="0"/>
              </a:spcBef>
              <a:spcAft>
                <a:spcPts val="0"/>
              </a:spcAft>
              <a:buNone/>
            </a:pPr>
            <a:br>
              <a:rPr b="1" lang="en-GB" sz="1200">
                <a:latin typeface="Libre Franklin"/>
                <a:ea typeface="Libre Franklin"/>
                <a:cs typeface="Libre Franklin"/>
                <a:sym typeface="Libre Franklin"/>
              </a:rPr>
            </a:br>
            <a:r>
              <a:rPr b="1" lang="en-GB" sz="1200">
                <a:latin typeface="Libre Franklin"/>
                <a:ea typeface="Libre Franklin"/>
                <a:cs typeface="Libre Franklin"/>
                <a:sym typeface="Libre Franklin"/>
              </a:rPr>
              <a:t>Ad Creative 3</a:t>
            </a:r>
            <a:endParaRPr b="1" sz="1200">
              <a:latin typeface="Libre Franklin"/>
              <a:ea typeface="Libre Franklin"/>
              <a:cs typeface="Libre Franklin"/>
              <a:sym typeface="Libre Franklin"/>
            </a:endParaRPr>
          </a:p>
          <a:p>
            <a:pPr indent="0" lvl="0" marL="0" rtl="0" algn="l">
              <a:spcBef>
                <a:spcPts val="0"/>
              </a:spcBef>
              <a:spcAft>
                <a:spcPts val="0"/>
              </a:spcAft>
              <a:buNone/>
            </a:pPr>
            <a:r>
              <a:rPr b="1" lang="en-GB" sz="1200">
                <a:latin typeface="Libre Franklin"/>
                <a:ea typeface="Libre Franklin"/>
                <a:cs typeface="Libre Franklin"/>
                <a:sym typeface="Libre Franklin"/>
              </a:rPr>
              <a:t>Leverages Dainik Bhaskar's legacy: </a:t>
            </a:r>
            <a:r>
              <a:rPr lang="en-GB" sz="1200">
                <a:latin typeface="Libre Franklin"/>
                <a:ea typeface="Libre Franklin"/>
                <a:cs typeface="Libre Franklin"/>
                <a:sym typeface="Libre Franklin"/>
              </a:rPr>
              <a:t>Appeals to people's sense of local pride and history.</a:t>
            </a:r>
            <a:endParaRPr sz="1200">
              <a:latin typeface="Libre Franklin"/>
              <a:ea typeface="Libre Franklin"/>
              <a:cs typeface="Libre Franklin"/>
              <a:sym typeface="Libre Franklin"/>
            </a:endParaRPr>
          </a:p>
          <a:p>
            <a:pPr indent="0" lvl="0" marL="0" rtl="0" algn="l">
              <a:spcBef>
                <a:spcPts val="0"/>
              </a:spcBef>
              <a:spcAft>
                <a:spcPts val="0"/>
              </a:spcAft>
              <a:buNone/>
            </a:pPr>
            <a:r>
              <a:rPr b="1" lang="en-GB" sz="1200">
                <a:latin typeface="Libre Franklin"/>
                <a:ea typeface="Libre Franklin"/>
                <a:cs typeface="Libre Franklin"/>
                <a:sym typeface="Libre Franklin"/>
              </a:rPr>
              <a:t>Offers unique content: </a:t>
            </a:r>
            <a:r>
              <a:rPr lang="en-GB" sz="1200">
                <a:latin typeface="Libre Franklin"/>
                <a:ea typeface="Libre Franklin"/>
                <a:cs typeface="Libre Franklin"/>
                <a:sym typeface="Libre Franklin"/>
              </a:rPr>
              <a:t>Showcases the app's historical archive as a differentiator.</a:t>
            </a:r>
            <a:endParaRPr sz="1200">
              <a:latin typeface="Libre Franklin"/>
              <a:ea typeface="Libre Franklin"/>
              <a:cs typeface="Libre Franklin"/>
              <a:sym typeface="Libre Franklin"/>
            </a:endParaRPr>
          </a:p>
          <a:p>
            <a:pPr indent="0" lvl="0" marL="0" rtl="0" algn="l">
              <a:spcBef>
                <a:spcPts val="0"/>
              </a:spcBef>
              <a:spcAft>
                <a:spcPts val="0"/>
              </a:spcAft>
              <a:buNone/>
            </a:pPr>
            <a:r>
              <a:rPr b="1" lang="en-GB" sz="1200">
                <a:latin typeface="Libre Franklin"/>
                <a:ea typeface="Libre Franklin"/>
                <a:cs typeface="Libre Franklin"/>
                <a:sym typeface="Libre Franklin"/>
              </a:rPr>
              <a:t>Appeals to curiosity and learning: </a:t>
            </a:r>
            <a:r>
              <a:rPr lang="en-GB" sz="1200">
                <a:latin typeface="Libre Franklin"/>
                <a:ea typeface="Libre Franklin"/>
                <a:cs typeface="Libre Franklin"/>
                <a:sym typeface="Libre Franklin"/>
              </a:rPr>
              <a:t>Encourages exploration and discovery of the city's past.</a:t>
            </a:r>
            <a:endParaRPr b="1">
              <a:latin typeface="Libre Franklin"/>
              <a:ea typeface="Libre Franklin"/>
              <a:cs typeface="Libre Franklin"/>
              <a:sym typeface="Libre Frankli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9"/>
          <p:cNvSpPr txBox="1"/>
          <p:nvPr>
            <p:ph type="title"/>
          </p:nvPr>
        </p:nvSpPr>
        <p:spPr>
          <a:xfrm>
            <a:off x="5374475" y="720000"/>
            <a:ext cx="3153300" cy="1851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GB" sz="4900"/>
              <a:t>App</a:t>
            </a:r>
            <a:br>
              <a:rPr lang="en-GB"/>
            </a:br>
            <a:r>
              <a:rPr lang="en-GB" sz="3200"/>
              <a:t>Improvements</a:t>
            </a:r>
            <a:endParaRPr sz="3200"/>
          </a:p>
        </p:txBody>
      </p:sp>
      <p:sp>
        <p:nvSpPr>
          <p:cNvPr id="353" name="Google Shape;353;p49"/>
          <p:cNvSpPr txBox="1"/>
          <p:nvPr>
            <p:ph idx="2" type="title"/>
          </p:nvPr>
        </p:nvSpPr>
        <p:spPr>
          <a:xfrm>
            <a:off x="6907825" y="3795175"/>
            <a:ext cx="1653900" cy="9885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GB"/>
              <a:t>04</a:t>
            </a:r>
            <a:endParaRPr/>
          </a:p>
        </p:txBody>
      </p:sp>
      <p:pic>
        <p:nvPicPr>
          <p:cNvPr id="354" name="Google Shape;354;p49"/>
          <p:cNvPicPr preferRelativeResize="0"/>
          <p:nvPr/>
        </p:nvPicPr>
        <p:blipFill rotWithShape="1">
          <a:blip r:embed="rId3">
            <a:alphaModFix/>
          </a:blip>
          <a:srcRect b="0" l="22738" r="23797" t="0"/>
          <a:stretch/>
        </p:blipFill>
        <p:spPr>
          <a:xfrm>
            <a:off x="1347100" y="1298388"/>
            <a:ext cx="2508100" cy="25467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0"/>
          <p:cNvSpPr txBox="1"/>
          <p:nvPr>
            <p:ph idx="1" type="subTitle"/>
          </p:nvPr>
        </p:nvSpPr>
        <p:spPr>
          <a:xfrm>
            <a:off x="880050" y="759300"/>
            <a:ext cx="7419900" cy="37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300">
                <a:solidFill>
                  <a:schemeClr val="dk1"/>
                </a:solidFill>
              </a:rPr>
              <a:t>Personalization: </a:t>
            </a:r>
            <a:r>
              <a:rPr lang="en-GB" sz="1300">
                <a:solidFill>
                  <a:schemeClr val="dk1"/>
                </a:solidFill>
              </a:rPr>
              <a:t>Implementing algorithms to recommend news and content based on user preferences and location.</a:t>
            </a:r>
            <a:br>
              <a:rPr lang="en-GB" sz="1300">
                <a:solidFill>
                  <a:schemeClr val="dk1"/>
                </a:solidFill>
              </a:rPr>
            </a:br>
            <a:endParaRPr sz="1300">
              <a:solidFill>
                <a:schemeClr val="dk1"/>
              </a:solidFill>
            </a:endParaRPr>
          </a:p>
          <a:p>
            <a:pPr indent="0" lvl="0" marL="0" rtl="0" algn="l">
              <a:spcBef>
                <a:spcPts val="0"/>
              </a:spcBef>
              <a:spcAft>
                <a:spcPts val="0"/>
              </a:spcAft>
              <a:buNone/>
            </a:pPr>
            <a:r>
              <a:rPr b="1" lang="en-GB" sz="1300">
                <a:solidFill>
                  <a:schemeClr val="dk1"/>
                </a:solidFill>
              </a:rPr>
              <a:t>Offline reading: </a:t>
            </a:r>
            <a:r>
              <a:rPr lang="en-GB" sz="1300">
                <a:solidFill>
                  <a:schemeClr val="dk1"/>
                </a:solidFill>
              </a:rPr>
              <a:t>Allowing users to download content for offline access.</a:t>
            </a:r>
            <a:br>
              <a:rPr lang="en-GB" sz="1300">
                <a:solidFill>
                  <a:schemeClr val="dk1"/>
                </a:solidFill>
              </a:rPr>
            </a:br>
            <a:endParaRPr sz="1300">
              <a:solidFill>
                <a:schemeClr val="dk1"/>
              </a:solidFill>
            </a:endParaRPr>
          </a:p>
          <a:p>
            <a:pPr indent="0" lvl="0" marL="0" rtl="0" algn="l">
              <a:spcBef>
                <a:spcPts val="0"/>
              </a:spcBef>
              <a:spcAft>
                <a:spcPts val="0"/>
              </a:spcAft>
              <a:buNone/>
            </a:pPr>
            <a:r>
              <a:rPr b="1" lang="en-GB" sz="1300">
                <a:solidFill>
                  <a:schemeClr val="dk1"/>
                </a:solidFill>
              </a:rPr>
              <a:t>Interactive features: </a:t>
            </a:r>
            <a:r>
              <a:rPr lang="en-GB" sz="1300">
                <a:solidFill>
                  <a:schemeClr val="dk1"/>
                </a:solidFill>
              </a:rPr>
              <a:t>Integrating quizzes, polls, or discussion forums to increase engagement.</a:t>
            </a:r>
            <a:br>
              <a:rPr lang="en-GB" sz="1300">
                <a:solidFill>
                  <a:schemeClr val="dk1"/>
                </a:solidFill>
              </a:rPr>
            </a:br>
            <a:endParaRPr sz="1300">
              <a:solidFill>
                <a:schemeClr val="dk1"/>
              </a:solidFill>
            </a:endParaRPr>
          </a:p>
          <a:p>
            <a:pPr indent="0" lvl="0" marL="0" rtl="0" algn="l">
              <a:spcBef>
                <a:spcPts val="0"/>
              </a:spcBef>
              <a:spcAft>
                <a:spcPts val="0"/>
              </a:spcAft>
              <a:buNone/>
            </a:pPr>
            <a:r>
              <a:rPr b="1" lang="en-GB" sz="1300">
                <a:solidFill>
                  <a:schemeClr val="dk1"/>
                </a:solidFill>
              </a:rPr>
              <a:t>Multilingual support: </a:t>
            </a:r>
            <a:r>
              <a:rPr lang="en-GB" sz="1300">
                <a:solidFill>
                  <a:schemeClr val="dk1"/>
                </a:solidFill>
              </a:rPr>
              <a:t>Considering to add English and other regional languages spoken in target areas.</a:t>
            </a:r>
            <a:br>
              <a:rPr lang="en-GB" sz="1300">
                <a:solidFill>
                  <a:schemeClr val="dk1"/>
                </a:solidFill>
              </a:rPr>
            </a:br>
            <a:endParaRPr sz="1300">
              <a:solidFill>
                <a:schemeClr val="dk1"/>
              </a:solidFill>
            </a:endParaRPr>
          </a:p>
          <a:p>
            <a:pPr indent="0" lvl="0" marL="0" rtl="0" algn="l">
              <a:spcBef>
                <a:spcPts val="0"/>
              </a:spcBef>
              <a:spcAft>
                <a:spcPts val="0"/>
              </a:spcAft>
              <a:buNone/>
            </a:pPr>
            <a:r>
              <a:rPr b="1" lang="en-GB" sz="1300">
                <a:solidFill>
                  <a:schemeClr val="dk1"/>
                </a:solidFill>
              </a:rPr>
              <a:t>Push notifications: </a:t>
            </a:r>
            <a:r>
              <a:rPr lang="en-GB" sz="1300">
                <a:solidFill>
                  <a:schemeClr val="dk1"/>
                </a:solidFill>
              </a:rPr>
              <a:t>Utilizing targeted push notifications for breaking news or personalized updates.</a:t>
            </a:r>
            <a:br>
              <a:rPr lang="en-GB" sz="1300">
                <a:solidFill>
                  <a:schemeClr val="dk1"/>
                </a:solidFill>
              </a:rPr>
            </a:br>
            <a:endParaRPr sz="1300">
              <a:solidFill>
                <a:schemeClr val="dk1"/>
              </a:solidFill>
            </a:endParaRPr>
          </a:p>
          <a:p>
            <a:pPr indent="0" lvl="0" marL="0" rtl="0" algn="l">
              <a:spcBef>
                <a:spcPts val="0"/>
              </a:spcBef>
              <a:spcAft>
                <a:spcPts val="0"/>
              </a:spcAft>
              <a:buNone/>
            </a:pPr>
            <a:r>
              <a:rPr b="1" lang="en-GB" sz="1300">
                <a:solidFill>
                  <a:schemeClr val="dk1"/>
                </a:solidFill>
              </a:rPr>
              <a:t>Performance optimization: </a:t>
            </a:r>
            <a:r>
              <a:rPr lang="en-GB" sz="1300">
                <a:solidFill>
                  <a:schemeClr val="dk1"/>
                </a:solidFill>
              </a:rPr>
              <a:t>Ensuring fast loading times and smooth app navigation.</a:t>
            </a:r>
            <a:br>
              <a:rPr lang="en-GB" sz="1300">
                <a:solidFill>
                  <a:schemeClr val="dk1"/>
                </a:solidFill>
              </a:rPr>
            </a:br>
            <a:endParaRPr sz="1300">
              <a:solidFill>
                <a:schemeClr val="dk1"/>
              </a:solidFill>
            </a:endParaRPr>
          </a:p>
          <a:p>
            <a:pPr indent="0" lvl="0" marL="0" rtl="0" algn="l">
              <a:spcBef>
                <a:spcPts val="0"/>
              </a:spcBef>
              <a:spcAft>
                <a:spcPts val="0"/>
              </a:spcAft>
              <a:buNone/>
            </a:pPr>
            <a:r>
              <a:rPr b="1" lang="en-GB" sz="1300">
                <a:solidFill>
                  <a:schemeClr val="dk1"/>
                </a:solidFill>
              </a:rPr>
              <a:t>User feedback: </a:t>
            </a:r>
            <a:r>
              <a:rPr lang="en-GB" sz="1300">
                <a:solidFill>
                  <a:schemeClr val="dk1"/>
                </a:solidFill>
              </a:rPr>
              <a:t>Conducting regular surveys and utilize user feedback to improve features and content.</a:t>
            </a:r>
            <a:br>
              <a:rPr lang="en-GB" sz="1300">
                <a:solidFill>
                  <a:schemeClr val="dk1"/>
                </a:solidFill>
              </a:rPr>
            </a:br>
            <a:endParaRPr sz="1300">
              <a:solidFill>
                <a:schemeClr val="dk1"/>
              </a:solidFill>
            </a:endParaRPr>
          </a:p>
          <a:p>
            <a:pPr indent="0" lvl="0" marL="0" rtl="0" algn="l">
              <a:spcBef>
                <a:spcPts val="0"/>
              </a:spcBef>
              <a:spcAft>
                <a:spcPts val="0"/>
              </a:spcAft>
              <a:buNone/>
            </a:pPr>
            <a:r>
              <a:rPr b="1" lang="en-GB" sz="1300">
                <a:solidFill>
                  <a:schemeClr val="dk1"/>
                </a:solidFill>
              </a:rPr>
              <a:t>Research: </a:t>
            </a:r>
            <a:r>
              <a:rPr lang="en-GB" sz="1300">
                <a:solidFill>
                  <a:schemeClr val="dk1"/>
                </a:solidFill>
              </a:rPr>
              <a:t>Analyze competitor apps to identify their strengths and weaknesses, and leverage those insights to differentiate the app.</a:t>
            </a:r>
            <a:endParaRPr sz="1300">
              <a:solidFill>
                <a:schemeClr val="dk1"/>
              </a:solidFill>
            </a:endParaRPr>
          </a:p>
          <a:p>
            <a:pPr indent="0" lvl="0" marL="0" rtl="0" algn="l">
              <a:spcBef>
                <a:spcPts val="0"/>
              </a:spcBef>
              <a:spcAft>
                <a:spcPts val="0"/>
              </a:spcAft>
              <a:buNone/>
            </a:pPr>
            <a:r>
              <a:t/>
            </a:r>
            <a:endParaRPr b="1" sz="1300">
              <a:solidFill>
                <a:schemeClr val="dk1"/>
              </a:solidFill>
            </a:endParaRPr>
          </a:p>
          <a:p>
            <a:pPr indent="0" lvl="0" marL="0" rtl="0" algn="l">
              <a:spcBef>
                <a:spcPts val="0"/>
              </a:spcBef>
              <a:spcAft>
                <a:spcPts val="0"/>
              </a:spcAft>
              <a:buNone/>
            </a:pPr>
            <a:r>
              <a:t/>
            </a:r>
            <a:endParaRPr b="1" sz="1300">
              <a:solidFill>
                <a:schemeClr val="dk1"/>
              </a:solidFill>
            </a:endParaRPr>
          </a:p>
        </p:txBody>
      </p:sp>
      <p:sp>
        <p:nvSpPr>
          <p:cNvPr id="360" name="Google Shape;360;p50"/>
          <p:cNvSpPr txBox="1"/>
          <p:nvPr>
            <p:ph type="title"/>
          </p:nvPr>
        </p:nvSpPr>
        <p:spPr>
          <a:xfrm>
            <a:off x="540000" y="186600"/>
            <a:ext cx="8100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2"/>
              </a:buClr>
              <a:buSzPts val="1100"/>
              <a:buFont typeface="Arial"/>
              <a:buNone/>
            </a:pPr>
            <a:r>
              <a:rPr lang="en-GB" sz="3000"/>
              <a:t>App Improvement Tips</a:t>
            </a:r>
            <a:endParaRPr sz="3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1"/>
          <p:cNvSpPr txBox="1"/>
          <p:nvPr>
            <p:ph idx="2" type="title"/>
          </p:nvPr>
        </p:nvSpPr>
        <p:spPr>
          <a:xfrm flipH="1">
            <a:off x="616300" y="3795175"/>
            <a:ext cx="1635300" cy="988500"/>
          </a:xfrm>
          <a:prstGeom prst="rect">
            <a:avLst/>
          </a:prstGeom>
        </p:spPr>
        <p:txBody>
          <a:bodyPr anchorCtr="0" anchor="b" bIns="91425" lIns="91425" spcFirstLastPara="1" rIns="112550" wrap="square" tIns="91425">
            <a:noAutofit/>
          </a:bodyPr>
          <a:lstStyle/>
          <a:p>
            <a:pPr indent="0" lvl="0" marL="0" rtl="0" algn="l">
              <a:spcBef>
                <a:spcPts val="0"/>
              </a:spcBef>
              <a:spcAft>
                <a:spcPts val="0"/>
              </a:spcAft>
              <a:buNone/>
            </a:pPr>
            <a:r>
              <a:rPr lang="en-GB"/>
              <a:t>05</a:t>
            </a:r>
            <a:endParaRPr/>
          </a:p>
        </p:txBody>
      </p:sp>
      <p:sp>
        <p:nvSpPr>
          <p:cNvPr id="366" name="Google Shape;366;p51"/>
          <p:cNvSpPr txBox="1"/>
          <p:nvPr>
            <p:ph type="title"/>
          </p:nvPr>
        </p:nvSpPr>
        <p:spPr>
          <a:xfrm flipH="1">
            <a:off x="616300" y="720000"/>
            <a:ext cx="2895600" cy="185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3900">
                <a:solidFill>
                  <a:schemeClr val="dk1"/>
                </a:solidFill>
              </a:rPr>
              <a:t>Additional</a:t>
            </a:r>
            <a:endParaRPr sz="3900">
              <a:solidFill>
                <a:schemeClr val="dk1"/>
              </a:solidFill>
            </a:endParaRPr>
          </a:p>
          <a:p>
            <a:pPr indent="0" lvl="0" marL="0" rtl="0" algn="l">
              <a:spcBef>
                <a:spcPts val="0"/>
              </a:spcBef>
              <a:spcAft>
                <a:spcPts val="0"/>
              </a:spcAft>
              <a:buNone/>
            </a:pPr>
            <a:r>
              <a:rPr lang="en-GB" sz="3900">
                <a:solidFill>
                  <a:schemeClr val="dk1"/>
                </a:solidFill>
              </a:rPr>
              <a:t>Tips</a:t>
            </a:r>
            <a:endParaRPr sz="3900">
              <a:solidFill>
                <a:schemeClr val="dk1"/>
              </a:solidFill>
            </a:endParaRPr>
          </a:p>
        </p:txBody>
      </p:sp>
      <p:pic>
        <p:nvPicPr>
          <p:cNvPr id="367" name="Google Shape;367;p51"/>
          <p:cNvPicPr preferRelativeResize="0"/>
          <p:nvPr/>
        </p:nvPicPr>
        <p:blipFill rotWithShape="1">
          <a:blip r:embed="rId3">
            <a:alphaModFix/>
          </a:blip>
          <a:srcRect b="9649" l="17218" r="0" t="0"/>
          <a:stretch/>
        </p:blipFill>
        <p:spPr>
          <a:xfrm>
            <a:off x="4358875" y="1014475"/>
            <a:ext cx="4409925" cy="3208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2"/>
          <p:cNvSpPr txBox="1"/>
          <p:nvPr>
            <p:ph idx="1" type="subTitle"/>
          </p:nvPr>
        </p:nvSpPr>
        <p:spPr>
          <a:xfrm>
            <a:off x="880050" y="759300"/>
            <a:ext cx="7419900" cy="37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300">
                <a:solidFill>
                  <a:schemeClr val="dk1"/>
                </a:solidFill>
              </a:rPr>
              <a:t>App Store Presence: </a:t>
            </a:r>
            <a:r>
              <a:rPr lang="en-GB" sz="1300">
                <a:solidFill>
                  <a:schemeClr val="dk1"/>
                </a:solidFill>
              </a:rPr>
              <a:t>Negative user reviews and unaddressed complaints on the App Store can significantly deter potential downloads. Prioritize responding to feedback and implementing improvements based on user input.</a:t>
            </a:r>
            <a:endParaRPr sz="1300">
              <a:solidFill>
                <a:schemeClr val="dk1"/>
              </a:solidFill>
            </a:endParaRPr>
          </a:p>
          <a:p>
            <a:pPr indent="0" lvl="0" marL="0" rtl="0" algn="l">
              <a:spcBef>
                <a:spcPts val="0"/>
              </a:spcBef>
              <a:spcAft>
                <a:spcPts val="0"/>
              </a:spcAft>
              <a:buNone/>
            </a:pPr>
            <a:r>
              <a:t/>
            </a:r>
            <a:endParaRPr b="1" sz="1300">
              <a:solidFill>
                <a:schemeClr val="dk1"/>
              </a:solidFill>
            </a:endParaRPr>
          </a:p>
          <a:p>
            <a:pPr indent="0" lvl="0" marL="0" rtl="0" algn="l">
              <a:spcBef>
                <a:spcPts val="0"/>
              </a:spcBef>
              <a:spcAft>
                <a:spcPts val="0"/>
              </a:spcAft>
              <a:buNone/>
            </a:pPr>
            <a:r>
              <a:rPr b="1" lang="en-GB" sz="1300">
                <a:solidFill>
                  <a:schemeClr val="dk1"/>
                </a:solidFill>
              </a:rPr>
              <a:t>Accessibility: </a:t>
            </a:r>
            <a:r>
              <a:rPr lang="en-GB" sz="1300">
                <a:solidFill>
                  <a:schemeClr val="dk1"/>
                </a:solidFill>
              </a:rPr>
              <a:t>Expanding language options to include English would broaden the app's reach and cater to a younger and next-gen audience.</a:t>
            </a:r>
            <a:endParaRPr b="1" sz="1300">
              <a:solidFill>
                <a:schemeClr val="dk1"/>
              </a:solidFill>
            </a:endParaRPr>
          </a:p>
          <a:p>
            <a:pPr indent="0" lvl="0" marL="0" rtl="0" algn="l">
              <a:spcBef>
                <a:spcPts val="0"/>
              </a:spcBef>
              <a:spcAft>
                <a:spcPts val="0"/>
              </a:spcAft>
              <a:buNone/>
            </a:pPr>
            <a:r>
              <a:t/>
            </a:r>
            <a:endParaRPr b="1" sz="1300">
              <a:solidFill>
                <a:schemeClr val="dk1"/>
              </a:solidFill>
            </a:endParaRPr>
          </a:p>
          <a:p>
            <a:pPr indent="0" lvl="0" marL="0" rtl="0" algn="l">
              <a:spcBef>
                <a:spcPts val="0"/>
              </a:spcBef>
              <a:spcAft>
                <a:spcPts val="0"/>
              </a:spcAft>
              <a:buNone/>
            </a:pPr>
            <a:r>
              <a:rPr b="1" lang="en-GB" sz="1300">
                <a:solidFill>
                  <a:schemeClr val="dk1"/>
                </a:solidFill>
              </a:rPr>
              <a:t>Visual Optimization: </a:t>
            </a:r>
            <a:r>
              <a:rPr lang="en-GB" sz="1300">
                <a:solidFill>
                  <a:schemeClr val="dk1"/>
                </a:solidFill>
              </a:rPr>
              <a:t>Evaluate the current font styles and sizes, ensuring they are legible and aesthetically pleasing across different devices.</a:t>
            </a:r>
            <a:endParaRPr sz="1300">
              <a:solidFill>
                <a:schemeClr val="dk1"/>
              </a:solidFill>
            </a:endParaRPr>
          </a:p>
          <a:p>
            <a:pPr indent="0" lvl="0" marL="0" rtl="0" algn="l">
              <a:spcBef>
                <a:spcPts val="0"/>
              </a:spcBef>
              <a:spcAft>
                <a:spcPts val="0"/>
              </a:spcAft>
              <a:buNone/>
            </a:pPr>
            <a:r>
              <a:t/>
            </a:r>
            <a:endParaRPr b="1" sz="1300">
              <a:solidFill>
                <a:schemeClr val="dk1"/>
              </a:solidFill>
            </a:endParaRPr>
          </a:p>
          <a:p>
            <a:pPr indent="0" lvl="0" marL="0" rtl="0" algn="l">
              <a:spcBef>
                <a:spcPts val="0"/>
              </a:spcBef>
              <a:spcAft>
                <a:spcPts val="0"/>
              </a:spcAft>
              <a:buNone/>
            </a:pPr>
            <a:r>
              <a:rPr b="1" lang="en-GB" sz="1300">
                <a:solidFill>
                  <a:schemeClr val="dk1"/>
                </a:solidFill>
              </a:rPr>
              <a:t>Reels Engagement: </a:t>
            </a:r>
            <a:r>
              <a:rPr lang="en-GB" sz="1300">
                <a:solidFill>
                  <a:schemeClr val="dk1"/>
                </a:solidFill>
              </a:rPr>
              <a:t>Utilize the Reels section within the app by creating engaging video content with proper captioning to leverage the platform's reach and attract new users.</a:t>
            </a:r>
            <a:endParaRPr sz="1300">
              <a:solidFill>
                <a:schemeClr val="dk1"/>
              </a:solidFill>
            </a:endParaRPr>
          </a:p>
          <a:p>
            <a:pPr indent="0" lvl="0" marL="0" rtl="0" algn="l">
              <a:spcBef>
                <a:spcPts val="0"/>
              </a:spcBef>
              <a:spcAft>
                <a:spcPts val="0"/>
              </a:spcAft>
              <a:buNone/>
            </a:pPr>
            <a:r>
              <a:t/>
            </a:r>
            <a:endParaRPr b="1" sz="1300">
              <a:solidFill>
                <a:schemeClr val="dk1"/>
              </a:solidFill>
            </a:endParaRPr>
          </a:p>
          <a:p>
            <a:pPr indent="0" lvl="0" marL="0" rtl="0" algn="l">
              <a:spcBef>
                <a:spcPts val="0"/>
              </a:spcBef>
              <a:spcAft>
                <a:spcPts val="0"/>
              </a:spcAft>
              <a:buNone/>
            </a:pPr>
            <a:r>
              <a:rPr b="1" lang="en-GB" sz="1300">
                <a:solidFill>
                  <a:schemeClr val="dk1"/>
                </a:solidFill>
              </a:rPr>
              <a:t>Navigation Simplification: </a:t>
            </a:r>
            <a:r>
              <a:rPr lang="en-GB" sz="1300">
                <a:solidFill>
                  <a:schemeClr val="dk1"/>
                </a:solidFill>
              </a:rPr>
              <a:t>The current navigation bar might be overwhelming with too many options. Streamlining the menu and optimizing button placement can improve user experience and intuitive navigation.</a:t>
            </a:r>
            <a:endParaRPr sz="1300">
              <a:solidFill>
                <a:schemeClr val="dk1"/>
              </a:solidFill>
            </a:endParaRPr>
          </a:p>
          <a:p>
            <a:pPr indent="0" lvl="0" marL="0" rtl="0" algn="l">
              <a:spcBef>
                <a:spcPts val="0"/>
              </a:spcBef>
              <a:spcAft>
                <a:spcPts val="0"/>
              </a:spcAft>
              <a:buNone/>
            </a:pPr>
            <a:r>
              <a:t/>
            </a:r>
            <a:endParaRPr b="1" sz="1300">
              <a:solidFill>
                <a:schemeClr val="dk1"/>
              </a:solidFill>
            </a:endParaRPr>
          </a:p>
          <a:p>
            <a:pPr indent="0" lvl="0" marL="0" rtl="0" algn="l">
              <a:spcBef>
                <a:spcPts val="0"/>
              </a:spcBef>
              <a:spcAft>
                <a:spcPts val="0"/>
              </a:spcAft>
              <a:buNone/>
            </a:pPr>
            <a:r>
              <a:rPr b="1" lang="en-GB" sz="1300">
                <a:solidFill>
                  <a:schemeClr val="dk1"/>
                </a:solidFill>
              </a:rPr>
              <a:t>Sharing Functionality: </a:t>
            </a:r>
            <a:r>
              <a:rPr lang="en-GB" sz="1300">
                <a:solidFill>
                  <a:schemeClr val="dk1"/>
                </a:solidFill>
              </a:rPr>
              <a:t>Reassess the placement and frequency of the share option throughout the app. Strategic placement on relevant pages can encourage sharing without feeling intrusive.</a:t>
            </a:r>
            <a:endParaRPr sz="1300">
              <a:solidFill>
                <a:schemeClr val="dk1"/>
              </a:solidFill>
            </a:endParaRPr>
          </a:p>
          <a:p>
            <a:pPr indent="0" lvl="0" marL="0" rtl="0" algn="l">
              <a:spcBef>
                <a:spcPts val="0"/>
              </a:spcBef>
              <a:spcAft>
                <a:spcPts val="0"/>
              </a:spcAft>
              <a:buNone/>
            </a:pPr>
            <a:r>
              <a:t/>
            </a:r>
            <a:endParaRPr b="1" sz="1300">
              <a:solidFill>
                <a:schemeClr val="dk1"/>
              </a:solidFill>
            </a:endParaRPr>
          </a:p>
          <a:p>
            <a:pPr indent="0" lvl="0" marL="0" rtl="0" algn="l">
              <a:spcBef>
                <a:spcPts val="0"/>
              </a:spcBef>
              <a:spcAft>
                <a:spcPts val="0"/>
              </a:spcAft>
              <a:buNone/>
            </a:pPr>
            <a:r>
              <a:t/>
            </a:r>
            <a:endParaRPr b="1" sz="1300">
              <a:solidFill>
                <a:schemeClr val="dk1"/>
              </a:solidFill>
            </a:endParaRPr>
          </a:p>
        </p:txBody>
      </p:sp>
      <p:sp>
        <p:nvSpPr>
          <p:cNvPr id="373" name="Google Shape;373;p52"/>
          <p:cNvSpPr txBox="1"/>
          <p:nvPr>
            <p:ph type="title"/>
          </p:nvPr>
        </p:nvSpPr>
        <p:spPr>
          <a:xfrm>
            <a:off x="540000" y="186600"/>
            <a:ext cx="8100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2"/>
              </a:buClr>
              <a:buSzPts val="1100"/>
              <a:buFont typeface="Arial"/>
              <a:buNone/>
            </a:pPr>
            <a:r>
              <a:rPr lang="en-GB" sz="3000"/>
              <a:t>App Improvement Tips</a:t>
            </a:r>
            <a:endParaRPr sz="3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3"/>
          <p:cNvSpPr txBox="1"/>
          <p:nvPr>
            <p:ph type="title"/>
          </p:nvPr>
        </p:nvSpPr>
        <p:spPr>
          <a:xfrm>
            <a:off x="540000" y="491400"/>
            <a:ext cx="8100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Thank You</a:t>
            </a:r>
            <a:endParaRPr/>
          </a:p>
        </p:txBody>
      </p:sp>
      <p:sp>
        <p:nvSpPr>
          <p:cNvPr id="379" name="Google Shape;379;p53"/>
          <p:cNvSpPr txBox="1"/>
          <p:nvPr/>
        </p:nvSpPr>
        <p:spPr>
          <a:xfrm>
            <a:off x="1929013" y="1388400"/>
            <a:ext cx="5286000" cy="82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GB" sz="1800">
                <a:solidFill>
                  <a:srgbClr val="3A3A3A"/>
                </a:solidFill>
                <a:latin typeface="Domine"/>
                <a:ea typeface="Domine"/>
                <a:cs typeface="Domine"/>
                <a:sym typeface="Domine"/>
              </a:rPr>
              <a:t>Do you have any questions?</a:t>
            </a:r>
            <a:endParaRPr i="1" sz="1800">
              <a:solidFill>
                <a:srgbClr val="3A3A3A"/>
              </a:solidFill>
              <a:latin typeface="Domine"/>
              <a:ea typeface="Domine"/>
              <a:cs typeface="Domine"/>
              <a:sym typeface="Domine"/>
            </a:endParaRPr>
          </a:p>
          <a:p>
            <a:pPr indent="0" lvl="0" marL="0" rtl="0" algn="ctr">
              <a:spcBef>
                <a:spcPts val="1000"/>
              </a:spcBef>
              <a:spcAft>
                <a:spcPts val="0"/>
              </a:spcAft>
              <a:buNone/>
            </a:pPr>
            <a:r>
              <a:rPr lang="en-GB" sz="1200">
                <a:solidFill>
                  <a:srgbClr val="3A3A3A"/>
                </a:solidFill>
                <a:latin typeface="Albert Sans"/>
                <a:ea typeface="Albert Sans"/>
                <a:cs typeface="Albert Sans"/>
                <a:sym typeface="Albert Sans"/>
              </a:rPr>
              <a:t>srijan.web3@gmail.com | +919179585554| </a:t>
            </a:r>
            <a:endParaRPr sz="1200">
              <a:solidFill>
                <a:srgbClr val="3A3A3A"/>
              </a:solidFill>
              <a:latin typeface="Albert Sans"/>
              <a:ea typeface="Albert Sans"/>
              <a:cs typeface="Albert Sans"/>
              <a:sym typeface="Albert Sans"/>
            </a:endParaRPr>
          </a:p>
        </p:txBody>
      </p:sp>
      <p:pic>
        <p:nvPicPr>
          <p:cNvPr id="380" name="Google Shape;380;p53"/>
          <p:cNvPicPr preferRelativeResize="0"/>
          <p:nvPr/>
        </p:nvPicPr>
        <p:blipFill>
          <a:blip r:embed="rId3">
            <a:alphaModFix/>
          </a:blip>
          <a:stretch>
            <a:fillRect/>
          </a:stretch>
        </p:blipFill>
        <p:spPr>
          <a:xfrm>
            <a:off x="3272313" y="2483500"/>
            <a:ext cx="2599375" cy="2097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Isometric SEO Strategy by Slidesgo">
  <a:themeElements>
    <a:clrScheme name="Simple Light">
      <a:dk1>
        <a:srgbClr val="000000"/>
      </a:dk1>
      <a:lt1>
        <a:srgbClr val="FFFFFF"/>
      </a:lt1>
      <a:dk2>
        <a:srgbClr val="434343"/>
      </a:dk2>
      <a:lt2>
        <a:srgbClr val="F3F3F3"/>
      </a:lt2>
      <a:accent1>
        <a:srgbClr val="FFC100"/>
      </a:accent1>
      <a:accent2>
        <a:srgbClr val="000000"/>
      </a:accent2>
      <a:accent3>
        <a:srgbClr val="434343"/>
      </a:accent3>
      <a:accent4>
        <a:srgbClr val="F3F3F3"/>
      </a:accent4>
      <a:accent5>
        <a:srgbClr val="FFC100"/>
      </a:accent5>
      <a:accent6>
        <a:srgbClr val="000000"/>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