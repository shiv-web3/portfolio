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Catamaran"/>
      <p:regular r:id="rId22"/>
      <p:bold r:id="rId23"/>
    </p:embeddedFont>
    <p:embeddedFont>
      <p:font typeface="Libre Franklin"/>
      <p:regular r:id="rId24"/>
      <p:bold r:id="rId25"/>
      <p:italic r:id="rId26"/>
      <p:boldItalic r:id="rId27"/>
    </p:embeddedFont>
    <p:embeddedFont>
      <p:font typeface="Libre Franklin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Catamaran-regular.fntdata"/><Relationship Id="rId21" Type="http://schemas.openxmlformats.org/officeDocument/2006/relationships/slide" Target="slides/slide17.xml"/><Relationship Id="rId24" Type="http://schemas.openxmlformats.org/officeDocument/2006/relationships/font" Target="fonts/LibreFranklin-regular.fntdata"/><Relationship Id="rId23" Type="http://schemas.openxmlformats.org/officeDocument/2006/relationships/font" Target="fonts/Catamaran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ibreFranklin-italic.fntdata"/><Relationship Id="rId25" Type="http://schemas.openxmlformats.org/officeDocument/2006/relationships/font" Target="fonts/LibreFranklin-bold.fntdata"/><Relationship Id="rId28" Type="http://schemas.openxmlformats.org/officeDocument/2006/relationships/font" Target="fonts/LibreFranklinMedium-regular.fntdata"/><Relationship Id="rId27" Type="http://schemas.openxmlformats.org/officeDocument/2006/relationships/font" Target="fonts/LibreFranklin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ibreFranklin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ibreFranklinMedium-boldItalic.fntdata"/><Relationship Id="rId30" Type="http://schemas.openxmlformats.org/officeDocument/2006/relationships/font" Target="fonts/LibreFranklinMedium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9a0f900027_1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9a0f900027_1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5fd4b45418938cd5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5fd4b45418938cd5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9a0f900027_1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9a0f900027_1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9a0f900027_1_1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9a0f900027_1_1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8d83cf88e8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8d83cf88e8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55cd9d4cb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255cd9d4cb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55cd9d4cb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255cd9d4cb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9925c4eec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9925c4eec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55cd9d4cb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255cd9d4cb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55cd9d4cb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55cd9d4cb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55cd9d4cb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255cd9d4cb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55cd9d4cb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255cd9d4cb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55cd9d4cb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255cd9d4cb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55cd9d4cb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255cd9d4cb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55cd9d4cb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255cd9d4cb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9d70899d0f_3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9d70899d0f_3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92ff37ea2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92ff37ea2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?utm_source=slidesgo_template&amp;utm_medium=referral-link&amp;utm_campaign=slidesgo_contents_of_this_template&amp;utm_term=stories_by_freepik&amp;utm_content=stories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 rot="10800000">
            <a:off x="0" y="-75"/>
            <a:ext cx="6420300" cy="3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 rot="10800000">
            <a:off x="6420400" y="0"/>
            <a:ext cx="2732700" cy="15642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16200" y="3913200"/>
            <a:ext cx="2122200" cy="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590600" y="491400"/>
            <a:ext cx="3666900" cy="30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886216" y="4155000"/>
            <a:ext cx="1726800" cy="9885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 rot="5400000">
            <a:off x="-1833000" y="1832850"/>
            <a:ext cx="8573400" cy="4907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 flipH="1">
            <a:off x="616300" y="720000"/>
            <a:ext cx="28956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7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 flipH="1">
            <a:off x="5312925" y="3960725"/>
            <a:ext cx="30936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rot="10800000">
            <a:off x="2334300" y="-8250"/>
            <a:ext cx="6809700" cy="3897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 flipH="1">
            <a:off x="6953400" y="3889650"/>
            <a:ext cx="2190600" cy="1254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22000" y="1357200"/>
            <a:ext cx="7784700" cy="3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1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>
            <a:off x="4362600" y="-8325"/>
            <a:ext cx="4781400" cy="2736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3933000"/>
            <a:ext cx="2115000" cy="121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43480" y="1998800"/>
            <a:ext cx="18666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2" type="subTitle"/>
          </p:nvPr>
        </p:nvSpPr>
        <p:spPr>
          <a:xfrm>
            <a:off x="1543467" y="2959350"/>
            <a:ext cx="24393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5"/>
          <p:cNvSpPr txBox="1"/>
          <p:nvPr>
            <p:ph idx="3" type="subTitle"/>
          </p:nvPr>
        </p:nvSpPr>
        <p:spPr>
          <a:xfrm>
            <a:off x="5694620" y="1998800"/>
            <a:ext cx="18666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4" type="subTitle"/>
          </p:nvPr>
        </p:nvSpPr>
        <p:spPr>
          <a:xfrm>
            <a:off x="5694633" y="2959350"/>
            <a:ext cx="24393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 flipH="1" rot="10800000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35" name="Google Shape;35;p6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 flipH="1" rot="10800000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>
            <a:off x="0" y="38898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616200" y="1973475"/>
            <a:ext cx="3264000" cy="19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616200" y="491400"/>
            <a:ext cx="2926500" cy="28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>
            <a:off x="5530834" y="4155000"/>
            <a:ext cx="1726800" cy="9885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 flipH="1" rot="-5400000">
            <a:off x="2403450" y="1832850"/>
            <a:ext cx="8573400" cy="4907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5374475" y="720000"/>
            <a:ext cx="31533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1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hasCustomPrompt="1" idx="2" type="title"/>
          </p:nvPr>
        </p:nvSpPr>
        <p:spPr>
          <a:xfrm>
            <a:off x="6907825" y="3795175"/>
            <a:ext cx="1653900" cy="9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7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720000" y="3960725"/>
            <a:ext cx="29919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 rot="5400000">
            <a:off x="-468300" y="4683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/>
          <p:nvPr/>
        </p:nvSpPr>
        <p:spPr>
          <a:xfrm rot="-5400000">
            <a:off x="6596700" y="2597700"/>
            <a:ext cx="38409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/>
          <p:nvPr/>
        </p:nvSpPr>
        <p:spPr>
          <a:xfrm rot="9395685">
            <a:off x="5208650" y="2137922"/>
            <a:ext cx="1255941" cy="690506"/>
          </a:xfrm>
          <a:prstGeom prst="triangle">
            <a:avLst>
              <a:gd fmla="val 6724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1"/>
          <p:cNvSpPr/>
          <p:nvPr/>
        </p:nvSpPr>
        <p:spPr>
          <a:xfrm flipH="1" rot="7057689">
            <a:off x="4749232" y="3482137"/>
            <a:ext cx="976212" cy="462278"/>
          </a:xfrm>
          <a:prstGeom prst="triangle">
            <a:avLst>
              <a:gd fmla="val 6724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/>
          <p:nvPr/>
        </p:nvSpPr>
        <p:spPr>
          <a:xfrm flipH="1" rot="593356">
            <a:off x="4530915" y="1856236"/>
            <a:ext cx="2415795" cy="1849932"/>
          </a:xfrm>
          <a:prstGeom prst="triangle">
            <a:avLst>
              <a:gd fmla="val 678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 rot="-1404315">
            <a:off x="2679409" y="3087050"/>
            <a:ext cx="1255941" cy="690506"/>
          </a:xfrm>
          <a:prstGeom prst="triangle">
            <a:avLst>
              <a:gd fmla="val 6724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/>
          <p:nvPr/>
        </p:nvSpPr>
        <p:spPr>
          <a:xfrm flipH="1" rot="-3742311">
            <a:off x="3418556" y="1971064"/>
            <a:ext cx="976212" cy="462278"/>
          </a:xfrm>
          <a:prstGeom prst="triangle">
            <a:avLst>
              <a:gd fmla="val 6724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1"/>
          <p:cNvSpPr/>
          <p:nvPr/>
        </p:nvSpPr>
        <p:spPr>
          <a:xfrm flipH="1" rot="-10206644">
            <a:off x="2197290" y="2209309"/>
            <a:ext cx="2415795" cy="1849932"/>
          </a:xfrm>
          <a:prstGeom prst="triangle">
            <a:avLst>
              <a:gd fmla="val 678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1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2799913" y="2161475"/>
            <a:ext cx="1834500" cy="14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subTitle"/>
          </p:nvPr>
        </p:nvSpPr>
        <p:spPr>
          <a:xfrm>
            <a:off x="616200" y="1887275"/>
            <a:ext cx="18345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2" type="subTitle"/>
          </p:nvPr>
        </p:nvSpPr>
        <p:spPr>
          <a:xfrm>
            <a:off x="6793250" y="1887275"/>
            <a:ext cx="18345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3"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4" type="subTitle"/>
          </p:nvPr>
        </p:nvSpPr>
        <p:spPr>
          <a:xfrm>
            <a:off x="616200" y="2734800"/>
            <a:ext cx="18843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5" type="subTitle"/>
          </p:nvPr>
        </p:nvSpPr>
        <p:spPr>
          <a:xfrm>
            <a:off x="6793252" y="2734800"/>
            <a:ext cx="18843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11"/>
          <p:cNvSpPr txBox="1"/>
          <p:nvPr>
            <p:ph hasCustomPrompt="1" idx="6" type="title"/>
          </p:nvPr>
        </p:nvSpPr>
        <p:spPr>
          <a:xfrm>
            <a:off x="4515713" y="2282900"/>
            <a:ext cx="1834500" cy="14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">
  <p:cSld name="CUSTOM_17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72" name="Google Shape;72;p13"/>
          <p:cNvSpPr/>
          <p:nvPr/>
        </p:nvSpPr>
        <p:spPr>
          <a:xfrm rot="-5400000">
            <a:off x="7422000" y="34215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7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-5400454">
            <a:off x="6015293" y="166500"/>
            <a:ext cx="4545900" cy="1710900"/>
          </a:xfrm>
          <a:prstGeom prst="triangle">
            <a:avLst>
              <a:gd fmla="val 522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 rot="5400000">
            <a:off x="-468300" y="4683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7_1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 flipH="1" rot="5400454">
            <a:off x="-1417132" y="166500"/>
            <a:ext cx="4545900" cy="1710900"/>
          </a:xfrm>
          <a:prstGeom prst="triangle">
            <a:avLst>
              <a:gd fmla="val 522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 flipH="1" rot="-5400000">
            <a:off x="7422000" y="4683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7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 rot="-5400454">
            <a:off x="6015293" y="166500"/>
            <a:ext cx="4545900" cy="1710900"/>
          </a:xfrm>
          <a:prstGeom prst="triangle">
            <a:avLst>
              <a:gd fmla="val 522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7_1_1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0" y="4410000"/>
            <a:ext cx="1299900" cy="744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 rot="-5400454">
            <a:off x="6015293" y="166500"/>
            <a:ext cx="4545900" cy="1710900"/>
          </a:xfrm>
          <a:prstGeom prst="triangle">
            <a:avLst>
              <a:gd fmla="val 5228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7_1_1_1_1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 flipH="1" rot="10800000">
            <a:off x="0" y="0"/>
            <a:ext cx="39564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/>
          <p:nvPr/>
        </p:nvSpPr>
        <p:spPr>
          <a:xfrm rot="-5400000">
            <a:off x="7422000" y="34230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7_1_1_1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 flipH="1" rot="10800000">
            <a:off x="0" y="0"/>
            <a:ext cx="39564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 rot="-5400000">
            <a:off x="7422000" y="34230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/>
          <p:nvPr/>
        </p:nvSpPr>
        <p:spPr>
          <a:xfrm rot="5400000">
            <a:off x="288601" y="2755547"/>
            <a:ext cx="862800" cy="360000"/>
          </a:xfrm>
          <a:prstGeom prst="triangle">
            <a:avLst>
              <a:gd fmla="val 6348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7_1_1_1_1_1_1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/>
          <p:nvPr/>
        </p:nvSpPr>
        <p:spPr>
          <a:xfrm rot="10800000">
            <a:off x="5187600" y="0"/>
            <a:ext cx="39564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/>
          <p:nvPr/>
        </p:nvSpPr>
        <p:spPr>
          <a:xfrm flipH="1" rot="5400000">
            <a:off x="-468300" y="34230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/>
          <p:nvPr/>
        </p:nvSpPr>
        <p:spPr>
          <a:xfrm flipH="1" rot="-5400000">
            <a:off x="8028601" y="2755547"/>
            <a:ext cx="862800" cy="360000"/>
          </a:xfrm>
          <a:prstGeom prst="triangle">
            <a:avLst>
              <a:gd fmla="val 6348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18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/>
          <p:nvPr/>
        </p:nvSpPr>
        <p:spPr>
          <a:xfrm flipH="1" rot="10800000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1"/>
          <p:cNvSpPr/>
          <p:nvPr/>
        </p:nvSpPr>
        <p:spPr>
          <a:xfrm flipH="1" rot="-5400000">
            <a:off x="6596700" y="1293600"/>
            <a:ext cx="38409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" type="subTitle"/>
          </p:nvPr>
        </p:nvSpPr>
        <p:spPr>
          <a:xfrm>
            <a:off x="6336385" y="2307650"/>
            <a:ext cx="14400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2" type="subTitle"/>
          </p:nvPr>
        </p:nvSpPr>
        <p:spPr>
          <a:xfrm>
            <a:off x="6337577" y="2750075"/>
            <a:ext cx="18828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/>
          <p:nvPr/>
        </p:nvSpPr>
        <p:spPr>
          <a:xfrm flipH="1" rot="-5400000">
            <a:off x="7422000" y="4683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 txBox="1"/>
          <p:nvPr>
            <p:ph idx="1" type="subTitle"/>
          </p:nvPr>
        </p:nvSpPr>
        <p:spPr>
          <a:xfrm>
            <a:off x="620700" y="379477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2" type="subTitle"/>
          </p:nvPr>
        </p:nvSpPr>
        <p:spPr>
          <a:xfrm>
            <a:off x="620700" y="221542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3" type="subTitle"/>
          </p:nvPr>
        </p:nvSpPr>
        <p:spPr>
          <a:xfrm>
            <a:off x="620700" y="185157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4" type="subTitle"/>
          </p:nvPr>
        </p:nvSpPr>
        <p:spPr>
          <a:xfrm>
            <a:off x="3342325" y="185157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5" type="subTitle"/>
          </p:nvPr>
        </p:nvSpPr>
        <p:spPr>
          <a:xfrm>
            <a:off x="6063950" y="185157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6" type="subTitle"/>
          </p:nvPr>
        </p:nvSpPr>
        <p:spPr>
          <a:xfrm>
            <a:off x="620700" y="3428625"/>
            <a:ext cx="21393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subTitle"/>
          </p:nvPr>
        </p:nvSpPr>
        <p:spPr>
          <a:xfrm>
            <a:off x="3342325" y="342862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8" type="subTitle"/>
          </p:nvPr>
        </p:nvSpPr>
        <p:spPr>
          <a:xfrm>
            <a:off x="6063950" y="342862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hasCustomPrompt="1" type="title"/>
          </p:nvPr>
        </p:nvSpPr>
        <p:spPr>
          <a:xfrm flipH="1">
            <a:off x="620700" y="149157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22"/>
          <p:cNvSpPr txBox="1"/>
          <p:nvPr>
            <p:ph hasCustomPrompt="1" idx="9" type="title"/>
          </p:nvPr>
        </p:nvSpPr>
        <p:spPr>
          <a:xfrm>
            <a:off x="3342325" y="149157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22"/>
          <p:cNvSpPr txBox="1"/>
          <p:nvPr>
            <p:ph hasCustomPrompt="1" idx="13" type="title"/>
          </p:nvPr>
        </p:nvSpPr>
        <p:spPr>
          <a:xfrm>
            <a:off x="6063950" y="149157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22"/>
          <p:cNvSpPr txBox="1"/>
          <p:nvPr>
            <p:ph hasCustomPrompt="1" idx="14" type="title"/>
          </p:nvPr>
        </p:nvSpPr>
        <p:spPr>
          <a:xfrm flipH="1">
            <a:off x="620700" y="306862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2"/>
          <p:cNvSpPr txBox="1"/>
          <p:nvPr>
            <p:ph hasCustomPrompt="1" idx="15" type="title"/>
          </p:nvPr>
        </p:nvSpPr>
        <p:spPr>
          <a:xfrm>
            <a:off x="3342325" y="306862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2"/>
          <p:cNvSpPr txBox="1"/>
          <p:nvPr>
            <p:ph hasCustomPrompt="1" idx="16" type="title"/>
          </p:nvPr>
        </p:nvSpPr>
        <p:spPr>
          <a:xfrm>
            <a:off x="6063950" y="306862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22"/>
          <p:cNvSpPr txBox="1"/>
          <p:nvPr>
            <p:ph idx="17"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18" type="subTitle"/>
          </p:nvPr>
        </p:nvSpPr>
        <p:spPr>
          <a:xfrm>
            <a:off x="3342325" y="221542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19" type="subTitle"/>
          </p:nvPr>
        </p:nvSpPr>
        <p:spPr>
          <a:xfrm>
            <a:off x="6063950" y="221542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2"/>
          <p:cNvSpPr txBox="1"/>
          <p:nvPr>
            <p:ph idx="20" type="subTitle"/>
          </p:nvPr>
        </p:nvSpPr>
        <p:spPr>
          <a:xfrm>
            <a:off x="3342325" y="379477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21" type="subTitle"/>
          </p:nvPr>
        </p:nvSpPr>
        <p:spPr>
          <a:xfrm>
            <a:off x="6063950" y="379477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/>
          <p:nvPr/>
        </p:nvSpPr>
        <p:spPr>
          <a:xfrm flipH="1" rot="10800000">
            <a:off x="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" type="subTitle"/>
          </p:nvPr>
        </p:nvSpPr>
        <p:spPr>
          <a:xfrm>
            <a:off x="821150" y="3850150"/>
            <a:ext cx="197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2" type="subTitle"/>
          </p:nvPr>
        </p:nvSpPr>
        <p:spPr>
          <a:xfrm>
            <a:off x="6719376" y="3850150"/>
            <a:ext cx="197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3" type="subTitle"/>
          </p:nvPr>
        </p:nvSpPr>
        <p:spPr>
          <a:xfrm>
            <a:off x="6719376" y="2161650"/>
            <a:ext cx="197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4" type="subTitle"/>
          </p:nvPr>
        </p:nvSpPr>
        <p:spPr>
          <a:xfrm>
            <a:off x="821150" y="2161650"/>
            <a:ext cx="197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5" type="subTitle"/>
          </p:nvPr>
        </p:nvSpPr>
        <p:spPr>
          <a:xfrm>
            <a:off x="821138" y="1826925"/>
            <a:ext cx="1603500" cy="30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 Vietnam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6" type="subTitle"/>
          </p:nvPr>
        </p:nvSpPr>
        <p:spPr>
          <a:xfrm>
            <a:off x="821138" y="3520300"/>
            <a:ext cx="1603500" cy="30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 Vietnam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7" type="subTitle"/>
          </p:nvPr>
        </p:nvSpPr>
        <p:spPr>
          <a:xfrm>
            <a:off x="6719363" y="3520300"/>
            <a:ext cx="1603500" cy="30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 Vietnam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idx="8" type="subTitle"/>
          </p:nvPr>
        </p:nvSpPr>
        <p:spPr>
          <a:xfrm>
            <a:off x="6719363" y="1826925"/>
            <a:ext cx="1603500" cy="30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 Vietnam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9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/>
          <p:nvPr/>
        </p:nvSpPr>
        <p:spPr>
          <a:xfrm rot="-5400545">
            <a:off x="-414952" y="1101875"/>
            <a:ext cx="15125400" cy="4392600"/>
          </a:xfrm>
          <a:prstGeom prst="triangle">
            <a:avLst>
              <a:gd fmla="val 758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 flipH="1" rot="5400501">
            <a:off x="-2566725" y="1315675"/>
            <a:ext cx="8231700" cy="3098100"/>
          </a:xfrm>
          <a:prstGeom prst="triangle">
            <a:avLst>
              <a:gd fmla="val 333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 flipH="1">
            <a:off x="1529425" y="1821047"/>
            <a:ext cx="568200" cy="3039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/>
          <p:nvPr/>
        </p:nvSpPr>
        <p:spPr>
          <a:xfrm flipH="1" rot="1735613">
            <a:off x="2922573" y="374063"/>
            <a:ext cx="862737" cy="359862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/>
          <p:nvPr/>
        </p:nvSpPr>
        <p:spPr>
          <a:xfrm flipH="1">
            <a:off x="6486290" y="455813"/>
            <a:ext cx="862800" cy="360000"/>
          </a:xfrm>
          <a:prstGeom prst="triangle">
            <a:avLst>
              <a:gd fmla="val 7907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/>
          <p:nvPr/>
        </p:nvSpPr>
        <p:spPr>
          <a:xfrm flipH="1" rot="-2872435">
            <a:off x="6482459" y="4144893"/>
            <a:ext cx="579637" cy="241921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 flipH="1" rot="10423910">
            <a:off x="4282111" y="3798039"/>
            <a:ext cx="579766" cy="242044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 rot="9168373">
            <a:off x="8331016" y="3196130"/>
            <a:ext cx="489058" cy="204076"/>
          </a:xfrm>
          <a:prstGeom prst="triangle">
            <a:avLst>
              <a:gd fmla="val 488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 flipH="1" rot="10800000">
            <a:off x="1418050" y="4633849"/>
            <a:ext cx="321600" cy="171900"/>
          </a:xfrm>
          <a:prstGeom prst="triangle">
            <a:avLst>
              <a:gd fmla="val 4409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>
            <p:ph type="title"/>
          </p:nvPr>
        </p:nvSpPr>
        <p:spPr>
          <a:xfrm>
            <a:off x="3264900" y="1730575"/>
            <a:ext cx="247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subTitle"/>
          </p:nvPr>
        </p:nvSpPr>
        <p:spPr>
          <a:xfrm>
            <a:off x="616200" y="3310875"/>
            <a:ext cx="2051700" cy="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" name="Google Shape;152;p24"/>
          <p:cNvSpPr txBox="1"/>
          <p:nvPr>
            <p:ph idx="2" type="subTitle"/>
          </p:nvPr>
        </p:nvSpPr>
        <p:spPr>
          <a:xfrm>
            <a:off x="3264900" y="2349588"/>
            <a:ext cx="2051700" cy="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3" name="Google Shape;153;p24"/>
          <p:cNvSpPr txBox="1"/>
          <p:nvPr>
            <p:ph idx="3" type="subTitle"/>
          </p:nvPr>
        </p:nvSpPr>
        <p:spPr>
          <a:xfrm>
            <a:off x="6257690" y="1433325"/>
            <a:ext cx="2051700" cy="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4" name="Google Shape;154;p24"/>
          <p:cNvSpPr txBox="1"/>
          <p:nvPr>
            <p:ph idx="4" type="title"/>
          </p:nvPr>
        </p:nvSpPr>
        <p:spPr>
          <a:xfrm>
            <a:off x="6257700" y="815825"/>
            <a:ext cx="247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5" type="title"/>
          </p:nvPr>
        </p:nvSpPr>
        <p:spPr>
          <a:xfrm>
            <a:off x="616200" y="2695775"/>
            <a:ext cx="247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6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752200" y="491400"/>
            <a:ext cx="7767600" cy="19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1" type="subTitle"/>
          </p:nvPr>
        </p:nvSpPr>
        <p:spPr>
          <a:xfrm>
            <a:off x="4946704" y="3425100"/>
            <a:ext cx="3573000" cy="9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ix Column 3">
  <p:cSld name="CUSTOM_1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/>
          <p:nvPr/>
        </p:nvSpPr>
        <p:spPr>
          <a:xfrm flipH="1" rot="10800000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6"/>
          <p:cNvSpPr/>
          <p:nvPr/>
        </p:nvSpPr>
        <p:spPr>
          <a:xfrm flipH="1" rot="-5400000">
            <a:off x="6596700" y="1293600"/>
            <a:ext cx="38409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6"/>
          <p:cNvSpPr txBox="1"/>
          <p:nvPr>
            <p:ph idx="1" type="subTitle"/>
          </p:nvPr>
        </p:nvSpPr>
        <p:spPr>
          <a:xfrm>
            <a:off x="2262975" y="1477125"/>
            <a:ext cx="45906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6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64" name="Google Shape;164;p26"/>
          <p:cNvSpPr txBox="1"/>
          <p:nvPr>
            <p:ph idx="2" type="subTitle"/>
          </p:nvPr>
        </p:nvSpPr>
        <p:spPr>
          <a:xfrm>
            <a:off x="1301249" y="3125975"/>
            <a:ext cx="1573500" cy="3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6"/>
          <p:cNvSpPr txBox="1"/>
          <p:nvPr>
            <p:ph idx="3" type="subTitle"/>
          </p:nvPr>
        </p:nvSpPr>
        <p:spPr>
          <a:xfrm>
            <a:off x="4125473" y="3125975"/>
            <a:ext cx="1573500" cy="3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6"/>
          <p:cNvSpPr txBox="1"/>
          <p:nvPr>
            <p:ph idx="4" type="subTitle"/>
          </p:nvPr>
        </p:nvSpPr>
        <p:spPr>
          <a:xfrm>
            <a:off x="6838451" y="3125975"/>
            <a:ext cx="1573500" cy="3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5" type="subTitle"/>
          </p:nvPr>
        </p:nvSpPr>
        <p:spPr>
          <a:xfrm>
            <a:off x="1301249" y="4104300"/>
            <a:ext cx="1573500" cy="3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6" type="subTitle"/>
          </p:nvPr>
        </p:nvSpPr>
        <p:spPr>
          <a:xfrm>
            <a:off x="4125473" y="4104300"/>
            <a:ext cx="1573500" cy="3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6"/>
          <p:cNvSpPr txBox="1"/>
          <p:nvPr>
            <p:ph idx="7" type="subTitle"/>
          </p:nvPr>
        </p:nvSpPr>
        <p:spPr>
          <a:xfrm>
            <a:off x="6838451" y="4104300"/>
            <a:ext cx="1573500" cy="3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10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/>
          <p:nvPr/>
        </p:nvSpPr>
        <p:spPr>
          <a:xfrm>
            <a:off x="-7075" y="3399049"/>
            <a:ext cx="3084600" cy="17658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7"/>
          <p:cNvSpPr/>
          <p:nvPr/>
        </p:nvSpPr>
        <p:spPr>
          <a:xfrm flipH="1">
            <a:off x="1371600" y="715319"/>
            <a:ext cx="7772400" cy="4449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"/>
          <p:cNvSpPr txBox="1"/>
          <p:nvPr>
            <p:ph type="title"/>
          </p:nvPr>
        </p:nvSpPr>
        <p:spPr>
          <a:xfrm>
            <a:off x="616200" y="720000"/>
            <a:ext cx="5261700" cy="249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9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/>
        </p:nvSpPr>
        <p:spPr>
          <a:xfrm rot="5399455">
            <a:off x="-5456102" y="1101875"/>
            <a:ext cx="15125400" cy="4392600"/>
          </a:xfrm>
          <a:prstGeom prst="triangle">
            <a:avLst>
              <a:gd fmla="val 758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8"/>
          <p:cNvSpPr/>
          <p:nvPr/>
        </p:nvSpPr>
        <p:spPr>
          <a:xfrm flipH="1" rot="7927565">
            <a:off x="2252299" y="2285486"/>
            <a:ext cx="579637" cy="241921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8"/>
          <p:cNvSpPr/>
          <p:nvPr/>
        </p:nvSpPr>
        <p:spPr>
          <a:xfrm rot="-1631627">
            <a:off x="295472" y="931618"/>
            <a:ext cx="489058" cy="204076"/>
          </a:xfrm>
          <a:prstGeom prst="triangle">
            <a:avLst>
              <a:gd fmla="val 488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"/>
          <p:cNvSpPr/>
          <p:nvPr/>
        </p:nvSpPr>
        <p:spPr>
          <a:xfrm flipH="1" rot="-5399499">
            <a:off x="3783294" y="1696675"/>
            <a:ext cx="8231700" cy="3098100"/>
          </a:xfrm>
          <a:prstGeom prst="triangle">
            <a:avLst>
              <a:gd fmla="val 333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8"/>
          <p:cNvSpPr/>
          <p:nvPr/>
        </p:nvSpPr>
        <p:spPr>
          <a:xfrm flipH="1" rot="10800000">
            <a:off x="7043794" y="3484328"/>
            <a:ext cx="568200" cy="3039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8"/>
          <p:cNvSpPr/>
          <p:nvPr/>
        </p:nvSpPr>
        <p:spPr>
          <a:xfrm flipH="1" rot="-9064387">
            <a:off x="5647909" y="4453399"/>
            <a:ext cx="862737" cy="359862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/>
          <p:nvPr/>
        </p:nvSpPr>
        <p:spPr>
          <a:xfrm flipH="1">
            <a:off x="7708619" y="1304701"/>
            <a:ext cx="321600" cy="171900"/>
          </a:xfrm>
          <a:prstGeom prst="triangle">
            <a:avLst>
              <a:gd fmla="val 4409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"/>
          <p:cNvSpPr/>
          <p:nvPr/>
        </p:nvSpPr>
        <p:spPr>
          <a:xfrm flipH="1" rot="-376090">
            <a:off x="4281592" y="1689367"/>
            <a:ext cx="579766" cy="242044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 txBox="1"/>
          <p:nvPr>
            <p:ph type="title"/>
          </p:nvPr>
        </p:nvSpPr>
        <p:spPr>
          <a:xfrm>
            <a:off x="540000" y="491400"/>
            <a:ext cx="8100000" cy="9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84" name="Google Shape;184;p28"/>
          <p:cNvSpPr txBox="1"/>
          <p:nvPr>
            <p:ph idx="1" type="subTitle"/>
          </p:nvPr>
        </p:nvSpPr>
        <p:spPr>
          <a:xfrm>
            <a:off x="844800" y="3352200"/>
            <a:ext cx="1914000" cy="1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Design 2">
  <p:cSld name="CUSTOM_9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/>
          <p:nvPr/>
        </p:nvSpPr>
        <p:spPr>
          <a:xfrm rot="3599646">
            <a:off x="-1179039" y="2803579"/>
            <a:ext cx="6183096" cy="2327088"/>
          </a:xfrm>
          <a:prstGeom prst="triangle">
            <a:avLst>
              <a:gd fmla="val 522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9"/>
          <p:cNvSpPr/>
          <p:nvPr/>
        </p:nvSpPr>
        <p:spPr>
          <a:xfrm flipH="1" rot="-10799393">
            <a:off x="1464075" y="-3417"/>
            <a:ext cx="8496300" cy="1998000"/>
          </a:xfrm>
          <a:prstGeom prst="triangle">
            <a:avLst>
              <a:gd fmla="val 758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9"/>
          <p:cNvSpPr/>
          <p:nvPr/>
        </p:nvSpPr>
        <p:spPr>
          <a:xfrm rot="8271839">
            <a:off x="8029111" y="2669652"/>
            <a:ext cx="386351" cy="161422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9"/>
          <p:cNvSpPr/>
          <p:nvPr/>
        </p:nvSpPr>
        <p:spPr>
          <a:xfrm rot="5400000">
            <a:off x="451794" y="894324"/>
            <a:ext cx="378900" cy="2025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9"/>
          <p:cNvSpPr/>
          <p:nvPr/>
        </p:nvSpPr>
        <p:spPr>
          <a:xfrm rot="3664910">
            <a:off x="2227189" y="1655151"/>
            <a:ext cx="575110" cy="239957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9"/>
          <p:cNvSpPr/>
          <p:nvPr/>
        </p:nvSpPr>
        <p:spPr>
          <a:xfrm rot="-5400000">
            <a:off x="6737501" y="4245443"/>
            <a:ext cx="214500" cy="114600"/>
          </a:xfrm>
          <a:prstGeom prst="triangle">
            <a:avLst>
              <a:gd fmla="val 4409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/>
          <p:nvPr/>
        </p:nvSpPr>
        <p:spPr>
          <a:xfrm flipH="1" rot="-3767358">
            <a:off x="7404303" y="1083032"/>
            <a:ext cx="726276" cy="302833"/>
          </a:xfrm>
          <a:prstGeom prst="triangle">
            <a:avLst>
              <a:gd fmla="val 488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9"/>
          <p:cNvSpPr txBox="1"/>
          <p:nvPr>
            <p:ph type="title"/>
          </p:nvPr>
        </p:nvSpPr>
        <p:spPr>
          <a:xfrm>
            <a:off x="540000" y="491400"/>
            <a:ext cx="8100000" cy="9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1" type="subTitle"/>
          </p:nvPr>
        </p:nvSpPr>
        <p:spPr>
          <a:xfrm>
            <a:off x="844800" y="3352200"/>
            <a:ext cx="1914000" cy="1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9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/>
          <p:nvPr/>
        </p:nvSpPr>
        <p:spPr>
          <a:xfrm rot="-1800354">
            <a:off x="-498589" y="-922996"/>
            <a:ext cx="6183096" cy="2327088"/>
          </a:xfrm>
          <a:prstGeom prst="triangle">
            <a:avLst>
              <a:gd fmla="val 522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/>
          <p:nvPr/>
        </p:nvSpPr>
        <p:spPr>
          <a:xfrm>
            <a:off x="7381360" y="719988"/>
            <a:ext cx="378900" cy="2025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0"/>
          <p:cNvSpPr/>
          <p:nvPr/>
        </p:nvSpPr>
        <p:spPr>
          <a:xfrm rot="-545">
            <a:off x="-3428352" y="2572950"/>
            <a:ext cx="15125400" cy="4392600"/>
          </a:xfrm>
          <a:prstGeom prst="triangle">
            <a:avLst>
              <a:gd fmla="val 758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0"/>
          <p:cNvSpPr/>
          <p:nvPr/>
        </p:nvSpPr>
        <p:spPr>
          <a:xfrm flipH="1" rot="2527565">
            <a:off x="7280976" y="2523020"/>
            <a:ext cx="579637" cy="241921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0"/>
          <p:cNvSpPr/>
          <p:nvPr/>
        </p:nvSpPr>
        <p:spPr>
          <a:xfrm rot="-7031627">
            <a:off x="4907401" y="4395684"/>
            <a:ext cx="489058" cy="204076"/>
          </a:xfrm>
          <a:prstGeom prst="triangle">
            <a:avLst>
              <a:gd fmla="val 488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>
            <p:ph type="title"/>
          </p:nvPr>
        </p:nvSpPr>
        <p:spPr>
          <a:xfrm>
            <a:off x="540000" y="491400"/>
            <a:ext cx="8100000" cy="9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02" name="Google Shape;202;p30"/>
          <p:cNvSpPr txBox="1"/>
          <p:nvPr>
            <p:ph idx="1" type="subTitle"/>
          </p:nvPr>
        </p:nvSpPr>
        <p:spPr>
          <a:xfrm>
            <a:off x="6613800" y="3352200"/>
            <a:ext cx="1914000" cy="1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4">
  <p:cSld name="CUSTOM_8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/>
          <p:nvPr/>
        </p:nvSpPr>
        <p:spPr>
          <a:xfrm rot="-5400000">
            <a:off x="5379100" y="1380000"/>
            <a:ext cx="5149500" cy="238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/>
          <p:nvPr/>
        </p:nvSpPr>
        <p:spPr>
          <a:xfrm flipH="1" rot="5400454">
            <a:off x="-1715103" y="2314500"/>
            <a:ext cx="4545900" cy="1115100"/>
          </a:xfrm>
          <a:prstGeom prst="triangle">
            <a:avLst>
              <a:gd fmla="val 2094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1"/>
          <p:cNvSpPr txBox="1"/>
          <p:nvPr>
            <p:ph idx="1" type="subTitle"/>
          </p:nvPr>
        </p:nvSpPr>
        <p:spPr>
          <a:xfrm>
            <a:off x="1054050" y="1544250"/>
            <a:ext cx="2967900" cy="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7" name="Google Shape;207;p31"/>
          <p:cNvSpPr txBox="1"/>
          <p:nvPr>
            <p:ph type="title"/>
          </p:nvPr>
        </p:nvSpPr>
        <p:spPr>
          <a:xfrm>
            <a:off x="823550" y="491400"/>
            <a:ext cx="753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5">
  <p:cSld name="CUSTOM_8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/>
          <p:nvPr/>
        </p:nvSpPr>
        <p:spPr>
          <a:xfrm rot="-5400454">
            <a:off x="6313047" y="2314500"/>
            <a:ext cx="4545900" cy="1115100"/>
          </a:xfrm>
          <a:prstGeom prst="triangle">
            <a:avLst>
              <a:gd fmla="val 2094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2"/>
          <p:cNvSpPr/>
          <p:nvPr/>
        </p:nvSpPr>
        <p:spPr>
          <a:xfrm flipH="1" rot="5400000">
            <a:off x="-1384500" y="1380000"/>
            <a:ext cx="5149500" cy="238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2"/>
          <p:cNvSpPr txBox="1"/>
          <p:nvPr>
            <p:ph idx="1" type="subTitle"/>
          </p:nvPr>
        </p:nvSpPr>
        <p:spPr>
          <a:xfrm>
            <a:off x="5122050" y="1544250"/>
            <a:ext cx="2967900" cy="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823450" y="491400"/>
            <a:ext cx="753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5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/>
          <p:nvPr/>
        </p:nvSpPr>
        <p:spPr>
          <a:xfrm flipH="1">
            <a:off x="2732800" y="1468200"/>
            <a:ext cx="6420300" cy="3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3"/>
          <p:cNvSpPr/>
          <p:nvPr/>
        </p:nvSpPr>
        <p:spPr>
          <a:xfrm rot="5400000">
            <a:off x="-584250" y="584250"/>
            <a:ext cx="2732700" cy="15642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3"/>
          <p:cNvSpPr txBox="1"/>
          <p:nvPr>
            <p:ph idx="1" type="subTitle"/>
          </p:nvPr>
        </p:nvSpPr>
        <p:spPr>
          <a:xfrm>
            <a:off x="616200" y="1626750"/>
            <a:ext cx="3369600" cy="15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type="title"/>
          </p:nvPr>
        </p:nvSpPr>
        <p:spPr>
          <a:xfrm>
            <a:off x="616200" y="491400"/>
            <a:ext cx="4032000" cy="9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18" name="Google Shape;218;p33"/>
          <p:cNvSpPr txBox="1"/>
          <p:nvPr/>
        </p:nvSpPr>
        <p:spPr>
          <a:xfrm>
            <a:off x="616200" y="3832375"/>
            <a:ext cx="35793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CREDITS: This presentation template was created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including icons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infographics &amp; images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 </a:t>
            </a: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and illustrations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b="1"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CUSTOM_7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/>
          <p:nvPr/>
        </p:nvSpPr>
        <p:spPr>
          <a:xfrm flipH="1" rot="-10799546">
            <a:off x="-2" y="300"/>
            <a:ext cx="4545900" cy="1131600"/>
          </a:xfrm>
          <a:prstGeom prst="triangle">
            <a:avLst>
              <a:gd fmla="val 2944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4572000" y="1544250"/>
            <a:ext cx="37617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2" name="Google Shape;222;p34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23" name="Google Shape;223;p34"/>
          <p:cNvSpPr txBox="1"/>
          <p:nvPr>
            <p:ph idx="2" type="body"/>
          </p:nvPr>
        </p:nvSpPr>
        <p:spPr>
          <a:xfrm>
            <a:off x="540000" y="1544250"/>
            <a:ext cx="40320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4"/>
          <p:cNvSpPr/>
          <p:nvPr/>
        </p:nvSpPr>
        <p:spPr>
          <a:xfrm rot="-5400000">
            <a:off x="7422000" y="34215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7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/>
          <p:nvPr/>
        </p:nvSpPr>
        <p:spPr>
          <a:xfrm>
            <a:off x="0" y="3674700"/>
            <a:ext cx="2568600" cy="14706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5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28" name="Google Shape;228;p35"/>
          <p:cNvSpPr txBox="1"/>
          <p:nvPr>
            <p:ph idx="1" type="body"/>
          </p:nvPr>
        </p:nvSpPr>
        <p:spPr>
          <a:xfrm>
            <a:off x="4516250" y="1544250"/>
            <a:ext cx="41238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⃤"/>
              <a:defRPr sz="16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9" name="Google Shape;229;p35"/>
          <p:cNvSpPr txBox="1"/>
          <p:nvPr>
            <p:ph idx="2" type="subTitle"/>
          </p:nvPr>
        </p:nvSpPr>
        <p:spPr>
          <a:xfrm>
            <a:off x="616225" y="1544250"/>
            <a:ext cx="2967900" cy="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5"/>
          <p:cNvSpPr txBox="1"/>
          <p:nvPr>
            <p:ph idx="3" type="subTitle"/>
          </p:nvPr>
        </p:nvSpPr>
        <p:spPr>
          <a:xfrm>
            <a:off x="616225" y="2456000"/>
            <a:ext cx="18666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5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CUSTOM_19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/>
          <p:nvPr/>
        </p:nvSpPr>
        <p:spPr>
          <a:xfrm flipH="1" rot="10800000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6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6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36" name="Google Shape;236;p36"/>
          <p:cNvSpPr txBox="1"/>
          <p:nvPr>
            <p:ph idx="1" type="body"/>
          </p:nvPr>
        </p:nvSpPr>
        <p:spPr>
          <a:xfrm>
            <a:off x="616200" y="1391850"/>
            <a:ext cx="7952400" cy="4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540000" y="1544250"/>
            <a:ext cx="8100000" cy="28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ajnacreator.com/" TargetMode="External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/>
          <p:nvPr>
            <p:ph type="ctrTitle"/>
          </p:nvPr>
        </p:nvSpPr>
        <p:spPr>
          <a:xfrm>
            <a:off x="284575" y="413825"/>
            <a:ext cx="3407400" cy="15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Marketing Strategy</a:t>
            </a:r>
            <a:endParaRPr sz="4500"/>
          </a:p>
        </p:txBody>
      </p:sp>
      <p:grpSp>
        <p:nvGrpSpPr>
          <p:cNvPr id="242" name="Google Shape;242;p37"/>
          <p:cNvGrpSpPr/>
          <p:nvPr/>
        </p:nvGrpSpPr>
        <p:grpSpPr>
          <a:xfrm>
            <a:off x="4538058" y="736315"/>
            <a:ext cx="3881893" cy="3866200"/>
            <a:chOff x="1380325" y="456475"/>
            <a:chExt cx="4827625" cy="4811100"/>
          </a:xfrm>
        </p:grpSpPr>
        <p:sp>
          <p:nvSpPr>
            <p:cNvPr id="243" name="Google Shape;243;p37"/>
            <p:cNvSpPr/>
            <p:nvPr/>
          </p:nvSpPr>
          <p:spPr>
            <a:xfrm>
              <a:off x="1380325" y="2480550"/>
              <a:ext cx="4827625" cy="2787025"/>
            </a:xfrm>
            <a:custGeom>
              <a:rect b="b" l="l" r="r" t="t"/>
              <a:pathLst>
                <a:path extrusionOk="0" h="111481" w="193105">
                  <a:moveTo>
                    <a:pt x="96569" y="1"/>
                  </a:moveTo>
                  <a:cubicBezTo>
                    <a:pt x="43231" y="1"/>
                    <a:pt x="0" y="24985"/>
                    <a:pt x="0" y="55740"/>
                  </a:cubicBezTo>
                  <a:cubicBezTo>
                    <a:pt x="0" y="86529"/>
                    <a:pt x="43231" y="111480"/>
                    <a:pt x="96569" y="111480"/>
                  </a:cubicBezTo>
                  <a:cubicBezTo>
                    <a:pt x="149874" y="111480"/>
                    <a:pt x="193105" y="86529"/>
                    <a:pt x="193105" y="55740"/>
                  </a:cubicBezTo>
                  <a:cubicBezTo>
                    <a:pt x="193105" y="24985"/>
                    <a:pt x="149874" y="1"/>
                    <a:pt x="9656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7"/>
            <p:cNvSpPr/>
            <p:nvPr/>
          </p:nvSpPr>
          <p:spPr>
            <a:xfrm>
              <a:off x="2849700" y="4121425"/>
              <a:ext cx="1717100" cy="880950"/>
            </a:xfrm>
            <a:custGeom>
              <a:rect b="b" l="l" r="r" t="t"/>
              <a:pathLst>
                <a:path extrusionOk="0" h="35238" w="68684">
                  <a:moveTo>
                    <a:pt x="21349" y="13455"/>
                  </a:moveTo>
                  <a:cubicBezTo>
                    <a:pt x="26353" y="13455"/>
                    <a:pt x="31023" y="14556"/>
                    <a:pt x="34492" y="16558"/>
                  </a:cubicBezTo>
                  <a:cubicBezTo>
                    <a:pt x="37461" y="18292"/>
                    <a:pt x="39095" y="20394"/>
                    <a:pt x="39095" y="22529"/>
                  </a:cubicBezTo>
                  <a:cubicBezTo>
                    <a:pt x="39095" y="24630"/>
                    <a:pt x="37461" y="26765"/>
                    <a:pt x="34459" y="28466"/>
                  </a:cubicBezTo>
                  <a:lnTo>
                    <a:pt x="34492" y="28466"/>
                  </a:lnTo>
                  <a:cubicBezTo>
                    <a:pt x="31023" y="30468"/>
                    <a:pt x="26353" y="31568"/>
                    <a:pt x="21349" y="31568"/>
                  </a:cubicBezTo>
                  <a:cubicBezTo>
                    <a:pt x="16346" y="31568"/>
                    <a:pt x="11676" y="30468"/>
                    <a:pt x="8207" y="28466"/>
                  </a:cubicBezTo>
                  <a:cubicBezTo>
                    <a:pt x="5238" y="26765"/>
                    <a:pt x="3603" y="24630"/>
                    <a:pt x="3603" y="22529"/>
                  </a:cubicBezTo>
                  <a:cubicBezTo>
                    <a:pt x="3603" y="20394"/>
                    <a:pt x="5238" y="18292"/>
                    <a:pt x="8207" y="16558"/>
                  </a:cubicBezTo>
                  <a:cubicBezTo>
                    <a:pt x="11676" y="14556"/>
                    <a:pt x="16346" y="13455"/>
                    <a:pt x="21349" y="13455"/>
                  </a:cubicBezTo>
                  <a:close/>
                  <a:moveTo>
                    <a:pt x="65188" y="1"/>
                  </a:moveTo>
                  <a:cubicBezTo>
                    <a:pt x="64976" y="1"/>
                    <a:pt x="64759" y="44"/>
                    <a:pt x="64580" y="146"/>
                  </a:cubicBezTo>
                  <a:cubicBezTo>
                    <a:pt x="62379" y="1247"/>
                    <a:pt x="49670" y="9353"/>
                    <a:pt x="43799" y="12988"/>
                  </a:cubicBezTo>
                  <a:lnTo>
                    <a:pt x="40897" y="14756"/>
                  </a:lnTo>
                  <a:cubicBezTo>
                    <a:pt x="40830" y="14790"/>
                    <a:pt x="40763" y="14856"/>
                    <a:pt x="40696" y="14957"/>
                  </a:cubicBezTo>
                  <a:cubicBezTo>
                    <a:pt x="40696" y="14957"/>
                    <a:pt x="40696" y="14957"/>
                    <a:pt x="40663" y="14990"/>
                  </a:cubicBezTo>
                  <a:cubicBezTo>
                    <a:pt x="40663" y="15023"/>
                    <a:pt x="40630" y="15057"/>
                    <a:pt x="40596" y="15090"/>
                  </a:cubicBezTo>
                  <a:cubicBezTo>
                    <a:pt x="40596" y="15123"/>
                    <a:pt x="40596" y="15157"/>
                    <a:pt x="40563" y="15190"/>
                  </a:cubicBezTo>
                  <a:cubicBezTo>
                    <a:pt x="40563" y="15223"/>
                    <a:pt x="40563" y="15257"/>
                    <a:pt x="40530" y="15290"/>
                  </a:cubicBezTo>
                  <a:lnTo>
                    <a:pt x="40530" y="15390"/>
                  </a:lnTo>
                  <a:lnTo>
                    <a:pt x="40063" y="15657"/>
                  </a:lnTo>
                  <a:lnTo>
                    <a:pt x="39662" y="15891"/>
                  </a:lnTo>
                  <a:cubicBezTo>
                    <a:pt x="38662" y="14923"/>
                    <a:pt x="37561" y="14089"/>
                    <a:pt x="36360" y="13422"/>
                  </a:cubicBezTo>
                  <a:cubicBezTo>
                    <a:pt x="32324" y="11120"/>
                    <a:pt x="27020" y="9820"/>
                    <a:pt x="21383" y="9820"/>
                  </a:cubicBezTo>
                  <a:cubicBezTo>
                    <a:pt x="15745" y="9820"/>
                    <a:pt x="10442" y="11120"/>
                    <a:pt x="6439" y="13422"/>
                  </a:cubicBezTo>
                  <a:cubicBezTo>
                    <a:pt x="2269" y="15824"/>
                    <a:pt x="1" y="19060"/>
                    <a:pt x="1" y="22529"/>
                  </a:cubicBezTo>
                  <a:cubicBezTo>
                    <a:pt x="1" y="26031"/>
                    <a:pt x="2269" y="29267"/>
                    <a:pt x="6439" y="31669"/>
                  </a:cubicBezTo>
                  <a:cubicBezTo>
                    <a:pt x="10442" y="33970"/>
                    <a:pt x="15745" y="35238"/>
                    <a:pt x="21383" y="35238"/>
                  </a:cubicBezTo>
                  <a:cubicBezTo>
                    <a:pt x="27020" y="35238"/>
                    <a:pt x="32324" y="33970"/>
                    <a:pt x="36360" y="31669"/>
                  </a:cubicBezTo>
                  <a:cubicBezTo>
                    <a:pt x="40530" y="29267"/>
                    <a:pt x="42798" y="26031"/>
                    <a:pt x="42798" y="22529"/>
                  </a:cubicBezTo>
                  <a:cubicBezTo>
                    <a:pt x="42765" y="20928"/>
                    <a:pt x="42298" y="19360"/>
                    <a:pt x="41430" y="18025"/>
                  </a:cubicBezTo>
                  <a:lnTo>
                    <a:pt x="41797" y="17825"/>
                  </a:lnTo>
                  <a:cubicBezTo>
                    <a:pt x="41964" y="17930"/>
                    <a:pt x="42144" y="17982"/>
                    <a:pt x="42320" y="17982"/>
                  </a:cubicBezTo>
                  <a:cubicBezTo>
                    <a:pt x="42426" y="17982"/>
                    <a:pt x="42531" y="17963"/>
                    <a:pt x="42631" y="17925"/>
                  </a:cubicBezTo>
                  <a:cubicBezTo>
                    <a:pt x="44633" y="16825"/>
                    <a:pt x="63980" y="8585"/>
                    <a:pt x="67916" y="6450"/>
                  </a:cubicBezTo>
                  <a:cubicBezTo>
                    <a:pt x="68350" y="6184"/>
                    <a:pt x="68650" y="5617"/>
                    <a:pt x="68683" y="4816"/>
                  </a:cubicBezTo>
                  <a:cubicBezTo>
                    <a:pt x="68683" y="3849"/>
                    <a:pt x="68416" y="2915"/>
                    <a:pt x="67916" y="2114"/>
                  </a:cubicBezTo>
                  <a:cubicBezTo>
                    <a:pt x="67782" y="1914"/>
                    <a:pt x="67682" y="1747"/>
                    <a:pt x="67582" y="1614"/>
                  </a:cubicBezTo>
                  <a:lnTo>
                    <a:pt x="67549" y="1580"/>
                  </a:lnTo>
                  <a:cubicBezTo>
                    <a:pt x="67449" y="1414"/>
                    <a:pt x="67315" y="1280"/>
                    <a:pt x="67182" y="1147"/>
                  </a:cubicBezTo>
                  <a:lnTo>
                    <a:pt x="67149" y="1080"/>
                  </a:lnTo>
                  <a:cubicBezTo>
                    <a:pt x="67049" y="947"/>
                    <a:pt x="66915" y="846"/>
                    <a:pt x="66782" y="713"/>
                  </a:cubicBezTo>
                  <a:lnTo>
                    <a:pt x="66715" y="680"/>
                  </a:lnTo>
                  <a:cubicBezTo>
                    <a:pt x="66615" y="580"/>
                    <a:pt x="66448" y="446"/>
                    <a:pt x="66315" y="379"/>
                  </a:cubicBezTo>
                  <a:lnTo>
                    <a:pt x="66048" y="246"/>
                  </a:lnTo>
                  <a:lnTo>
                    <a:pt x="65948" y="179"/>
                  </a:lnTo>
                  <a:lnTo>
                    <a:pt x="65814" y="113"/>
                  </a:lnTo>
                  <a:cubicBezTo>
                    <a:pt x="65748" y="113"/>
                    <a:pt x="65714" y="79"/>
                    <a:pt x="65648" y="79"/>
                  </a:cubicBezTo>
                  <a:lnTo>
                    <a:pt x="65581" y="79"/>
                  </a:lnTo>
                  <a:cubicBezTo>
                    <a:pt x="65514" y="46"/>
                    <a:pt x="65447" y="13"/>
                    <a:pt x="65381" y="13"/>
                  </a:cubicBezTo>
                  <a:cubicBezTo>
                    <a:pt x="65318" y="5"/>
                    <a:pt x="65253" y="1"/>
                    <a:pt x="651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7"/>
            <p:cNvSpPr/>
            <p:nvPr/>
          </p:nvSpPr>
          <p:spPr>
            <a:xfrm>
              <a:off x="1542100" y="2722600"/>
              <a:ext cx="3123100" cy="1795900"/>
            </a:xfrm>
            <a:custGeom>
              <a:rect b="b" l="l" r="r" t="t"/>
              <a:pathLst>
                <a:path extrusionOk="0" h="71836" w="124924">
                  <a:moveTo>
                    <a:pt x="102507" y="0"/>
                  </a:moveTo>
                  <a:cubicBezTo>
                    <a:pt x="101890" y="0"/>
                    <a:pt x="101273" y="142"/>
                    <a:pt x="100706" y="426"/>
                  </a:cubicBezTo>
                  <a:lnTo>
                    <a:pt x="1001" y="57967"/>
                  </a:lnTo>
                  <a:cubicBezTo>
                    <a:pt x="1" y="58534"/>
                    <a:pt x="1" y="59468"/>
                    <a:pt x="1001" y="60068"/>
                  </a:cubicBezTo>
                  <a:lnTo>
                    <a:pt x="20649" y="71410"/>
                  </a:lnTo>
                  <a:cubicBezTo>
                    <a:pt x="21216" y="71693"/>
                    <a:pt x="21833" y="71835"/>
                    <a:pt x="22450" y="71835"/>
                  </a:cubicBezTo>
                  <a:cubicBezTo>
                    <a:pt x="23067" y="71835"/>
                    <a:pt x="23684" y="71693"/>
                    <a:pt x="24251" y="71410"/>
                  </a:cubicBezTo>
                  <a:lnTo>
                    <a:pt x="61611" y="49828"/>
                  </a:lnTo>
                  <a:lnTo>
                    <a:pt x="67349" y="53164"/>
                  </a:lnTo>
                  <a:cubicBezTo>
                    <a:pt x="68867" y="54048"/>
                    <a:pt x="70860" y="54489"/>
                    <a:pt x="72853" y="54489"/>
                  </a:cubicBezTo>
                  <a:cubicBezTo>
                    <a:pt x="74846" y="54489"/>
                    <a:pt x="76839" y="54048"/>
                    <a:pt x="78357" y="53164"/>
                  </a:cubicBezTo>
                  <a:lnTo>
                    <a:pt x="95469" y="43357"/>
                  </a:lnTo>
                  <a:cubicBezTo>
                    <a:pt x="98538" y="41622"/>
                    <a:pt x="98538" y="38787"/>
                    <a:pt x="95469" y="37019"/>
                  </a:cubicBezTo>
                  <a:lnTo>
                    <a:pt x="89731" y="33683"/>
                  </a:lnTo>
                  <a:lnTo>
                    <a:pt x="123923" y="13835"/>
                  </a:lnTo>
                  <a:cubicBezTo>
                    <a:pt x="124923" y="13302"/>
                    <a:pt x="124923" y="12368"/>
                    <a:pt x="123956" y="11801"/>
                  </a:cubicBezTo>
                  <a:lnTo>
                    <a:pt x="104309" y="426"/>
                  </a:lnTo>
                  <a:cubicBezTo>
                    <a:pt x="103741" y="142"/>
                    <a:pt x="103124" y="0"/>
                    <a:pt x="10250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7"/>
            <p:cNvSpPr/>
            <p:nvPr/>
          </p:nvSpPr>
          <p:spPr>
            <a:xfrm>
              <a:off x="4982050" y="3805675"/>
              <a:ext cx="962400" cy="555425"/>
            </a:xfrm>
            <a:custGeom>
              <a:rect b="b" l="l" r="r" t="t"/>
              <a:pathLst>
                <a:path extrusionOk="0" h="22217" w="38496">
                  <a:moveTo>
                    <a:pt x="19248" y="0"/>
                  </a:moveTo>
                  <a:cubicBezTo>
                    <a:pt x="8640" y="0"/>
                    <a:pt x="1" y="4970"/>
                    <a:pt x="1" y="11108"/>
                  </a:cubicBezTo>
                  <a:cubicBezTo>
                    <a:pt x="1" y="17246"/>
                    <a:pt x="8640" y="22216"/>
                    <a:pt x="19248" y="22216"/>
                  </a:cubicBezTo>
                  <a:cubicBezTo>
                    <a:pt x="29889" y="22216"/>
                    <a:pt x="38495" y="17246"/>
                    <a:pt x="38495" y="11108"/>
                  </a:cubicBezTo>
                  <a:cubicBezTo>
                    <a:pt x="38495" y="4970"/>
                    <a:pt x="29889" y="0"/>
                    <a:pt x="192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7"/>
            <p:cNvSpPr/>
            <p:nvPr/>
          </p:nvSpPr>
          <p:spPr>
            <a:xfrm>
              <a:off x="5724250" y="3318150"/>
              <a:ext cx="299425" cy="574275"/>
            </a:xfrm>
            <a:custGeom>
              <a:rect b="b" l="l" r="r" t="t"/>
              <a:pathLst>
                <a:path extrusionOk="0" h="22971" w="11977">
                  <a:moveTo>
                    <a:pt x="8923" y="1"/>
                  </a:moveTo>
                  <a:cubicBezTo>
                    <a:pt x="6388" y="1"/>
                    <a:pt x="3699" y="3034"/>
                    <a:pt x="2169" y="6158"/>
                  </a:cubicBezTo>
                  <a:cubicBezTo>
                    <a:pt x="1" y="10661"/>
                    <a:pt x="501" y="15465"/>
                    <a:pt x="501" y="18067"/>
                  </a:cubicBezTo>
                  <a:lnTo>
                    <a:pt x="1869" y="22970"/>
                  </a:lnTo>
                  <a:lnTo>
                    <a:pt x="3570" y="18701"/>
                  </a:lnTo>
                  <a:cubicBezTo>
                    <a:pt x="4237" y="12930"/>
                    <a:pt x="7239" y="9327"/>
                    <a:pt x="9608" y="6725"/>
                  </a:cubicBezTo>
                  <a:cubicBezTo>
                    <a:pt x="11976" y="4123"/>
                    <a:pt x="11776" y="321"/>
                    <a:pt x="9274" y="21"/>
                  </a:cubicBezTo>
                  <a:cubicBezTo>
                    <a:pt x="9158" y="7"/>
                    <a:pt x="9041" y="1"/>
                    <a:pt x="89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7"/>
            <p:cNvSpPr/>
            <p:nvPr/>
          </p:nvSpPr>
          <p:spPr>
            <a:xfrm>
              <a:off x="5724250" y="3318150"/>
              <a:ext cx="299425" cy="574275"/>
            </a:xfrm>
            <a:custGeom>
              <a:rect b="b" l="l" r="r" t="t"/>
              <a:pathLst>
                <a:path extrusionOk="0" h="22971" w="11977">
                  <a:moveTo>
                    <a:pt x="8923" y="1"/>
                  </a:moveTo>
                  <a:cubicBezTo>
                    <a:pt x="6388" y="1"/>
                    <a:pt x="3699" y="3034"/>
                    <a:pt x="2169" y="6158"/>
                  </a:cubicBezTo>
                  <a:cubicBezTo>
                    <a:pt x="1" y="10661"/>
                    <a:pt x="501" y="15465"/>
                    <a:pt x="501" y="18067"/>
                  </a:cubicBezTo>
                  <a:lnTo>
                    <a:pt x="1869" y="22970"/>
                  </a:lnTo>
                  <a:lnTo>
                    <a:pt x="3570" y="18701"/>
                  </a:lnTo>
                  <a:cubicBezTo>
                    <a:pt x="4237" y="12930"/>
                    <a:pt x="7239" y="9327"/>
                    <a:pt x="9608" y="6725"/>
                  </a:cubicBezTo>
                  <a:cubicBezTo>
                    <a:pt x="11976" y="4123"/>
                    <a:pt x="11776" y="321"/>
                    <a:pt x="9274" y="21"/>
                  </a:cubicBezTo>
                  <a:cubicBezTo>
                    <a:pt x="9158" y="7"/>
                    <a:pt x="9041" y="1"/>
                    <a:pt x="89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7"/>
            <p:cNvSpPr/>
            <p:nvPr/>
          </p:nvSpPr>
          <p:spPr>
            <a:xfrm>
              <a:off x="5745950" y="3358200"/>
              <a:ext cx="194225" cy="457500"/>
            </a:xfrm>
            <a:custGeom>
              <a:rect b="b" l="l" r="r" t="t"/>
              <a:pathLst>
                <a:path extrusionOk="0" h="18300" w="7769">
                  <a:moveTo>
                    <a:pt x="7522" y="0"/>
                  </a:moveTo>
                  <a:cubicBezTo>
                    <a:pt x="7483" y="0"/>
                    <a:pt x="7443" y="16"/>
                    <a:pt x="7405" y="53"/>
                  </a:cubicBezTo>
                  <a:cubicBezTo>
                    <a:pt x="2469" y="4356"/>
                    <a:pt x="0" y="10594"/>
                    <a:pt x="300" y="18099"/>
                  </a:cubicBezTo>
                  <a:cubicBezTo>
                    <a:pt x="334" y="18199"/>
                    <a:pt x="400" y="18299"/>
                    <a:pt x="500" y="18299"/>
                  </a:cubicBezTo>
                  <a:lnTo>
                    <a:pt x="534" y="18299"/>
                  </a:lnTo>
                  <a:cubicBezTo>
                    <a:pt x="601" y="18266"/>
                    <a:pt x="667" y="18199"/>
                    <a:pt x="667" y="18099"/>
                  </a:cubicBezTo>
                  <a:cubicBezTo>
                    <a:pt x="367" y="10694"/>
                    <a:pt x="2769" y="4556"/>
                    <a:pt x="7639" y="320"/>
                  </a:cubicBezTo>
                  <a:cubicBezTo>
                    <a:pt x="7769" y="190"/>
                    <a:pt x="7656" y="0"/>
                    <a:pt x="75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7"/>
            <p:cNvSpPr/>
            <p:nvPr/>
          </p:nvSpPr>
          <p:spPr>
            <a:xfrm>
              <a:off x="5659200" y="3669025"/>
              <a:ext cx="404500" cy="365225"/>
            </a:xfrm>
            <a:custGeom>
              <a:rect b="b" l="l" r="r" t="t"/>
              <a:pathLst>
                <a:path extrusionOk="0" h="14609" w="16180">
                  <a:moveTo>
                    <a:pt x="13652" y="0"/>
                  </a:moveTo>
                  <a:cubicBezTo>
                    <a:pt x="12007" y="0"/>
                    <a:pt x="8949" y="335"/>
                    <a:pt x="8407" y="963"/>
                  </a:cubicBezTo>
                  <a:cubicBezTo>
                    <a:pt x="7740" y="1730"/>
                    <a:pt x="7673" y="3998"/>
                    <a:pt x="7673" y="3998"/>
                  </a:cubicBezTo>
                  <a:cubicBezTo>
                    <a:pt x="7673" y="3998"/>
                    <a:pt x="6806" y="2831"/>
                    <a:pt x="6806" y="1697"/>
                  </a:cubicBezTo>
                  <a:cubicBezTo>
                    <a:pt x="6589" y="1663"/>
                    <a:pt x="6372" y="1647"/>
                    <a:pt x="6157" y="1647"/>
                  </a:cubicBezTo>
                  <a:cubicBezTo>
                    <a:pt x="5511" y="1647"/>
                    <a:pt x="4879" y="1797"/>
                    <a:pt x="4304" y="2097"/>
                  </a:cubicBezTo>
                  <a:cubicBezTo>
                    <a:pt x="3070" y="2731"/>
                    <a:pt x="2636" y="3265"/>
                    <a:pt x="2569" y="4232"/>
                  </a:cubicBezTo>
                  <a:cubicBezTo>
                    <a:pt x="2503" y="5199"/>
                    <a:pt x="2436" y="6667"/>
                    <a:pt x="2803" y="7801"/>
                  </a:cubicBezTo>
                  <a:cubicBezTo>
                    <a:pt x="2803" y="7801"/>
                    <a:pt x="1669" y="5933"/>
                    <a:pt x="1736" y="4299"/>
                  </a:cubicBezTo>
                  <a:lnTo>
                    <a:pt x="1736" y="4299"/>
                  </a:lnTo>
                  <a:cubicBezTo>
                    <a:pt x="1269" y="5099"/>
                    <a:pt x="868" y="5900"/>
                    <a:pt x="535" y="6734"/>
                  </a:cubicBezTo>
                  <a:cubicBezTo>
                    <a:pt x="1" y="8168"/>
                    <a:pt x="635" y="11604"/>
                    <a:pt x="2636" y="13338"/>
                  </a:cubicBezTo>
                  <a:cubicBezTo>
                    <a:pt x="4004" y="14139"/>
                    <a:pt x="5605" y="14606"/>
                    <a:pt x="7206" y="14606"/>
                  </a:cubicBezTo>
                  <a:cubicBezTo>
                    <a:pt x="7268" y="14608"/>
                    <a:pt x="7330" y="14608"/>
                    <a:pt x="7390" y="14608"/>
                  </a:cubicBezTo>
                  <a:cubicBezTo>
                    <a:pt x="10054" y="14608"/>
                    <a:pt x="11042" y="13205"/>
                    <a:pt x="11042" y="13205"/>
                  </a:cubicBezTo>
                  <a:cubicBezTo>
                    <a:pt x="11042" y="13205"/>
                    <a:pt x="9608" y="10803"/>
                    <a:pt x="7973" y="10303"/>
                  </a:cubicBezTo>
                  <a:lnTo>
                    <a:pt x="7973" y="10303"/>
                  </a:lnTo>
                  <a:cubicBezTo>
                    <a:pt x="9675" y="10436"/>
                    <a:pt x="11376" y="10870"/>
                    <a:pt x="12977" y="11604"/>
                  </a:cubicBezTo>
                  <a:cubicBezTo>
                    <a:pt x="12977" y="11604"/>
                    <a:pt x="14645" y="11404"/>
                    <a:pt x="14945" y="8769"/>
                  </a:cubicBezTo>
                  <a:cubicBezTo>
                    <a:pt x="14945" y="8769"/>
                    <a:pt x="13778" y="7368"/>
                    <a:pt x="10342" y="6967"/>
                  </a:cubicBezTo>
                  <a:cubicBezTo>
                    <a:pt x="11433" y="6626"/>
                    <a:pt x="12572" y="6456"/>
                    <a:pt x="13703" y="6456"/>
                  </a:cubicBezTo>
                  <a:cubicBezTo>
                    <a:pt x="14232" y="6456"/>
                    <a:pt x="14759" y="6493"/>
                    <a:pt x="15279" y="6567"/>
                  </a:cubicBezTo>
                  <a:cubicBezTo>
                    <a:pt x="15281" y="6568"/>
                    <a:pt x="15283" y="6568"/>
                    <a:pt x="15285" y="6568"/>
                  </a:cubicBezTo>
                  <a:cubicBezTo>
                    <a:pt x="15522" y="6568"/>
                    <a:pt x="16013" y="3216"/>
                    <a:pt x="16079" y="1663"/>
                  </a:cubicBezTo>
                  <a:cubicBezTo>
                    <a:pt x="16179" y="62"/>
                    <a:pt x="15545" y="196"/>
                    <a:pt x="14345" y="29"/>
                  </a:cubicBezTo>
                  <a:cubicBezTo>
                    <a:pt x="14166" y="10"/>
                    <a:pt x="13929" y="0"/>
                    <a:pt x="136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7"/>
            <p:cNvSpPr/>
            <p:nvPr/>
          </p:nvSpPr>
          <p:spPr>
            <a:xfrm>
              <a:off x="5720100" y="3689075"/>
              <a:ext cx="310225" cy="317600"/>
            </a:xfrm>
            <a:custGeom>
              <a:rect b="b" l="l" r="r" t="t"/>
              <a:pathLst>
                <a:path extrusionOk="0" h="12704" w="12409">
                  <a:moveTo>
                    <a:pt x="12224" y="1"/>
                  </a:moveTo>
                  <a:cubicBezTo>
                    <a:pt x="12198" y="1"/>
                    <a:pt x="12170" y="9"/>
                    <a:pt x="12142" y="28"/>
                  </a:cubicBezTo>
                  <a:cubicBezTo>
                    <a:pt x="9240" y="995"/>
                    <a:pt x="1635" y="7533"/>
                    <a:pt x="33" y="12470"/>
                  </a:cubicBezTo>
                  <a:cubicBezTo>
                    <a:pt x="0" y="12570"/>
                    <a:pt x="33" y="12670"/>
                    <a:pt x="133" y="12703"/>
                  </a:cubicBezTo>
                  <a:lnTo>
                    <a:pt x="234" y="12703"/>
                  </a:lnTo>
                  <a:cubicBezTo>
                    <a:pt x="300" y="12703"/>
                    <a:pt x="334" y="12637"/>
                    <a:pt x="367" y="12603"/>
                  </a:cubicBezTo>
                  <a:cubicBezTo>
                    <a:pt x="1968" y="7733"/>
                    <a:pt x="9407" y="1328"/>
                    <a:pt x="12276" y="361"/>
                  </a:cubicBezTo>
                  <a:cubicBezTo>
                    <a:pt x="12376" y="328"/>
                    <a:pt x="12409" y="228"/>
                    <a:pt x="12376" y="128"/>
                  </a:cubicBezTo>
                  <a:cubicBezTo>
                    <a:pt x="12352" y="55"/>
                    <a:pt x="12293" y="1"/>
                    <a:pt x="122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7"/>
            <p:cNvSpPr/>
            <p:nvPr/>
          </p:nvSpPr>
          <p:spPr>
            <a:xfrm>
              <a:off x="2899750" y="2951725"/>
              <a:ext cx="1027425" cy="1092475"/>
            </a:xfrm>
            <a:custGeom>
              <a:rect b="b" l="l" r="r" t="t"/>
              <a:pathLst>
                <a:path extrusionOk="0" h="43699" w="41097">
                  <a:moveTo>
                    <a:pt x="25719" y="0"/>
                  </a:moveTo>
                  <a:lnTo>
                    <a:pt x="0" y="14911"/>
                  </a:lnTo>
                  <a:lnTo>
                    <a:pt x="0" y="33091"/>
                  </a:lnTo>
                  <a:cubicBezTo>
                    <a:pt x="67" y="34125"/>
                    <a:pt x="601" y="35059"/>
                    <a:pt x="1468" y="35626"/>
                  </a:cubicBezTo>
                  <a:lnTo>
                    <a:pt x="13043" y="42397"/>
                  </a:lnTo>
                  <a:cubicBezTo>
                    <a:pt x="14561" y="43265"/>
                    <a:pt x="16554" y="43698"/>
                    <a:pt x="18547" y="43698"/>
                  </a:cubicBezTo>
                  <a:cubicBezTo>
                    <a:pt x="20540" y="43698"/>
                    <a:pt x="22533" y="43265"/>
                    <a:pt x="24051" y="42397"/>
                  </a:cubicBezTo>
                  <a:lnTo>
                    <a:pt x="38795" y="33858"/>
                  </a:lnTo>
                  <a:cubicBezTo>
                    <a:pt x="40329" y="32991"/>
                    <a:pt x="41096" y="31857"/>
                    <a:pt x="41096" y="30689"/>
                  </a:cubicBezTo>
                  <a:lnTo>
                    <a:pt x="41096" y="28654"/>
                  </a:lnTo>
                  <a:lnTo>
                    <a:pt x="27186" y="20749"/>
                  </a:lnTo>
                  <a:cubicBezTo>
                    <a:pt x="26319" y="20181"/>
                    <a:pt x="25785" y="19247"/>
                    <a:pt x="25719" y="18213"/>
                  </a:cubicBezTo>
                  <a:lnTo>
                    <a:pt x="2571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7"/>
            <p:cNvSpPr/>
            <p:nvPr/>
          </p:nvSpPr>
          <p:spPr>
            <a:xfrm>
              <a:off x="2898900" y="3253600"/>
              <a:ext cx="155150" cy="657175"/>
            </a:xfrm>
            <a:custGeom>
              <a:rect b="b" l="l" r="r" t="t"/>
              <a:pathLst>
                <a:path extrusionOk="0" h="26287" w="6206">
                  <a:moveTo>
                    <a:pt x="4904" y="1"/>
                  </a:moveTo>
                  <a:lnTo>
                    <a:pt x="1" y="2836"/>
                  </a:lnTo>
                  <a:lnTo>
                    <a:pt x="1" y="21016"/>
                  </a:lnTo>
                  <a:cubicBezTo>
                    <a:pt x="68" y="22050"/>
                    <a:pt x="601" y="22984"/>
                    <a:pt x="1469" y="23551"/>
                  </a:cubicBezTo>
                  <a:lnTo>
                    <a:pt x="6205" y="26286"/>
                  </a:lnTo>
                  <a:lnTo>
                    <a:pt x="6205" y="24218"/>
                  </a:lnTo>
                  <a:lnTo>
                    <a:pt x="3270" y="22517"/>
                  </a:lnTo>
                  <a:cubicBezTo>
                    <a:pt x="2403" y="21950"/>
                    <a:pt x="1835" y="21016"/>
                    <a:pt x="1802" y="19982"/>
                  </a:cubicBezTo>
                  <a:lnTo>
                    <a:pt x="1802" y="5771"/>
                  </a:lnTo>
                  <a:lnTo>
                    <a:pt x="5238" y="3770"/>
                  </a:lnTo>
                  <a:cubicBezTo>
                    <a:pt x="5138" y="2536"/>
                    <a:pt x="5004" y="1235"/>
                    <a:pt x="490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7"/>
            <p:cNvSpPr/>
            <p:nvPr/>
          </p:nvSpPr>
          <p:spPr>
            <a:xfrm>
              <a:off x="2943950" y="3025950"/>
              <a:ext cx="1002400" cy="966550"/>
            </a:xfrm>
            <a:custGeom>
              <a:rect b="b" l="l" r="r" t="t"/>
              <a:pathLst>
                <a:path extrusionOk="0" h="38662" w="40096">
                  <a:moveTo>
                    <a:pt x="25752" y="0"/>
                  </a:moveTo>
                  <a:lnTo>
                    <a:pt x="0" y="14877"/>
                  </a:lnTo>
                  <a:lnTo>
                    <a:pt x="0" y="29088"/>
                  </a:lnTo>
                  <a:cubicBezTo>
                    <a:pt x="33" y="30122"/>
                    <a:pt x="601" y="31056"/>
                    <a:pt x="1468" y="31623"/>
                  </a:cubicBezTo>
                  <a:lnTo>
                    <a:pt x="11275" y="37360"/>
                  </a:lnTo>
                  <a:cubicBezTo>
                    <a:pt x="12793" y="38228"/>
                    <a:pt x="14786" y="38661"/>
                    <a:pt x="16779" y="38661"/>
                  </a:cubicBezTo>
                  <a:cubicBezTo>
                    <a:pt x="18772" y="38661"/>
                    <a:pt x="20765" y="38228"/>
                    <a:pt x="22283" y="37360"/>
                  </a:cubicBezTo>
                  <a:lnTo>
                    <a:pt x="37027" y="28821"/>
                  </a:lnTo>
                  <a:cubicBezTo>
                    <a:pt x="40095" y="27053"/>
                    <a:pt x="40095" y="24217"/>
                    <a:pt x="37027" y="22450"/>
                  </a:cubicBezTo>
                  <a:lnTo>
                    <a:pt x="27220" y="16745"/>
                  </a:lnTo>
                  <a:cubicBezTo>
                    <a:pt x="26352" y="16178"/>
                    <a:pt x="25819" y="15244"/>
                    <a:pt x="25752" y="14210"/>
                  </a:cubicBezTo>
                  <a:lnTo>
                    <a:pt x="25752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7"/>
            <p:cNvSpPr/>
            <p:nvPr/>
          </p:nvSpPr>
          <p:spPr>
            <a:xfrm>
              <a:off x="2943950" y="3025950"/>
              <a:ext cx="755550" cy="833125"/>
            </a:xfrm>
            <a:custGeom>
              <a:rect b="b" l="l" r="r" t="t"/>
              <a:pathLst>
                <a:path extrusionOk="0" h="33325" w="30222">
                  <a:moveTo>
                    <a:pt x="25752" y="0"/>
                  </a:moveTo>
                  <a:lnTo>
                    <a:pt x="0" y="14877"/>
                  </a:lnTo>
                  <a:lnTo>
                    <a:pt x="0" y="29088"/>
                  </a:lnTo>
                  <a:cubicBezTo>
                    <a:pt x="33" y="30122"/>
                    <a:pt x="601" y="31056"/>
                    <a:pt x="1468" y="31623"/>
                  </a:cubicBezTo>
                  <a:lnTo>
                    <a:pt x="4403" y="33324"/>
                  </a:lnTo>
                  <a:lnTo>
                    <a:pt x="30222" y="18480"/>
                  </a:lnTo>
                  <a:lnTo>
                    <a:pt x="27220" y="16745"/>
                  </a:lnTo>
                  <a:cubicBezTo>
                    <a:pt x="26352" y="16178"/>
                    <a:pt x="25819" y="15244"/>
                    <a:pt x="25752" y="14210"/>
                  </a:cubicBezTo>
                  <a:lnTo>
                    <a:pt x="257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7"/>
            <p:cNvSpPr/>
            <p:nvPr/>
          </p:nvSpPr>
          <p:spPr>
            <a:xfrm>
              <a:off x="3369250" y="3668075"/>
              <a:ext cx="557925" cy="376125"/>
            </a:xfrm>
            <a:custGeom>
              <a:rect b="b" l="l" r="r" t="t"/>
              <a:pathLst>
                <a:path extrusionOk="0" h="15045" w="22317">
                  <a:moveTo>
                    <a:pt x="22316" y="0"/>
                  </a:moveTo>
                  <a:cubicBezTo>
                    <a:pt x="22316" y="1134"/>
                    <a:pt x="21549" y="2269"/>
                    <a:pt x="20015" y="3169"/>
                  </a:cubicBezTo>
                  <a:lnTo>
                    <a:pt x="5271" y="11709"/>
                  </a:lnTo>
                  <a:cubicBezTo>
                    <a:pt x="3670" y="12576"/>
                    <a:pt x="1835" y="13010"/>
                    <a:pt x="0" y="13010"/>
                  </a:cubicBezTo>
                  <a:lnTo>
                    <a:pt x="0" y="15044"/>
                  </a:lnTo>
                  <a:cubicBezTo>
                    <a:pt x="1835" y="15044"/>
                    <a:pt x="3670" y="14611"/>
                    <a:pt x="5271" y="13743"/>
                  </a:cubicBezTo>
                  <a:lnTo>
                    <a:pt x="20015" y="5204"/>
                  </a:lnTo>
                  <a:cubicBezTo>
                    <a:pt x="21549" y="4337"/>
                    <a:pt x="22316" y="3203"/>
                    <a:pt x="22316" y="2035"/>
                  </a:cubicBezTo>
                  <a:lnTo>
                    <a:pt x="22316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7"/>
            <p:cNvSpPr/>
            <p:nvPr/>
          </p:nvSpPr>
          <p:spPr>
            <a:xfrm>
              <a:off x="1866500" y="456475"/>
              <a:ext cx="2669425" cy="3797150"/>
            </a:xfrm>
            <a:custGeom>
              <a:rect b="b" l="l" r="r" t="t"/>
              <a:pathLst>
                <a:path extrusionOk="0" h="151886" w="106777">
                  <a:moveTo>
                    <a:pt x="103336" y="1"/>
                  </a:moveTo>
                  <a:cubicBezTo>
                    <a:pt x="102701" y="1"/>
                    <a:pt x="102064" y="160"/>
                    <a:pt x="101473" y="473"/>
                  </a:cubicBezTo>
                  <a:lnTo>
                    <a:pt x="1835" y="58014"/>
                  </a:lnTo>
                  <a:cubicBezTo>
                    <a:pt x="735" y="58714"/>
                    <a:pt x="67" y="59882"/>
                    <a:pt x="1" y="61183"/>
                  </a:cubicBezTo>
                  <a:lnTo>
                    <a:pt x="1" y="148378"/>
                  </a:lnTo>
                  <a:cubicBezTo>
                    <a:pt x="34" y="149613"/>
                    <a:pt x="668" y="150780"/>
                    <a:pt x="1735" y="151481"/>
                  </a:cubicBezTo>
                  <a:cubicBezTo>
                    <a:pt x="2262" y="151752"/>
                    <a:pt x="2842" y="151886"/>
                    <a:pt x="3425" y="151886"/>
                  </a:cubicBezTo>
                  <a:cubicBezTo>
                    <a:pt x="4060" y="151886"/>
                    <a:pt x="4697" y="151727"/>
                    <a:pt x="5271" y="151414"/>
                  </a:cubicBezTo>
                  <a:lnTo>
                    <a:pt x="104942" y="93873"/>
                  </a:lnTo>
                  <a:cubicBezTo>
                    <a:pt x="106010" y="93172"/>
                    <a:pt x="106710" y="92005"/>
                    <a:pt x="106777" y="90704"/>
                  </a:cubicBezTo>
                  <a:lnTo>
                    <a:pt x="106777" y="3508"/>
                  </a:lnTo>
                  <a:cubicBezTo>
                    <a:pt x="106710" y="2274"/>
                    <a:pt x="106076" y="1106"/>
                    <a:pt x="105042" y="406"/>
                  </a:cubicBezTo>
                  <a:cubicBezTo>
                    <a:pt x="104500" y="134"/>
                    <a:pt x="103919" y="1"/>
                    <a:pt x="10333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7"/>
            <p:cNvSpPr/>
            <p:nvPr/>
          </p:nvSpPr>
          <p:spPr>
            <a:xfrm>
              <a:off x="1952650" y="511475"/>
              <a:ext cx="2583275" cy="3736900"/>
            </a:xfrm>
            <a:custGeom>
              <a:rect b="b" l="l" r="r" t="t"/>
              <a:pathLst>
                <a:path extrusionOk="0" h="149476" w="103331">
                  <a:moveTo>
                    <a:pt x="102302" y="0"/>
                  </a:moveTo>
                  <a:cubicBezTo>
                    <a:pt x="102058" y="0"/>
                    <a:pt x="101784" y="78"/>
                    <a:pt x="101496" y="241"/>
                  </a:cubicBezTo>
                  <a:lnTo>
                    <a:pt x="1858" y="57782"/>
                  </a:lnTo>
                  <a:cubicBezTo>
                    <a:pt x="758" y="58516"/>
                    <a:pt x="91" y="59683"/>
                    <a:pt x="24" y="60984"/>
                  </a:cubicBezTo>
                  <a:lnTo>
                    <a:pt x="24" y="148147"/>
                  </a:lnTo>
                  <a:cubicBezTo>
                    <a:pt x="0" y="148993"/>
                    <a:pt x="408" y="149475"/>
                    <a:pt x="1001" y="149475"/>
                  </a:cubicBezTo>
                  <a:cubicBezTo>
                    <a:pt x="1249" y="149475"/>
                    <a:pt x="1530" y="149391"/>
                    <a:pt x="1825" y="149214"/>
                  </a:cubicBezTo>
                  <a:lnTo>
                    <a:pt x="101496" y="91706"/>
                  </a:lnTo>
                  <a:cubicBezTo>
                    <a:pt x="102564" y="91006"/>
                    <a:pt x="103264" y="89805"/>
                    <a:pt x="103331" y="88537"/>
                  </a:cubicBezTo>
                  <a:lnTo>
                    <a:pt x="103331" y="1308"/>
                  </a:lnTo>
                  <a:cubicBezTo>
                    <a:pt x="103331" y="476"/>
                    <a:pt x="102908" y="0"/>
                    <a:pt x="10230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7"/>
            <p:cNvSpPr/>
            <p:nvPr/>
          </p:nvSpPr>
          <p:spPr>
            <a:xfrm>
              <a:off x="2038300" y="652500"/>
              <a:ext cx="2410900" cy="3294725"/>
            </a:xfrm>
            <a:custGeom>
              <a:rect b="b" l="l" r="r" t="t"/>
              <a:pathLst>
                <a:path extrusionOk="0" h="131789" w="96436">
                  <a:moveTo>
                    <a:pt x="95803" y="1"/>
                  </a:moveTo>
                  <a:cubicBezTo>
                    <a:pt x="95660" y="1"/>
                    <a:pt x="95501" y="44"/>
                    <a:pt x="95335" y="137"/>
                  </a:cubicBezTo>
                  <a:lnTo>
                    <a:pt x="1101" y="54543"/>
                  </a:lnTo>
                  <a:cubicBezTo>
                    <a:pt x="467" y="54976"/>
                    <a:pt x="67" y="55677"/>
                    <a:pt x="0" y="56444"/>
                  </a:cubicBezTo>
                  <a:lnTo>
                    <a:pt x="0" y="130997"/>
                  </a:lnTo>
                  <a:cubicBezTo>
                    <a:pt x="0" y="131493"/>
                    <a:pt x="251" y="131789"/>
                    <a:pt x="611" y="131789"/>
                  </a:cubicBezTo>
                  <a:cubicBezTo>
                    <a:pt x="759" y="131789"/>
                    <a:pt x="926" y="131738"/>
                    <a:pt x="1101" y="131631"/>
                  </a:cubicBezTo>
                  <a:lnTo>
                    <a:pt x="95335" y="77259"/>
                  </a:lnTo>
                  <a:cubicBezTo>
                    <a:pt x="96002" y="76825"/>
                    <a:pt x="96402" y="76125"/>
                    <a:pt x="96436" y="75324"/>
                  </a:cubicBezTo>
                  <a:lnTo>
                    <a:pt x="96436" y="804"/>
                  </a:lnTo>
                  <a:cubicBezTo>
                    <a:pt x="96436" y="298"/>
                    <a:pt x="96174" y="1"/>
                    <a:pt x="9580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7"/>
            <p:cNvSpPr/>
            <p:nvPr/>
          </p:nvSpPr>
          <p:spPr>
            <a:xfrm>
              <a:off x="2038300" y="652500"/>
              <a:ext cx="2410900" cy="3294725"/>
            </a:xfrm>
            <a:custGeom>
              <a:rect b="b" l="l" r="r" t="t"/>
              <a:pathLst>
                <a:path extrusionOk="0" h="131789" w="96436">
                  <a:moveTo>
                    <a:pt x="95803" y="1"/>
                  </a:moveTo>
                  <a:cubicBezTo>
                    <a:pt x="95660" y="1"/>
                    <a:pt x="95501" y="44"/>
                    <a:pt x="95335" y="137"/>
                  </a:cubicBezTo>
                  <a:lnTo>
                    <a:pt x="1101" y="54543"/>
                  </a:lnTo>
                  <a:cubicBezTo>
                    <a:pt x="467" y="54976"/>
                    <a:pt x="67" y="55677"/>
                    <a:pt x="0" y="56444"/>
                  </a:cubicBezTo>
                  <a:lnTo>
                    <a:pt x="0" y="130997"/>
                  </a:lnTo>
                  <a:cubicBezTo>
                    <a:pt x="0" y="131493"/>
                    <a:pt x="251" y="131789"/>
                    <a:pt x="611" y="131789"/>
                  </a:cubicBezTo>
                  <a:cubicBezTo>
                    <a:pt x="759" y="131789"/>
                    <a:pt x="926" y="131738"/>
                    <a:pt x="1101" y="131631"/>
                  </a:cubicBezTo>
                  <a:lnTo>
                    <a:pt x="95335" y="77259"/>
                  </a:lnTo>
                  <a:cubicBezTo>
                    <a:pt x="96002" y="76825"/>
                    <a:pt x="96402" y="76125"/>
                    <a:pt x="96436" y="75324"/>
                  </a:cubicBezTo>
                  <a:lnTo>
                    <a:pt x="96436" y="804"/>
                  </a:lnTo>
                  <a:cubicBezTo>
                    <a:pt x="96436" y="298"/>
                    <a:pt x="96174" y="1"/>
                    <a:pt x="95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7"/>
            <p:cNvSpPr/>
            <p:nvPr/>
          </p:nvSpPr>
          <p:spPr>
            <a:xfrm>
              <a:off x="3209125" y="3312275"/>
              <a:ext cx="101250" cy="122325"/>
            </a:xfrm>
            <a:custGeom>
              <a:rect b="b" l="l" r="r" t="t"/>
              <a:pathLst>
                <a:path extrusionOk="0" h="4893" w="4050">
                  <a:moveTo>
                    <a:pt x="2736" y="456"/>
                  </a:moveTo>
                  <a:cubicBezTo>
                    <a:pt x="2836" y="456"/>
                    <a:pt x="2969" y="489"/>
                    <a:pt x="3070" y="556"/>
                  </a:cubicBezTo>
                  <a:cubicBezTo>
                    <a:pt x="3370" y="756"/>
                    <a:pt x="3537" y="1123"/>
                    <a:pt x="3470" y="1490"/>
                  </a:cubicBezTo>
                  <a:cubicBezTo>
                    <a:pt x="3436" y="2624"/>
                    <a:pt x="2836" y="3658"/>
                    <a:pt x="1869" y="4292"/>
                  </a:cubicBezTo>
                  <a:cubicBezTo>
                    <a:pt x="1695" y="4475"/>
                    <a:pt x="1482" y="4555"/>
                    <a:pt x="1273" y="4555"/>
                  </a:cubicBezTo>
                  <a:cubicBezTo>
                    <a:pt x="762" y="4555"/>
                    <a:pt x="278" y="4074"/>
                    <a:pt x="468" y="3458"/>
                  </a:cubicBezTo>
                  <a:cubicBezTo>
                    <a:pt x="534" y="2324"/>
                    <a:pt x="1135" y="1290"/>
                    <a:pt x="2069" y="656"/>
                  </a:cubicBezTo>
                  <a:cubicBezTo>
                    <a:pt x="2269" y="522"/>
                    <a:pt x="2502" y="456"/>
                    <a:pt x="2736" y="456"/>
                  </a:cubicBezTo>
                  <a:close/>
                  <a:moveTo>
                    <a:pt x="2662" y="0"/>
                  </a:moveTo>
                  <a:cubicBezTo>
                    <a:pt x="2392" y="0"/>
                    <a:pt x="2114" y="89"/>
                    <a:pt x="1869" y="289"/>
                  </a:cubicBezTo>
                  <a:cubicBezTo>
                    <a:pt x="768" y="989"/>
                    <a:pt x="101" y="2157"/>
                    <a:pt x="34" y="3458"/>
                  </a:cubicBezTo>
                  <a:cubicBezTo>
                    <a:pt x="1" y="3958"/>
                    <a:pt x="234" y="4459"/>
                    <a:pt x="634" y="4759"/>
                  </a:cubicBezTo>
                  <a:cubicBezTo>
                    <a:pt x="801" y="4859"/>
                    <a:pt x="1001" y="4892"/>
                    <a:pt x="1202" y="4892"/>
                  </a:cubicBezTo>
                  <a:cubicBezTo>
                    <a:pt x="1502" y="4892"/>
                    <a:pt x="1802" y="4792"/>
                    <a:pt x="2069" y="4625"/>
                  </a:cubicBezTo>
                  <a:cubicBezTo>
                    <a:pt x="3170" y="3925"/>
                    <a:pt x="3837" y="2757"/>
                    <a:pt x="3903" y="1456"/>
                  </a:cubicBezTo>
                  <a:cubicBezTo>
                    <a:pt x="4049" y="631"/>
                    <a:pt x="3383" y="0"/>
                    <a:pt x="26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7"/>
            <p:cNvSpPr/>
            <p:nvPr/>
          </p:nvSpPr>
          <p:spPr>
            <a:xfrm>
              <a:off x="2432750" y="1007000"/>
              <a:ext cx="2425075" cy="3217675"/>
            </a:xfrm>
            <a:custGeom>
              <a:rect b="b" l="l" r="r" t="t"/>
              <a:pathLst>
                <a:path extrusionOk="0" h="128707" w="97003">
                  <a:moveTo>
                    <a:pt x="97003" y="0"/>
                  </a:moveTo>
                  <a:lnTo>
                    <a:pt x="0" y="55974"/>
                  </a:lnTo>
                  <a:lnTo>
                    <a:pt x="0" y="127458"/>
                  </a:lnTo>
                  <a:cubicBezTo>
                    <a:pt x="0" y="128200"/>
                    <a:pt x="589" y="128707"/>
                    <a:pt x="1240" y="128707"/>
                  </a:cubicBezTo>
                  <a:cubicBezTo>
                    <a:pt x="1437" y="128707"/>
                    <a:pt x="1641" y="128660"/>
                    <a:pt x="1835" y="128559"/>
                  </a:cubicBezTo>
                  <a:lnTo>
                    <a:pt x="3569" y="127558"/>
                  </a:lnTo>
                  <a:lnTo>
                    <a:pt x="95201" y="74721"/>
                  </a:lnTo>
                  <a:cubicBezTo>
                    <a:pt x="96269" y="74020"/>
                    <a:pt x="96936" y="72853"/>
                    <a:pt x="97003" y="71585"/>
                  </a:cubicBezTo>
                  <a:lnTo>
                    <a:pt x="97003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7"/>
            <p:cNvSpPr/>
            <p:nvPr/>
          </p:nvSpPr>
          <p:spPr>
            <a:xfrm>
              <a:off x="2432750" y="1007825"/>
              <a:ext cx="2425075" cy="3217325"/>
            </a:xfrm>
            <a:custGeom>
              <a:rect b="b" l="l" r="r" t="t"/>
              <a:pathLst>
                <a:path extrusionOk="0" h="128693" w="97003">
                  <a:moveTo>
                    <a:pt x="96602" y="701"/>
                  </a:moveTo>
                  <a:lnTo>
                    <a:pt x="96602" y="71552"/>
                  </a:lnTo>
                  <a:cubicBezTo>
                    <a:pt x="96536" y="72653"/>
                    <a:pt x="95935" y="73687"/>
                    <a:pt x="95001" y="74321"/>
                  </a:cubicBezTo>
                  <a:lnTo>
                    <a:pt x="3369" y="127158"/>
                  </a:lnTo>
                  <a:lnTo>
                    <a:pt x="1635" y="128159"/>
                  </a:lnTo>
                  <a:cubicBezTo>
                    <a:pt x="1501" y="128226"/>
                    <a:pt x="1368" y="128259"/>
                    <a:pt x="1201" y="128259"/>
                  </a:cubicBezTo>
                  <a:cubicBezTo>
                    <a:pt x="1001" y="128259"/>
                    <a:pt x="801" y="128192"/>
                    <a:pt x="634" y="128026"/>
                  </a:cubicBezTo>
                  <a:cubicBezTo>
                    <a:pt x="467" y="127892"/>
                    <a:pt x="400" y="127659"/>
                    <a:pt x="400" y="127425"/>
                  </a:cubicBezTo>
                  <a:lnTo>
                    <a:pt x="400" y="56174"/>
                  </a:lnTo>
                  <a:lnTo>
                    <a:pt x="96602" y="701"/>
                  </a:lnTo>
                  <a:close/>
                  <a:moveTo>
                    <a:pt x="97003" y="1"/>
                  </a:moveTo>
                  <a:lnTo>
                    <a:pt x="0" y="55941"/>
                  </a:lnTo>
                  <a:lnTo>
                    <a:pt x="0" y="127425"/>
                  </a:lnTo>
                  <a:cubicBezTo>
                    <a:pt x="0" y="128126"/>
                    <a:pt x="534" y="128693"/>
                    <a:pt x="1234" y="128693"/>
                  </a:cubicBezTo>
                  <a:cubicBezTo>
                    <a:pt x="1468" y="128693"/>
                    <a:pt x="1668" y="128626"/>
                    <a:pt x="1868" y="128526"/>
                  </a:cubicBezTo>
                  <a:lnTo>
                    <a:pt x="3569" y="127525"/>
                  </a:lnTo>
                  <a:lnTo>
                    <a:pt x="95201" y="74688"/>
                  </a:lnTo>
                  <a:cubicBezTo>
                    <a:pt x="96269" y="73987"/>
                    <a:pt x="96936" y="72820"/>
                    <a:pt x="97003" y="71552"/>
                  </a:cubicBezTo>
                  <a:lnTo>
                    <a:pt x="97003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7"/>
            <p:cNvSpPr/>
            <p:nvPr/>
          </p:nvSpPr>
          <p:spPr>
            <a:xfrm>
              <a:off x="2374375" y="973650"/>
              <a:ext cx="2483450" cy="1432700"/>
            </a:xfrm>
            <a:custGeom>
              <a:rect b="b" l="l" r="r" t="t"/>
              <a:pathLst>
                <a:path extrusionOk="0" h="57308" w="99338">
                  <a:moveTo>
                    <a:pt x="97036" y="0"/>
                  </a:moveTo>
                  <a:lnTo>
                    <a:pt x="0" y="55973"/>
                  </a:lnTo>
                  <a:lnTo>
                    <a:pt x="2335" y="57308"/>
                  </a:lnTo>
                  <a:lnTo>
                    <a:pt x="99338" y="1334"/>
                  </a:lnTo>
                  <a:lnTo>
                    <a:pt x="97036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7"/>
            <p:cNvSpPr/>
            <p:nvPr/>
          </p:nvSpPr>
          <p:spPr>
            <a:xfrm>
              <a:off x="2374375" y="2372975"/>
              <a:ext cx="74225" cy="1848025"/>
            </a:xfrm>
            <a:custGeom>
              <a:rect b="b" l="l" r="r" t="t"/>
              <a:pathLst>
                <a:path extrusionOk="0" h="73921" w="2969">
                  <a:moveTo>
                    <a:pt x="0" y="0"/>
                  </a:moveTo>
                  <a:lnTo>
                    <a:pt x="0" y="71118"/>
                  </a:lnTo>
                  <a:cubicBezTo>
                    <a:pt x="0" y="71185"/>
                    <a:pt x="0" y="71285"/>
                    <a:pt x="0" y="71385"/>
                  </a:cubicBezTo>
                  <a:cubicBezTo>
                    <a:pt x="100" y="71952"/>
                    <a:pt x="434" y="72486"/>
                    <a:pt x="968" y="72786"/>
                  </a:cubicBezTo>
                  <a:lnTo>
                    <a:pt x="2869" y="73887"/>
                  </a:lnTo>
                  <a:lnTo>
                    <a:pt x="2969" y="73920"/>
                  </a:lnTo>
                  <a:cubicBezTo>
                    <a:pt x="2569" y="73720"/>
                    <a:pt x="2335" y="73286"/>
                    <a:pt x="2335" y="72819"/>
                  </a:cubicBezTo>
                  <a:lnTo>
                    <a:pt x="2335" y="1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7"/>
            <p:cNvSpPr/>
            <p:nvPr/>
          </p:nvSpPr>
          <p:spPr>
            <a:xfrm>
              <a:off x="2374375" y="835425"/>
              <a:ext cx="2483450" cy="1570925"/>
            </a:xfrm>
            <a:custGeom>
              <a:rect b="b" l="l" r="r" t="t"/>
              <a:pathLst>
                <a:path extrusionOk="0" h="62837" w="99338">
                  <a:moveTo>
                    <a:pt x="97036" y="0"/>
                  </a:moveTo>
                  <a:cubicBezTo>
                    <a:pt x="96728" y="0"/>
                    <a:pt x="96419" y="75"/>
                    <a:pt x="96135" y="225"/>
                  </a:cubicBezTo>
                  <a:lnTo>
                    <a:pt x="901" y="55131"/>
                  </a:lnTo>
                  <a:cubicBezTo>
                    <a:pt x="367" y="55465"/>
                    <a:pt x="34" y="56065"/>
                    <a:pt x="0" y="56699"/>
                  </a:cubicBezTo>
                  <a:lnTo>
                    <a:pt x="0" y="61536"/>
                  </a:lnTo>
                  <a:lnTo>
                    <a:pt x="2335" y="62837"/>
                  </a:lnTo>
                  <a:lnTo>
                    <a:pt x="99338" y="6897"/>
                  </a:lnTo>
                  <a:lnTo>
                    <a:pt x="99338" y="2060"/>
                  </a:lnTo>
                  <a:cubicBezTo>
                    <a:pt x="99304" y="1426"/>
                    <a:pt x="98971" y="859"/>
                    <a:pt x="98437" y="525"/>
                  </a:cubicBezTo>
                  <a:lnTo>
                    <a:pt x="97937" y="225"/>
                  </a:lnTo>
                  <a:cubicBezTo>
                    <a:pt x="97653" y="75"/>
                    <a:pt x="97345" y="0"/>
                    <a:pt x="9703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7"/>
            <p:cNvSpPr/>
            <p:nvPr/>
          </p:nvSpPr>
          <p:spPr>
            <a:xfrm>
              <a:off x="2374375" y="835425"/>
              <a:ext cx="2483450" cy="1570925"/>
            </a:xfrm>
            <a:custGeom>
              <a:rect b="b" l="l" r="r" t="t"/>
              <a:pathLst>
                <a:path extrusionOk="0" h="62837" w="99338">
                  <a:moveTo>
                    <a:pt x="97036" y="0"/>
                  </a:moveTo>
                  <a:cubicBezTo>
                    <a:pt x="96728" y="0"/>
                    <a:pt x="96419" y="75"/>
                    <a:pt x="96135" y="225"/>
                  </a:cubicBezTo>
                  <a:lnTo>
                    <a:pt x="901" y="55131"/>
                  </a:lnTo>
                  <a:cubicBezTo>
                    <a:pt x="367" y="55465"/>
                    <a:pt x="34" y="56065"/>
                    <a:pt x="0" y="56699"/>
                  </a:cubicBezTo>
                  <a:lnTo>
                    <a:pt x="0" y="61536"/>
                  </a:lnTo>
                  <a:lnTo>
                    <a:pt x="2335" y="62837"/>
                  </a:lnTo>
                  <a:lnTo>
                    <a:pt x="99338" y="6897"/>
                  </a:lnTo>
                  <a:lnTo>
                    <a:pt x="99338" y="2060"/>
                  </a:lnTo>
                  <a:cubicBezTo>
                    <a:pt x="99304" y="1426"/>
                    <a:pt x="98971" y="859"/>
                    <a:pt x="98437" y="525"/>
                  </a:cubicBezTo>
                  <a:lnTo>
                    <a:pt x="97937" y="225"/>
                  </a:lnTo>
                  <a:cubicBezTo>
                    <a:pt x="97653" y="75"/>
                    <a:pt x="97345" y="0"/>
                    <a:pt x="970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7"/>
            <p:cNvSpPr/>
            <p:nvPr/>
          </p:nvSpPr>
          <p:spPr>
            <a:xfrm>
              <a:off x="2432750" y="871125"/>
              <a:ext cx="2425075" cy="1535225"/>
            </a:xfrm>
            <a:custGeom>
              <a:rect b="b" l="l" r="r" t="t"/>
              <a:pathLst>
                <a:path extrusionOk="0" h="61409" w="97003">
                  <a:moveTo>
                    <a:pt x="96515" y="0"/>
                  </a:moveTo>
                  <a:cubicBezTo>
                    <a:pt x="96391" y="0"/>
                    <a:pt x="96251" y="42"/>
                    <a:pt x="96102" y="132"/>
                  </a:cubicBezTo>
                  <a:lnTo>
                    <a:pt x="901" y="55038"/>
                  </a:lnTo>
                  <a:cubicBezTo>
                    <a:pt x="367" y="55371"/>
                    <a:pt x="34" y="55972"/>
                    <a:pt x="0" y="56605"/>
                  </a:cubicBezTo>
                  <a:lnTo>
                    <a:pt x="0" y="61409"/>
                  </a:lnTo>
                  <a:lnTo>
                    <a:pt x="97003" y="5469"/>
                  </a:lnTo>
                  <a:lnTo>
                    <a:pt x="97003" y="632"/>
                  </a:lnTo>
                  <a:cubicBezTo>
                    <a:pt x="97003" y="234"/>
                    <a:pt x="96805" y="0"/>
                    <a:pt x="9651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7"/>
            <p:cNvSpPr/>
            <p:nvPr/>
          </p:nvSpPr>
          <p:spPr>
            <a:xfrm>
              <a:off x="2432750" y="871125"/>
              <a:ext cx="2425075" cy="1535225"/>
            </a:xfrm>
            <a:custGeom>
              <a:rect b="b" l="l" r="r" t="t"/>
              <a:pathLst>
                <a:path extrusionOk="0" h="61409" w="97003">
                  <a:moveTo>
                    <a:pt x="96515" y="0"/>
                  </a:moveTo>
                  <a:cubicBezTo>
                    <a:pt x="96391" y="0"/>
                    <a:pt x="96251" y="42"/>
                    <a:pt x="96102" y="132"/>
                  </a:cubicBezTo>
                  <a:lnTo>
                    <a:pt x="901" y="55038"/>
                  </a:lnTo>
                  <a:cubicBezTo>
                    <a:pt x="367" y="55371"/>
                    <a:pt x="34" y="55972"/>
                    <a:pt x="0" y="56605"/>
                  </a:cubicBezTo>
                  <a:lnTo>
                    <a:pt x="0" y="61409"/>
                  </a:lnTo>
                  <a:lnTo>
                    <a:pt x="97003" y="5469"/>
                  </a:lnTo>
                  <a:lnTo>
                    <a:pt x="97003" y="632"/>
                  </a:lnTo>
                  <a:cubicBezTo>
                    <a:pt x="97003" y="234"/>
                    <a:pt x="96805" y="0"/>
                    <a:pt x="965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7"/>
            <p:cNvSpPr/>
            <p:nvPr/>
          </p:nvSpPr>
          <p:spPr>
            <a:xfrm>
              <a:off x="2374375" y="2230375"/>
              <a:ext cx="64225" cy="175975"/>
            </a:xfrm>
            <a:custGeom>
              <a:rect b="b" l="l" r="r" t="t"/>
              <a:pathLst>
                <a:path extrusionOk="0" h="7039" w="2569">
                  <a:moveTo>
                    <a:pt x="267" y="0"/>
                  </a:moveTo>
                  <a:cubicBezTo>
                    <a:pt x="100" y="267"/>
                    <a:pt x="34" y="567"/>
                    <a:pt x="0" y="901"/>
                  </a:cubicBezTo>
                  <a:lnTo>
                    <a:pt x="0" y="5704"/>
                  </a:lnTo>
                  <a:lnTo>
                    <a:pt x="2335" y="7039"/>
                  </a:lnTo>
                  <a:lnTo>
                    <a:pt x="2335" y="2235"/>
                  </a:lnTo>
                  <a:cubicBezTo>
                    <a:pt x="2335" y="1902"/>
                    <a:pt x="2435" y="1602"/>
                    <a:pt x="2569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7"/>
            <p:cNvSpPr/>
            <p:nvPr/>
          </p:nvSpPr>
          <p:spPr>
            <a:xfrm>
              <a:off x="2374375" y="2230375"/>
              <a:ext cx="64225" cy="175975"/>
            </a:xfrm>
            <a:custGeom>
              <a:rect b="b" l="l" r="r" t="t"/>
              <a:pathLst>
                <a:path extrusionOk="0" h="7039" w="2569">
                  <a:moveTo>
                    <a:pt x="267" y="0"/>
                  </a:moveTo>
                  <a:cubicBezTo>
                    <a:pt x="100" y="267"/>
                    <a:pt x="34" y="567"/>
                    <a:pt x="0" y="901"/>
                  </a:cubicBezTo>
                  <a:lnTo>
                    <a:pt x="0" y="5704"/>
                  </a:lnTo>
                  <a:lnTo>
                    <a:pt x="2335" y="7039"/>
                  </a:lnTo>
                  <a:lnTo>
                    <a:pt x="2335" y="2235"/>
                  </a:lnTo>
                  <a:cubicBezTo>
                    <a:pt x="2335" y="1902"/>
                    <a:pt x="2435" y="1602"/>
                    <a:pt x="2569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7"/>
            <p:cNvSpPr/>
            <p:nvPr/>
          </p:nvSpPr>
          <p:spPr>
            <a:xfrm>
              <a:off x="4751900" y="963200"/>
              <a:ext cx="41725" cy="54275"/>
            </a:xfrm>
            <a:custGeom>
              <a:rect b="b" l="l" r="r" t="t"/>
              <a:pathLst>
                <a:path extrusionOk="0" h="2171" w="1669">
                  <a:moveTo>
                    <a:pt x="1219" y="0"/>
                  </a:moveTo>
                  <a:cubicBezTo>
                    <a:pt x="1104" y="0"/>
                    <a:pt x="974" y="38"/>
                    <a:pt x="834" y="118"/>
                  </a:cubicBezTo>
                  <a:cubicBezTo>
                    <a:pt x="367" y="418"/>
                    <a:pt x="34" y="985"/>
                    <a:pt x="0" y="1586"/>
                  </a:cubicBezTo>
                  <a:cubicBezTo>
                    <a:pt x="0" y="1960"/>
                    <a:pt x="197" y="2170"/>
                    <a:pt x="465" y="2170"/>
                  </a:cubicBezTo>
                  <a:cubicBezTo>
                    <a:pt x="578" y="2170"/>
                    <a:pt x="705" y="2132"/>
                    <a:pt x="834" y="2053"/>
                  </a:cubicBezTo>
                  <a:cubicBezTo>
                    <a:pt x="1335" y="1719"/>
                    <a:pt x="1668" y="1185"/>
                    <a:pt x="1668" y="585"/>
                  </a:cubicBezTo>
                  <a:cubicBezTo>
                    <a:pt x="1668" y="210"/>
                    <a:pt x="1488" y="0"/>
                    <a:pt x="12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7"/>
            <p:cNvSpPr/>
            <p:nvPr/>
          </p:nvSpPr>
          <p:spPr>
            <a:xfrm>
              <a:off x="4667675" y="1011725"/>
              <a:ext cx="41725" cy="54775"/>
            </a:xfrm>
            <a:custGeom>
              <a:rect b="b" l="l" r="r" t="t"/>
              <a:pathLst>
                <a:path extrusionOk="0" h="2191" w="1669">
                  <a:moveTo>
                    <a:pt x="1186" y="1"/>
                  </a:moveTo>
                  <a:cubicBezTo>
                    <a:pt x="1077" y="1"/>
                    <a:pt x="957" y="36"/>
                    <a:pt x="834" y="112"/>
                  </a:cubicBezTo>
                  <a:cubicBezTo>
                    <a:pt x="334" y="445"/>
                    <a:pt x="34" y="979"/>
                    <a:pt x="0" y="1579"/>
                  </a:cubicBezTo>
                  <a:cubicBezTo>
                    <a:pt x="0" y="1962"/>
                    <a:pt x="189" y="2191"/>
                    <a:pt x="468" y="2191"/>
                  </a:cubicBezTo>
                  <a:cubicBezTo>
                    <a:pt x="578" y="2191"/>
                    <a:pt x="702" y="2155"/>
                    <a:pt x="834" y="2080"/>
                  </a:cubicBezTo>
                  <a:cubicBezTo>
                    <a:pt x="1335" y="1746"/>
                    <a:pt x="1635" y="1179"/>
                    <a:pt x="1668" y="612"/>
                  </a:cubicBezTo>
                  <a:cubicBezTo>
                    <a:pt x="1668" y="229"/>
                    <a:pt x="1462" y="1"/>
                    <a:pt x="118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7"/>
            <p:cNvSpPr/>
            <p:nvPr/>
          </p:nvSpPr>
          <p:spPr>
            <a:xfrm>
              <a:off x="4582600" y="1060775"/>
              <a:ext cx="41725" cy="54925"/>
            </a:xfrm>
            <a:custGeom>
              <a:rect b="b" l="l" r="r" t="t"/>
              <a:pathLst>
                <a:path extrusionOk="0" h="2197" w="1669">
                  <a:moveTo>
                    <a:pt x="1215" y="1"/>
                  </a:moveTo>
                  <a:cubicBezTo>
                    <a:pt x="1102" y="1"/>
                    <a:pt x="973" y="39"/>
                    <a:pt x="835" y="118"/>
                  </a:cubicBezTo>
                  <a:cubicBezTo>
                    <a:pt x="334" y="451"/>
                    <a:pt x="34" y="985"/>
                    <a:pt x="1" y="1585"/>
                  </a:cubicBezTo>
                  <a:cubicBezTo>
                    <a:pt x="1" y="1968"/>
                    <a:pt x="207" y="2197"/>
                    <a:pt x="483" y="2197"/>
                  </a:cubicBezTo>
                  <a:cubicBezTo>
                    <a:pt x="592" y="2197"/>
                    <a:pt x="712" y="2161"/>
                    <a:pt x="835" y="2086"/>
                  </a:cubicBezTo>
                  <a:cubicBezTo>
                    <a:pt x="1335" y="1752"/>
                    <a:pt x="1635" y="1185"/>
                    <a:pt x="1669" y="618"/>
                  </a:cubicBezTo>
                  <a:cubicBezTo>
                    <a:pt x="1669" y="218"/>
                    <a:pt x="1486" y="1"/>
                    <a:pt x="121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7"/>
            <p:cNvSpPr/>
            <p:nvPr/>
          </p:nvSpPr>
          <p:spPr>
            <a:xfrm>
              <a:off x="2432750" y="2049400"/>
              <a:ext cx="619625" cy="2175275"/>
            </a:xfrm>
            <a:custGeom>
              <a:rect b="b" l="l" r="r" t="t"/>
              <a:pathLst>
                <a:path extrusionOk="0" h="87011" w="24785">
                  <a:moveTo>
                    <a:pt x="24785" y="1"/>
                  </a:moveTo>
                  <a:lnTo>
                    <a:pt x="0" y="14278"/>
                  </a:lnTo>
                  <a:lnTo>
                    <a:pt x="0" y="85762"/>
                  </a:lnTo>
                  <a:cubicBezTo>
                    <a:pt x="0" y="86504"/>
                    <a:pt x="589" y="87011"/>
                    <a:pt x="1240" y="87011"/>
                  </a:cubicBezTo>
                  <a:cubicBezTo>
                    <a:pt x="1437" y="87011"/>
                    <a:pt x="1641" y="86964"/>
                    <a:pt x="1835" y="86863"/>
                  </a:cubicBezTo>
                  <a:lnTo>
                    <a:pt x="3569" y="85862"/>
                  </a:lnTo>
                  <a:lnTo>
                    <a:pt x="24785" y="73620"/>
                  </a:lnTo>
                  <a:lnTo>
                    <a:pt x="24785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7"/>
            <p:cNvSpPr/>
            <p:nvPr/>
          </p:nvSpPr>
          <p:spPr>
            <a:xfrm>
              <a:off x="3094050" y="1090400"/>
              <a:ext cx="1712900" cy="2725300"/>
            </a:xfrm>
            <a:custGeom>
              <a:rect b="b" l="l" r="r" t="t"/>
              <a:pathLst>
                <a:path extrusionOk="0" h="109012" w="68516">
                  <a:moveTo>
                    <a:pt x="68516" y="0"/>
                  </a:moveTo>
                  <a:lnTo>
                    <a:pt x="0" y="39562"/>
                  </a:lnTo>
                  <a:lnTo>
                    <a:pt x="0" y="109011"/>
                  </a:lnTo>
                  <a:lnTo>
                    <a:pt x="68516" y="69450"/>
                  </a:lnTo>
                  <a:lnTo>
                    <a:pt x="68516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7"/>
            <p:cNvSpPr/>
            <p:nvPr/>
          </p:nvSpPr>
          <p:spPr>
            <a:xfrm>
              <a:off x="2501950" y="2257100"/>
              <a:ext cx="421175" cy="303650"/>
            </a:xfrm>
            <a:custGeom>
              <a:rect b="b" l="l" r="r" t="t"/>
              <a:pathLst>
                <a:path extrusionOk="0" h="12146" w="16847">
                  <a:moveTo>
                    <a:pt x="16549" y="0"/>
                  </a:moveTo>
                  <a:cubicBezTo>
                    <a:pt x="16486" y="0"/>
                    <a:pt x="16417" y="21"/>
                    <a:pt x="16346" y="66"/>
                  </a:cubicBezTo>
                  <a:lnTo>
                    <a:pt x="501" y="9205"/>
                  </a:lnTo>
                  <a:cubicBezTo>
                    <a:pt x="201" y="9406"/>
                    <a:pt x="1" y="9772"/>
                    <a:pt x="1" y="10139"/>
                  </a:cubicBezTo>
                  <a:lnTo>
                    <a:pt x="1" y="11774"/>
                  </a:lnTo>
                  <a:cubicBezTo>
                    <a:pt x="1" y="12010"/>
                    <a:pt x="118" y="12146"/>
                    <a:pt x="281" y="12146"/>
                  </a:cubicBezTo>
                  <a:cubicBezTo>
                    <a:pt x="348" y="12146"/>
                    <a:pt x="423" y="12123"/>
                    <a:pt x="501" y="12074"/>
                  </a:cubicBezTo>
                  <a:lnTo>
                    <a:pt x="16346" y="2934"/>
                  </a:lnTo>
                  <a:cubicBezTo>
                    <a:pt x="16646" y="2734"/>
                    <a:pt x="16846" y="2401"/>
                    <a:pt x="16846" y="2034"/>
                  </a:cubicBezTo>
                  <a:lnTo>
                    <a:pt x="16846" y="399"/>
                  </a:lnTo>
                  <a:cubicBezTo>
                    <a:pt x="16846" y="155"/>
                    <a:pt x="16721" y="0"/>
                    <a:pt x="1654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7"/>
            <p:cNvSpPr/>
            <p:nvPr/>
          </p:nvSpPr>
          <p:spPr>
            <a:xfrm>
              <a:off x="2501950" y="2257100"/>
              <a:ext cx="421175" cy="303650"/>
            </a:xfrm>
            <a:custGeom>
              <a:rect b="b" l="l" r="r" t="t"/>
              <a:pathLst>
                <a:path extrusionOk="0" h="12146" w="16847">
                  <a:moveTo>
                    <a:pt x="16549" y="0"/>
                  </a:moveTo>
                  <a:cubicBezTo>
                    <a:pt x="16486" y="0"/>
                    <a:pt x="16417" y="21"/>
                    <a:pt x="16346" y="66"/>
                  </a:cubicBezTo>
                  <a:lnTo>
                    <a:pt x="501" y="9205"/>
                  </a:lnTo>
                  <a:cubicBezTo>
                    <a:pt x="201" y="9406"/>
                    <a:pt x="1" y="9772"/>
                    <a:pt x="1" y="10139"/>
                  </a:cubicBezTo>
                  <a:lnTo>
                    <a:pt x="1" y="11774"/>
                  </a:lnTo>
                  <a:cubicBezTo>
                    <a:pt x="1" y="12010"/>
                    <a:pt x="118" y="12146"/>
                    <a:pt x="281" y="12146"/>
                  </a:cubicBezTo>
                  <a:cubicBezTo>
                    <a:pt x="348" y="12146"/>
                    <a:pt x="423" y="12123"/>
                    <a:pt x="501" y="12074"/>
                  </a:cubicBezTo>
                  <a:lnTo>
                    <a:pt x="16346" y="2934"/>
                  </a:lnTo>
                  <a:cubicBezTo>
                    <a:pt x="16646" y="2734"/>
                    <a:pt x="16846" y="2401"/>
                    <a:pt x="16846" y="2034"/>
                  </a:cubicBezTo>
                  <a:lnTo>
                    <a:pt x="16846" y="399"/>
                  </a:lnTo>
                  <a:cubicBezTo>
                    <a:pt x="16846" y="155"/>
                    <a:pt x="16721" y="0"/>
                    <a:pt x="1654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7"/>
            <p:cNvSpPr/>
            <p:nvPr/>
          </p:nvSpPr>
          <p:spPr>
            <a:xfrm>
              <a:off x="2948100" y="2223850"/>
              <a:ext cx="52575" cy="61575"/>
            </a:xfrm>
            <a:custGeom>
              <a:rect b="b" l="l" r="r" t="t"/>
              <a:pathLst>
                <a:path extrusionOk="0" h="2463" w="2103">
                  <a:moveTo>
                    <a:pt x="1168" y="361"/>
                  </a:moveTo>
                  <a:cubicBezTo>
                    <a:pt x="1235" y="428"/>
                    <a:pt x="1335" y="562"/>
                    <a:pt x="1335" y="862"/>
                  </a:cubicBezTo>
                  <a:cubicBezTo>
                    <a:pt x="1335" y="1329"/>
                    <a:pt x="1135" y="1762"/>
                    <a:pt x="768" y="2063"/>
                  </a:cubicBezTo>
                  <a:cubicBezTo>
                    <a:pt x="721" y="2086"/>
                    <a:pt x="674" y="2110"/>
                    <a:pt x="627" y="2110"/>
                  </a:cubicBezTo>
                  <a:cubicBezTo>
                    <a:pt x="607" y="2110"/>
                    <a:pt x="587" y="2106"/>
                    <a:pt x="568" y="2096"/>
                  </a:cubicBezTo>
                  <a:cubicBezTo>
                    <a:pt x="501" y="2029"/>
                    <a:pt x="401" y="1896"/>
                    <a:pt x="401" y="1596"/>
                  </a:cubicBezTo>
                  <a:cubicBezTo>
                    <a:pt x="401" y="1129"/>
                    <a:pt x="601" y="695"/>
                    <a:pt x="968" y="395"/>
                  </a:cubicBezTo>
                  <a:cubicBezTo>
                    <a:pt x="1002" y="395"/>
                    <a:pt x="1035" y="361"/>
                    <a:pt x="1102" y="361"/>
                  </a:cubicBezTo>
                  <a:close/>
                  <a:moveTo>
                    <a:pt x="1100" y="1"/>
                  </a:moveTo>
                  <a:cubicBezTo>
                    <a:pt x="984" y="1"/>
                    <a:pt x="865" y="36"/>
                    <a:pt x="768" y="95"/>
                  </a:cubicBezTo>
                  <a:cubicBezTo>
                    <a:pt x="301" y="462"/>
                    <a:pt x="34" y="1029"/>
                    <a:pt x="34" y="1596"/>
                  </a:cubicBezTo>
                  <a:cubicBezTo>
                    <a:pt x="1" y="1929"/>
                    <a:pt x="134" y="2229"/>
                    <a:pt x="401" y="2396"/>
                  </a:cubicBezTo>
                  <a:cubicBezTo>
                    <a:pt x="468" y="2463"/>
                    <a:pt x="535" y="2463"/>
                    <a:pt x="635" y="2463"/>
                  </a:cubicBezTo>
                  <a:cubicBezTo>
                    <a:pt x="735" y="2463"/>
                    <a:pt x="868" y="2430"/>
                    <a:pt x="968" y="2396"/>
                  </a:cubicBezTo>
                  <a:cubicBezTo>
                    <a:pt x="1135" y="2263"/>
                    <a:pt x="1268" y="2129"/>
                    <a:pt x="1369" y="1963"/>
                  </a:cubicBezTo>
                  <a:lnTo>
                    <a:pt x="1769" y="2330"/>
                  </a:lnTo>
                  <a:cubicBezTo>
                    <a:pt x="1802" y="2363"/>
                    <a:pt x="1836" y="2396"/>
                    <a:pt x="1869" y="2396"/>
                  </a:cubicBezTo>
                  <a:cubicBezTo>
                    <a:pt x="1936" y="2396"/>
                    <a:pt x="1969" y="2363"/>
                    <a:pt x="2002" y="2330"/>
                  </a:cubicBezTo>
                  <a:cubicBezTo>
                    <a:pt x="2102" y="2263"/>
                    <a:pt x="2069" y="2129"/>
                    <a:pt x="2002" y="2063"/>
                  </a:cubicBezTo>
                  <a:lnTo>
                    <a:pt x="1535" y="1629"/>
                  </a:lnTo>
                  <a:cubicBezTo>
                    <a:pt x="1635" y="1362"/>
                    <a:pt x="1669" y="1129"/>
                    <a:pt x="1669" y="862"/>
                  </a:cubicBezTo>
                  <a:cubicBezTo>
                    <a:pt x="1735" y="562"/>
                    <a:pt x="1602" y="261"/>
                    <a:pt x="1335" y="61"/>
                  </a:cubicBezTo>
                  <a:cubicBezTo>
                    <a:pt x="1265" y="19"/>
                    <a:pt x="1184" y="1"/>
                    <a:pt x="11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7"/>
            <p:cNvSpPr/>
            <p:nvPr/>
          </p:nvSpPr>
          <p:spPr>
            <a:xfrm>
              <a:off x="2501125" y="2653175"/>
              <a:ext cx="10875" cy="31725"/>
            </a:xfrm>
            <a:custGeom>
              <a:rect b="b" l="l" r="r" t="t"/>
              <a:pathLst>
                <a:path extrusionOk="0" h="1269" w="435">
                  <a:moveTo>
                    <a:pt x="401" y="0"/>
                  </a:moveTo>
                  <a:lnTo>
                    <a:pt x="67" y="234"/>
                  </a:lnTo>
                  <a:cubicBezTo>
                    <a:pt x="34" y="234"/>
                    <a:pt x="0" y="267"/>
                    <a:pt x="0" y="301"/>
                  </a:cubicBezTo>
                  <a:lnTo>
                    <a:pt x="0" y="1268"/>
                  </a:lnTo>
                  <a:lnTo>
                    <a:pt x="67" y="1268"/>
                  </a:lnTo>
                  <a:lnTo>
                    <a:pt x="401" y="1068"/>
                  </a:lnTo>
                  <a:cubicBezTo>
                    <a:pt x="434" y="1068"/>
                    <a:pt x="434" y="1035"/>
                    <a:pt x="434" y="1001"/>
                  </a:cubicBezTo>
                  <a:lnTo>
                    <a:pt x="434" y="34"/>
                  </a:lnTo>
                  <a:cubicBezTo>
                    <a:pt x="434" y="0"/>
                    <a:pt x="401" y="0"/>
                    <a:pt x="4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7"/>
            <p:cNvSpPr/>
            <p:nvPr/>
          </p:nvSpPr>
          <p:spPr>
            <a:xfrm>
              <a:off x="2514475" y="2646500"/>
              <a:ext cx="10850" cy="30875"/>
            </a:xfrm>
            <a:custGeom>
              <a:rect b="b" l="l" r="r" t="t"/>
              <a:pathLst>
                <a:path extrusionOk="0" h="1235" w="434">
                  <a:moveTo>
                    <a:pt x="400" y="1"/>
                  </a:moveTo>
                  <a:lnTo>
                    <a:pt x="34" y="167"/>
                  </a:lnTo>
                  <a:cubicBezTo>
                    <a:pt x="34" y="201"/>
                    <a:pt x="0" y="234"/>
                    <a:pt x="0" y="267"/>
                  </a:cubicBezTo>
                  <a:lnTo>
                    <a:pt x="0" y="1201"/>
                  </a:lnTo>
                  <a:cubicBezTo>
                    <a:pt x="0" y="1235"/>
                    <a:pt x="34" y="1235"/>
                    <a:pt x="34" y="1235"/>
                  </a:cubicBezTo>
                  <a:lnTo>
                    <a:pt x="400" y="1035"/>
                  </a:lnTo>
                  <a:cubicBezTo>
                    <a:pt x="434" y="1035"/>
                    <a:pt x="434" y="1001"/>
                    <a:pt x="434" y="968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7"/>
            <p:cNvSpPr/>
            <p:nvPr/>
          </p:nvSpPr>
          <p:spPr>
            <a:xfrm>
              <a:off x="2527800" y="2638175"/>
              <a:ext cx="10875" cy="31700"/>
            </a:xfrm>
            <a:custGeom>
              <a:rect b="b" l="l" r="r" t="t"/>
              <a:pathLst>
                <a:path extrusionOk="0" h="1268" w="435">
                  <a:moveTo>
                    <a:pt x="401" y="0"/>
                  </a:moveTo>
                  <a:lnTo>
                    <a:pt x="34" y="200"/>
                  </a:lnTo>
                  <a:cubicBezTo>
                    <a:pt x="34" y="234"/>
                    <a:pt x="1" y="234"/>
                    <a:pt x="1" y="267"/>
                  </a:cubicBezTo>
                  <a:lnTo>
                    <a:pt x="1" y="1234"/>
                  </a:lnTo>
                  <a:cubicBezTo>
                    <a:pt x="1" y="1268"/>
                    <a:pt x="34" y="1268"/>
                    <a:pt x="34" y="1268"/>
                  </a:cubicBezTo>
                  <a:lnTo>
                    <a:pt x="401" y="1067"/>
                  </a:lnTo>
                  <a:cubicBezTo>
                    <a:pt x="435" y="1034"/>
                    <a:pt x="435" y="1001"/>
                    <a:pt x="435" y="1001"/>
                  </a:cubicBezTo>
                  <a:lnTo>
                    <a:pt x="435" y="33"/>
                  </a:lnTo>
                  <a:cubicBezTo>
                    <a:pt x="435" y="0"/>
                    <a:pt x="435" y="0"/>
                    <a:pt x="4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7"/>
            <p:cNvSpPr/>
            <p:nvPr/>
          </p:nvSpPr>
          <p:spPr>
            <a:xfrm>
              <a:off x="2501125" y="2684025"/>
              <a:ext cx="10875" cy="32550"/>
            </a:xfrm>
            <a:custGeom>
              <a:rect b="b" l="l" r="r" t="t"/>
              <a:pathLst>
                <a:path extrusionOk="0" h="1302" w="435">
                  <a:moveTo>
                    <a:pt x="401" y="1"/>
                  </a:moveTo>
                  <a:lnTo>
                    <a:pt x="67" y="234"/>
                  </a:lnTo>
                  <a:cubicBezTo>
                    <a:pt x="34" y="234"/>
                    <a:pt x="0" y="268"/>
                    <a:pt x="0" y="301"/>
                  </a:cubicBezTo>
                  <a:lnTo>
                    <a:pt x="0" y="1268"/>
                  </a:lnTo>
                  <a:cubicBezTo>
                    <a:pt x="0" y="1302"/>
                    <a:pt x="67" y="1302"/>
                    <a:pt x="67" y="1302"/>
                  </a:cubicBezTo>
                  <a:lnTo>
                    <a:pt x="401" y="1068"/>
                  </a:lnTo>
                  <a:cubicBezTo>
                    <a:pt x="434" y="1068"/>
                    <a:pt x="434" y="1035"/>
                    <a:pt x="434" y="1001"/>
                  </a:cubicBezTo>
                  <a:lnTo>
                    <a:pt x="434" y="34"/>
                  </a:lnTo>
                  <a:cubicBezTo>
                    <a:pt x="434" y="1"/>
                    <a:pt x="401" y="1"/>
                    <a:pt x="4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7"/>
            <p:cNvSpPr/>
            <p:nvPr/>
          </p:nvSpPr>
          <p:spPr>
            <a:xfrm>
              <a:off x="2514475" y="2677350"/>
              <a:ext cx="10850" cy="30900"/>
            </a:xfrm>
            <a:custGeom>
              <a:rect b="b" l="l" r="r" t="t"/>
              <a:pathLst>
                <a:path extrusionOk="0" h="1236" w="434">
                  <a:moveTo>
                    <a:pt x="400" y="1"/>
                  </a:moveTo>
                  <a:lnTo>
                    <a:pt x="34" y="201"/>
                  </a:lnTo>
                  <a:cubicBezTo>
                    <a:pt x="34" y="201"/>
                    <a:pt x="0" y="234"/>
                    <a:pt x="0" y="268"/>
                  </a:cubicBezTo>
                  <a:lnTo>
                    <a:pt x="0" y="1202"/>
                  </a:lnTo>
                  <a:cubicBezTo>
                    <a:pt x="0" y="1235"/>
                    <a:pt x="34" y="1235"/>
                    <a:pt x="34" y="1235"/>
                  </a:cubicBezTo>
                  <a:lnTo>
                    <a:pt x="400" y="1035"/>
                  </a:lnTo>
                  <a:cubicBezTo>
                    <a:pt x="434" y="1035"/>
                    <a:pt x="434" y="1002"/>
                    <a:pt x="434" y="1002"/>
                  </a:cubicBezTo>
                  <a:lnTo>
                    <a:pt x="434" y="34"/>
                  </a:lnTo>
                  <a:cubicBezTo>
                    <a:pt x="434" y="1"/>
                    <a:pt x="434" y="1"/>
                    <a:pt x="4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7"/>
            <p:cNvSpPr/>
            <p:nvPr/>
          </p:nvSpPr>
          <p:spPr>
            <a:xfrm>
              <a:off x="2527800" y="2669025"/>
              <a:ext cx="10875" cy="31700"/>
            </a:xfrm>
            <a:custGeom>
              <a:rect b="b" l="l" r="r" t="t"/>
              <a:pathLst>
                <a:path extrusionOk="0" h="1268" w="435">
                  <a:moveTo>
                    <a:pt x="401" y="0"/>
                  </a:moveTo>
                  <a:lnTo>
                    <a:pt x="34" y="200"/>
                  </a:lnTo>
                  <a:cubicBezTo>
                    <a:pt x="34" y="234"/>
                    <a:pt x="1" y="267"/>
                    <a:pt x="1" y="267"/>
                  </a:cubicBezTo>
                  <a:lnTo>
                    <a:pt x="1" y="1234"/>
                  </a:lnTo>
                  <a:cubicBezTo>
                    <a:pt x="1" y="1268"/>
                    <a:pt x="34" y="1268"/>
                    <a:pt x="34" y="1268"/>
                  </a:cubicBezTo>
                  <a:lnTo>
                    <a:pt x="401" y="1068"/>
                  </a:lnTo>
                  <a:cubicBezTo>
                    <a:pt x="435" y="1034"/>
                    <a:pt x="435" y="1034"/>
                    <a:pt x="435" y="1001"/>
                  </a:cubicBezTo>
                  <a:lnTo>
                    <a:pt x="435" y="34"/>
                  </a:lnTo>
                  <a:cubicBezTo>
                    <a:pt x="435" y="0"/>
                    <a:pt x="435" y="0"/>
                    <a:pt x="4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7"/>
            <p:cNvSpPr/>
            <p:nvPr/>
          </p:nvSpPr>
          <p:spPr>
            <a:xfrm>
              <a:off x="2501950" y="2764300"/>
              <a:ext cx="12325" cy="28500"/>
            </a:xfrm>
            <a:custGeom>
              <a:rect b="b" l="l" r="r" t="t"/>
              <a:pathLst>
                <a:path extrusionOk="0" h="1140" w="493">
                  <a:moveTo>
                    <a:pt x="451" y="0"/>
                  </a:moveTo>
                  <a:cubicBezTo>
                    <a:pt x="443" y="0"/>
                    <a:pt x="434" y="9"/>
                    <a:pt x="434" y="25"/>
                  </a:cubicBezTo>
                  <a:lnTo>
                    <a:pt x="1" y="793"/>
                  </a:lnTo>
                  <a:lnTo>
                    <a:pt x="1" y="893"/>
                  </a:lnTo>
                  <a:lnTo>
                    <a:pt x="434" y="1126"/>
                  </a:lnTo>
                  <a:cubicBezTo>
                    <a:pt x="434" y="1135"/>
                    <a:pt x="439" y="1139"/>
                    <a:pt x="446" y="1139"/>
                  </a:cubicBezTo>
                  <a:cubicBezTo>
                    <a:pt x="463" y="1139"/>
                    <a:pt x="492" y="1108"/>
                    <a:pt x="468" y="1059"/>
                  </a:cubicBezTo>
                  <a:lnTo>
                    <a:pt x="468" y="25"/>
                  </a:lnTo>
                  <a:cubicBezTo>
                    <a:pt x="468" y="9"/>
                    <a:pt x="459" y="0"/>
                    <a:pt x="4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7"/>
            <p:cNvSpPr/>
            <p:nvPr/>
          </p:nvSpPr>
          <p:spPr>
            <a:xfrm>
              <a:off x="2506125" y="2769925"/>
              <a:ext cx="16700" cy="15350"/>
            </a:xfrm>
            <a:custGeom>
              <a:rect b="b" l="l" r="r" t="t"/>
              <a:pathLst>
                <a:path extrusionOk="0" h="614" w="668">
                  <a:moveTo>
                    <a:pt x="668" y="0"/>
                  </a:moveTo>
                  <a:lnTo>
                    <a:pt x="67" y="334"/>
                  </a:lnTo>
                  <a:cubicBezTo>
                    <a:pt x="34" y="367"/>
                    <a:pt x="1" y="434"/>
                    <a:pt x="1" y="501"/>
                  </a:cubicBezTo>
                  <a:cubicBezTo>
                    <a:pt x="1" y="576"/>
                    <a:pt x="19" y="613"/>
                    <a:pt x="43" y="613"/>
                  </a:cubicBezTo>
                  <a:cubicBezTo>
                    <a:pt x="51" y="613"/>
                    <a:pt x="59" y="609"/>
                    <a:pt x="67" y="601"/>
                  </a:cubicBezTo>
                  <a:lnTo>
                    <a:pt x="668" y="267"/>
                  </a:lnTo>
                  <a:lnTo>
                    <a:pt x="66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7"/>
            <p:cNvSpPr/>
            <p:nvPr/>
          </p:nvSpPr>
          <p:spPr>
            <a:xfrm>
              <a:off x="2525300" y="2765750"/>
              <a:ext cx="5025" cy="9200"/>
            </a:xfrm>
            <a:custGeom>
              <a:rect b="b" l="l" r="r" t="t"/>
              <a:pathLst>
                <a:path extrusionOk="0" h="368" w="201">
                  <a:moveTo>
                    <a:pt x="201" y="1"/>
                  </a:moveTo>
                  <a:lnTo>
                    <a:pt x="1" y="101"/>
                  </a:lnTo>
                  <a:lnTo>
                    <a:pt x="1" y="368"/>
                  </a:lnTo>
                  <a:lnTo>
                    <a:pt x="201" y="268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7"/>
            <p:cNvSpPr/>
            <p:nvPr/>
          </p:nvSpPr>
          <p:spPr>
            <a:xfrm>
              <a:off x="2532825" y="2758750"/>
              <a:ext cx="10850" cy="32350"/>
            </a:xfrm>
            <a:custGeom>
              <a:rect b="b" l="l" r="r" t="t"/>
              <a:pathLst>
                <a:path extrusionOk="0" h="1294" w="434">
                  <a:moveTo>
                    <a:pt x="366" y="1"/>
                  </a:moveTo>
                  <a:cubicBezTo>
                    <a:pt x="354" y="1"/>
                    <a:pt x="343" y="5"/>
                    <a:pt x="334" y="14"/>
                  </a:cubicBezTo>
                  <a:lnTo>
                    <a:pt x="0" y="181"/>
                  </a:lnTo>
                  <a:lnTo>
                    <a:pt x="0" y="447"/>
                  </a:lnTo>
                  <a:lnTo>
                    <a:pt x="234" y="314"/>
                  </a:lnTo>
                  <a:lnTo>
                    <a:pt x="234" y="1181"/>
                  </a:lnTo>
                  <a:cubicBezTo>
                    <a:pt x="234" y="1256"/>
                    <a:pt x="252" y="1294"/>
                    <a:pt x="290" y="1294"/>
                  </a:cubicBezTo>
                  <a:cubicBezTo>
                    <a:pt x="302" y="1294"/>
                    <a:pt x="317" y="1290"/>
                    <a:pt x="334" y="1281"/>
                  </a:cubicBezTo>
                  <a:cubicBezTo>
                    <a:pt x="400" y="1215"/>
                    <a:pt x="434" y="1148"/>
                    <a:pt x="434" y="1081"/>
                  </a:cubicBezTo>
                  <a:lnTo>
                    <a:pt x="434" y="81"/>
                  </a:lnTo>
                  <a:cubicBezTo>
                    <a:pt x="434" y="32"/>
                    <a:pt x="398" y="1"/>
                    <a:pt x="36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7"/>
            <p:cNvSpPr/>
            <p:nvPr/>
          </p:nvSpPr>
          <p:spPr>
            <a:xfrm>
              <a:off x="2500300" y="2846675"/>
              <a:ext cx="34825" cy="62550"/>
            </a:xfrm>
            <a:custGeom>
              <a:rect b="b" l="l" r="r" t="t"/>
              <a:pathLst>
                <a:path extrusionOk="0" h="2502" w="1393">
                  <a:moveTo>
                    <a:pt x="952" y="1"/>
                  </a:moveTo>
                  <a:cubicBezTo>
                    <a:pt x="865" y="1"/>
                    <a:pt x="768" y="32"/>
                    <a:pt x="667" y="99"/>
                  </a:cubicBezTo>
                  <a:cubicBezTo>
                    <a:pt x="200" y="500"/>
                    <a:pt x="0" y="1134"/>
                    <a:pt x="67" y="1734"/>
                  </a:cubicBezTo>
                  <a:cubicBezTo>
                    <a:pt x="134" y="2234"/>
                    <a:pt x="434" y="2234"/>
                    <a:pt x="467" y="2468"/>
                  </a:cubicBezTo>
                  <a:cubicBezTo>
                    <a:pt x="467" y="2501"/>
                    <a:pt x="500" y="2501"/>
                    <a:pt x="500" y="2501"/>
                  </a:cubicBezTo>
                  <a:lnTo>
                    <a:pt x="901" y="2268"/>
                  </a:lnTo>
                  <a:cubicBezTo>
                    <a:pt x="934" y="2268"/>
                    <a:pt x="934" y="2234"/>
                    <a:pt x="934" y="2201"/>
                  </a:cubicBezTo>
                  <a:cubicBezTo>
                    <a:pt x="1001" y="1867"/>
                    <a:pt x="1368" y="1500"/>
                    <a:pt x="1368" y="700"/>
                  </a:cubicBezTo>
                  <a:cubicBezTo>
                    <a:pt x="1393" y="276"/>
                    <a:pt x="1212" y="1"/>
                    <a:pt x="95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7"/>
            <p:cNvSpPr/>
            <p:nvPr/>
          </p:nvSpPr>
          <p:spPr>
            <a:xfrm>
              <a:off x="2511975" y="2907525"/>
              <a:ext cx="11700" cy="16700"/>
            </a:xfrm>
            <a:custGeom>
              <a:rect b="b" l="l" r="r" t="t"/>
              <a:pathLst>
                <a:path extrusionOk="0" h="668" w="468">
                  <a:moveTo>
                    <a:pt x="434" y="0"/>
                  </a:moveTo>
                  <a:lnTo>
                    <a:pt x="67" y="201"/>
                  </a:lnTo>
                  <a:cubicBezTo>
                    <a:pt x="33" y="234"/>
                    <a:pt x="0" y="267"/>
                    <a:pt x="0" y="301"/>
                  </a:cubicBezTo>
                  <a:lnTo>
                    <a:pt x="0" y="634"/>
                  </a:lnTo>
                  <a:cubicBezTo>
                    <a:pt x="0" y="668"/>
                    <a:pt x="33" y="668"/>
                    <a:pt x="67" y="668"/>
                  </a:cubicBezTo>
                  <a:lnTo>
                    <a:pt x="434" y="467"/>
                  </a:lnTo>
                  <a:cubicBezTo>
                    <a:pt x="467" y="434"/>
                    <a:pt x="467" y="401"/>
                    <a:pt x="467" y="401"/>
                  </a:cubicBezTo>
                  <a:lnTo>
                    <a:pt x="467" y="34"/>
                  </a:lnTo>
                  <a:cubicBezTo>
                    <a:pt x="467" y="0"/>
                    <a:pt x="467" y="0"/>
                    <a:pt x="4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7"/>
            <p:cNvSpPr/>
            <p:nvPr/>
          </p:nvSpPr>
          <p:spPr>
            <a:xfrm>
              <a:off x="2501125" y="2641900"/>
              <a:ext cx="43550" cy="77725"/>
            </a:xfrm>
            <a:custGeom>
              <a:rect b="b" l="l" r="r" t="t"/>
              <a:pathLst>
                <a:path extrusionOk="0" h="3109" w="1742">
                  <a:moveTo>
                    <a:pt x="1085" y="318"/>
                  </a:moveTo>
                  <a:cubicBezTo>
                    <a:pt x="1321" y="318"/>
                    <a:pt x="1502" y="572"/>
                    <a:pt x="1502" y="985"/>
                  </a:cubicBezTo>
                  <a:cubicBezTo>
                    <a:pt x="1502" y="1519"/>
                    <a:pt x="1268" y="2019"/>
                    <a:pt x="868" y="2319"/>
                  </a:cubicBezTo>
                  <a:cubicBezTo>
                    <a:pt x="785" y="2365"/>
                    <a:pt x="708" y="2386"/>
                    <a:pt x="637" y="2386"/>
                  </a:cubicBezTo>
                  <a:cubicBezTo>
                    <a:pt x="394" y="2386"/>
                    <a:pt x="234" y="2133"/>
                    <a:pt x="234" y="1719"/>
                  </a:cubicBezTo>
                  <a:cubicBezTo>
                    <a:pt x="201" y="1185"/>
                    <a:pt x="434" y="685"/>
                    <a:pt x="868" y="385"/>
                  </a:cubicBezTo>
                  <a:cubicBezTo>
                    <a:pt x="943" y="340"/>
                    <a:pt x="1016" y="318"/>
                    <a:pt x="1085" y="318"/>
                  </a:cubicBezTo>
                  <a:close/>
                  <a:moveTo>
                    <a:pt x="1162" y="1"/>
                  </a:moveTo>
                  <a:cubicBezTo>
                    <a:pt x="1033" y="1"/>
                    <a:pt x="887" y="59"/>
                    <a:pt x="734" y="185"/>
                  </a:cubicBezTo>
                  <a:cubicBezTo>
                    <a:pt x="334" y="552"/>
                    <a:pt x="101" y="1052"/>
                    <a:pt x="34" y="1619"/>
                  </a:cubicBezTo>
                  <a:cubicBezTo>
                    <a:pt x="0" y="1886"/>
                    <a:pt x="34" y="2153"/>
                    <a:pt x="134" y="2386"/>
                  </a:cubicBezTo>
                  <a:lnTo>
                    <a:pt x="0" y="3053"/>
                  </a:lnTo>
                  <a:cubicBezTo>
                    <a:pt x="0" y="3092"/>
                    <a:pt x="0" y="3109"/>
                    <a:pt x="14" y="3109"/>
                  </a:cubicBezTo>
                  <a:cubicBezTo>
                    <a:pt x="23" y="3109"/>
                    <a:pt x="40" y="3101"/>
                    <a:pt x="67" y="3087"/>
                  </a:cubicBezTo>
                  <a:lnTo>
                    <a:pt x="434" y="2686"/>
                  </a:lnTo>
                  <a:cubicBezTo>
                    <a:pt x="468" y="2692"/>
                    <a:pt x="503" y="2695"/>
                    <a:pt x="537" y="2695"/>
                  </a:cubicBezTo>
                  <a:cubicBezTo>
                    <a:pt x="702" y="2695"/>
                    <a:pt x="863" y="2630"/>
                    <a:pt x="1001" y="2520"/>
                  </a:cubicBezTo>
                  <a:cubicBezTo>
                    <a:pt x="1401" y="2153"/>
                    <a:pt x="1635" y="1619"/>
                    <a:pt x="1668" y="1085"/>
                  </a:cubicBezTo>
                  <a:cubicBezTo>
                    <a:pt x="1741" y="427"/>
                    <a:pt x="1512" y="1"/>
                    <a:pt x="116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7"/>
            <p:cNvSpPr/>
            <p:nvPr/>
          </p:nvSpPr>
          <p:spPr>
            <a:xfrm>
              <a:off x="2501125" y="2957975"/>
              <a:ext cx="43550" cy="78325"/>
            </a:xfrm>
            <a:custGeom>
              <a:rect b="b" l="l" r="r" t="t"/>
              <a:pathLst>
                <a:path extrusionOk="0" h="3133" w="1742">
                  <a:moveTo>
                    <a:pt x="1073" y="322"/>
                  </a:moveTo>
                  <a:cubicBezTo>
                    <a:pt x="1315" y="322"/>
                    <a:pt x="1502" y="597"/>
                    <a:pt x="1502" y="1018"/>
                  </a:cubicBezTo>
                  <a:cubicBezTo>
                    <a:pt x="1502" y="1518"/>
                    <a:pt x="1268" y="2019"/>
                    <a:pt x="868" y="2352"/>
                  </a:cubicBezTo>
                  <a:cubicBezTo>
                    <a:pt x="786" y="2397"/>
                    <a:pt x="709" y="2418"/>
                    <a:pt x="639" y="2418"/>
                  </a:cubicBezTo>
                  <a:cubicBezTo>
                    <a:pt x="395" y="2418"/>
                    <a:pt x="234" y="2159"/>
                    <a:pt x="234" y="1718"/>
                  </a:cubicBezTo>
                  <a:cubicBezTo>
                    <a:pt x="201" y="1218"/>
                    <a:pt x="434" y="718"/>
                    <a:pt x="868" y="384"/>
                  </a:cubicBezTo>
                  <a:cubicBezTo>
                    <a:pt x="938" y="342"/>
                    <a:pt x="1008" y="322"/>
                    <a:pt x="1073" y="322"/>
                  </a:cubicBezTo>
                  <a:close/>
                  <a:moveTo>
                    <a:pt x="1160" y="1"/>
                  </a:moveTo>
                  <a:cubicBezTo>
                    <a:pt x="1031" y="1"/>
                    <a:pt x="886" y="59"/>
                    <a:pt x="734" y="184"/>
                  </a:cubicBezTo>
                  <a:cubicBezTo>
                    <a:pt x="334" y="584"/>
                    <a:pt x="101" y="1085"/>
                    <a:pt x="34" y="1618"/>
                  </a:cubicBezTo>
                  <a:cubicBezTo>
                    <a:pt x="0" y="1885"/>
                    <a:pt x="34" y="2152"/>
                    <a:pt x="134" y="2419"/>
                  </a:cubicBezTo>
                  <a:lnTo>
                    <a:pt x="0" y="3053"/>
                  </a:lnTo>
                  <a:cubicBezTo>
                    <a:pt x="0" y="3102"/>
                    <a:pt x="0" y="3133"/>
                    <a:pt x="27" y="3133"/>
                  </a:cubicBezTo>
                  <a:cubicBezTo>
                    <a:pt x="36" y="3133"/>
                    <a:pt x="49" y="3128"/>
                    <a:pt x="67" y="3119"/>
                  </a:cubicBezTo>
                  <a:lnTo>
                    <a:pt x="434" y="2686"/>
                  </a:lnTo>
                  <a:cubicBezTo>
                    <a:pt x="488" y="2704"/>
                    <a:pt x="541" y="2712"/>
                    <a:pt x="594" y="2712"/>
                  </a:cubicBezTo>
                  <a:cubicBezTo>
                    <a:pt x="739" y="2712"/>
                    <a:pt x="879" y="2650"/>
                    <a:pt x="1001" y="2552"/>
                  </a:cubicBezTo>
                  <a:cubicBezTo>
                    <a:pt x="1401" y="2152"/>
                    <a:pt x="1635" y="1652"/>
                    <a:pt x="1668" y="1118"/>
                  </a:cubicBezTo>
                  <a:cubicBezTo>
                    <a:pt x="1742" y="434"/>
                    <a:pt x="1511" y="1"/>
                    <a:pt x="116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7"/>
            <p:cNvSpPr/>
            <p:nvPr/>
          </p:nvSpPr>
          <p:spPr>
            <a:xfrm>
              <a:off x="2516125" y="3069800"/>
              <a:ext cx="16725" cy="27400"/>
            </a:xfrm>
            <a:custGeom>
              <a:rect b="b" l="l" r="r" t="t"/>
              <a:pathLst>
                <a:path extrusionOk="0" h="1096" w="669">
                  <a:moveTo>
                    <a:pt x="453" y="0"/>
                  </a:moveTo>
                  <a:cubicBezTo>
                    <a:pt x="415" y="0"/>
                    <a:pt x="375" y="15"/>
                    <a:pt x="334" y="47"/>
                  </a:cubicBezTo>
                  <a:cubicBezTo>
                    <a:pt x="101" y="214"/>
                    <a:pt x="1" y="448"/>
                    <a:pt x="1" y="748"/>
                  </a:cubicBezTo>
                  <a:cubicBezTo>
                    <a:pt x="1" y="950"/>
                    <a:pt x="78" y="1095"/>
                    <a:pt x="202" y="1095"/>
                  </a:cubicBezTo>
                  <a:cubicBezTo>
                    <a:pt x="242" y="1095"/>
                    <a:pt x="286" y="1080"/>
                    <a:pt x="334" y="1048"/>
                  </a:cubicBezTo>
                  <a:cubicBezTo>
                    <a:pt x="535" y="881"/>
                    <a:pt x="668" y="615"/>
                    <a:pt x="668" y="348"/>
                  </a:cubicBezTo>
                  <a:cubicBezTo>
                    <a:pt x="668" y="145"/>
                    <a:pt x="572" y="0"/>
                    <a:pt x="45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7"/>
            <p:cNvSpPr/>
            <p:nvPr/>
          </p:nvSpPr>
          <p:spPr>
            <a:xfrm>
              <a:off x="2535325" y="3075350"/>
              <a:ext cx="11700" cy="17950"/>
            </a:xfrm>
            <a:custGeom>
              <a:rect b="b" l="l" r="r" t="t"/>
              <a:pathLst>
                <a:path extrusionOk="0" h="718" w="468">
                  <a:moveTo>
                    <a:pt x="326" y="1"/>
                  </a:moveTo>
                  <a:cubicBezTo>
                    <a:pt x="298" y="1"/>
                    <a:pt x="267" y="9"/>
                    <a:pt x="234" y="26"/>
                  </a:cubicBezTo>
                  <a:cubicBezTo>
                    <a:pt x="100" y="126"/>
                    <a:pt x="0" y="292"/>
                    <a:pt x="0" y="493"/>
                  </a:cubicBezTo>
                  <a:cubicBezTo>
                    <a:pt x="0" y="643"/>
                    <a:pt x="56" y="718"/>
                    <a:pt x="141" y="718"/>
                  </a:cubicBezTo>
                  <a:cubicBezTo>
                    <a:pt x="169" y="718"/>
                    <a:pt x="200" y="709"/>
                    <a:pt x="234" y="693"/>
                  </a:cubicBezTo>
                  <a:cubicBezTo>
                    <a:pt x="367" y="593"/>
                    <a:pt x="467" y="426"/>
                    <a:pt x="467" y="226"/>
                  </a:cubicBezTo>
                  <a:cubicBezTo>
                    <a:pt x="467" y="76"/>
                    <a:pt x="411" y="1"/>
                    <a:pt x="32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7"/>
            <p:cNvSpPr/>
            <p:nvPr/>
          </p:nvSpPr>
          <p:spPr>
            <a:xfrm>
              <a:off x="2514475" y="3097500"/>
              <a:ext cx="19200" cy="42725"/>
            </a:xfrm>
            <a:custGeom>
              <a:rect b="b" l="l" r="r" t="t"/>
              <a:pathLst>
                <a:path extrusionOk="0" h="1709" w="768">
                  <a:moveTo>
                    <a:pt x="605" y="1"/>
                  </a:moveTo>
                  <a:cubicBezTo>
                    <a:pt x="572" y="1"/>
                    <a:pt x="536" y="13"/>
                    <a:pt x="501" y="40"/>
                  </a:cubicBezTo>
                  <a:lnTo>
                    <a:pt x="267" y="174"/>
                  </a:lnTo>
                  <a:cubicBezTo>
                    <a:pt x="100" y="274"/>
                    <a:pt x="0" y="474"/>
                    <a:pt x="0" y="707"/>
                  </a:cubicBezTo>
                  <a:lnTo>
                    <a:pt x="0" y="1708"/>
                  </a:lnTo>
                  <a:lnTo>
                    <a:pt x="767" y="1274"/>
                  </a:lnTo>
                  <a:lnTo>
                    <a:pt x="767" y="240"/>
                  </a:lnTo>
                  <a:cubicBezTo>
                    <a:pt x="767" y="94"/>
                    <a:pt x="696" y="1"/>
                    <a:pt x="60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7"/>
            <p:cNvSpPr/>
            <p:nvPr/>
          </p:nvSpPr>
          <p:spPr>
            <a:xfrm>
              <a:off x="2536975" y="3095325"/>
              <a:ext cx="10050" cy="32375"/>
            </a:xfrm>
            <a:custGeom>
              <a:rect b="b" l="l" r="r" t="t"/>
              <a:pathLst>
                <a:path extrusionOk="0" h="1295" w="402">
                  <a:moveTo>
                    <a:pt x="279" y="1"/>
                  </a:moveTo>
                  <a:cubicBezTo>
                    <a:pt x="255" y="1"/>
                    <a:pt x="228" y="9"/>
                    <a:pt x="201" y="27"/>
                  </a:cubicBezTo>
                  <a:lnTo>
                    <a:pt x="1" y="161"/>
                  </a:lnTo>
                  <a:lnTo>
                    <a:pt x="1" y="1295"/>
                  </a:lnTo>
                  <a:lnTo>
                    <a:pt x="401" y="1061"/>
                  </a:lnTo>
                  <a:lnTo>
                    <a:pt x="401" y="161"/>
                  </a:lnTo>
                  <a:cubicBezTo>
                    <a:pt x="401" y="63"/>
                    <a:pt x="347" y="1"/>
                    <a:pt x="27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7"/>
            <p:cNvSpPr/>
            <p:nvPr/>
          </p:nvSpPr>
          <p:spPr>
            <a:xfrm>
              <a:off x="2501125" y="3094650"/>
              <a:ext cx="11700" cy="18575"/>
            </a:xfrm>
            <a:custGeom>
              <a:rect b="b" l="l" r="r" t="t"/>
              <a:pathLst>
                <a:path extrusionOk="0" h="743" w="468">
                  <a:moveTo>
                    <a:pt x="313" y="0"/>
                  </a:moveTo>
                  <a:cubicBezTo>
                    <a:pt x="288" y="0"/>
                    <a:pt x="262" y="7"/>
                    <a:pt x="234" y="21"/>
                  </a:cubicBezTo>
                  <a:cubicBezTo>
                    <a:pt x="101" y="154"/>
                    <a:pt x="0" y="321"/>
                    <a:pt x="34" y="521"/>
                  </a:cubicBezTo>
                  <a:cubicBezTo>
                    <a:pt x="34" y="652"/>
                    <a:pt x="96" y="742"/>
                    <a:pt x="171" y="742"/>
                  </a:cubicBezTo>
                  <a:cubicBezTo>
                    <a:pt x="191" y="742"/>
                    <a:pt x="213" y="736"/>
                    <a:pt x="234" y="721"/>
                  </a:cubicBezTo>
                  <a:cubicBezTo>
                    <a:pt x="367" y="588"/>
                    <a:pt x="467" y="421"/>
                    <a:pt x="467" y="254"/>
                  </a:cubicBezTo>
                  <a:cubicBezTo>
                    <a:pt x="467" y="96"/>
                    <a:pt x="405" y="0"/>
                    <a:pt x="31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7"/>
            <p:cNvSpPr/>
            <p:nvPr/>
          </p:nvSpPr>
          <p:spPr>
            <a:xfrm>
              <a:off x="2501125" y="3113500"/>
              <a:ext cx="10875" cy="34225"/>
            </a:xfrm>
            <a:custGeom>
              <a:rect b="b" l="l" r="r" t="t"/>
              <a:pathLst>
                <a:path extrusionOk="0" h="1369" w="435">
                  <a:moveTo>
                    <a:pt x="434" y="1"/>
                  </a:moveTo>
                  <a:lnTo>
                    <a:pt x="201" y="134"/>
                  </a:lnTo>
                  <a:cubicBezTo>
                    <a:pt x="67" y="201"/>
                    <a:pt x="0" y="334"/>
                    <a:pt x="0" y="501"/>
                  </a:cubicBezTo>
                  <a:lnTo>
                    <a:pt x="0" y="1368"/>
                  </a:lnTo>
                  <a:lnTo>
                    <a:pt x="434" y="1135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7"/>
            <p:cNvSpPr/>
            <p:nvPr/>
          </p:nvSpPr>
          <p:spPr>
            <a:xfrm>
              <a:off x="2586175" y="2488250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1"/>
                  </a:moveTo>
                  <a:cubicBezTo>
                    <a:pt x="9861" y="1"/>
                    <a:pt x="9787" y="20"/>
                    <a:pt x="9708" y="59"/>
                  </a:cubicBezTo>
                  <a:lnTo>
                    <a:pt x="468" y="5430"/>
                  </a:lnTo>
                  <a:cubicBezTo>
                    <a:pt x="201" y="5597"/>
                    <a:pt x="34" y="5864"/>
                    <a:pt x="1" y="6164"/>
                  </a:cubicBezTo>
                  <a:cubicBezTo>
                    <a:pt x="1" y="6351"/>
                    <a:pt x="99" y="6456"/>
                    <a:pt x="250" y="6456"/>
                  </a:cubicBezTo>
                  <a:cubicBezTo>
                    <a:pt x="315" y="6456"/>
                    <a:pt x="388" y="6437"/>
                    <a:pt x="468" y="6397"/>
                  </a:cubicBezTo>
                  <a:lnTo>
                    <a:pt x="9708" y="1027"/>
                  </a:lnTo>
                  <a:cubicBezTo>
                    <a:pt x="9975" y="860"/>
                    <a:pt x="10141" y="593"/>
                    <a:pt x="10175" y="293"/>
                  </a:cubicBezTo>
                  <a:cubicBezTo>
                    <a:pt x="10175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7"/>
            <p:cNvSpPr/>
            <p:nvPr/>
          </p:nvSpPr>
          <p:spPr>
            <a:xfrm>
              <a:off x="2586175" y="2597500"/>
              <a:ext cx="254375" cy="161400"/>
            </a:xfrm>
            <a:custGeom>
              <a:rect b="b" l="l" r="r" t="t"/>
              <a:pathLst>
                <a:path extrusionOk="0" h="6456" w="10175">
                  <a:moveTo>
                    <a:pt x="9925" y="0"/>
                  </a:moveTo>
                  <a:cubicBezTo>
                    <a:pt x="9861" y="0"/>
                    <a:pt x="9787" y="19"/>
                    <a:pt x="9708" y="59"/>
                  </a:cubicBezTo>
                  <a:lnTo>
                    <a:pt x="468" y="5396"/>
                  </a:lnTo>
                  <a:cubicBezTo>
                    <a:pt x="201" y="5563"/>
                    <a:pt x="34" y="5863"/>
                    <a:pt x="1" y="6164"/>
                  </a:cubicBezTo>
                  <a:cubicBezTo>
                    <a:pt x="1" y="6351"/>
                    <a:pt x="99" y="6456"/>
                    <a:pt x="250" y="6456"/>
                  </a:cubicBezTo>
                  <a:cubicBezTo>
                    <a:pt x="315" y="6456"/>
                    <a:pt x="388" y="6437"/>
                    <a:pt x="468" y="6397"/>
                  </a:cubicBezTo>
                  <a:lnTo>
                    <a:pt x="9708" y="1060"/>
                  </a:lnTo>
                  <a:cubicBezTo>
                    <a:pt x="9975" y="893"/>
                    <a:pt x="10141" y="593"/>
                    <a:pt x="10175" y="293"/>
                  </a:cubicBezTo>
                  <a:cubicBezTo>
                    <a:pt x="10175" y="106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7"/>
            <p:cNvSpPr/>
            <p:nvPr/>
          </p:nvSpPr>
          <p:spPr>
            <a:xfrm>
              <a:off x="2586175" y="2707000"/>
              <a:ext cx="254375" cy="160900"/>
            </a:xfrm>
            <a:custGeom>
              <a:rect b="b" l="l" r="r" t="t"/>
              <a:pathLst>
                <a:path extrusionOk="0" h="6436" w="10175">
                  <a:moveTo>
                    <a:pt x="9947" y="1"/>
                  </a:moveTo>
                  <a:cubicBezTo>
                    <a:pt x="9878" y="1"/>
                    <a:pt x="9797" y="27"/>
                    <a:pt x="9708" y="82"/>
                  </a:cubicBezTo>
                  <a:lnTo>
                    <a:pt x="468" y="5386"/>
                  </a:lnTo>
                  <a:cubicBezTo>
                    <a:pt x="201" y="5553"/>
                    <a:pt x="34" y="5820"/>
                    <a:pt x="1" y="6153"/>
                  </a:cubicBezTo>
                  <a:cubicBezTo>
                    <a:pt x="1" y="6331"/>
                    <a:pt x="90" y="6435"/>
                    <a:pt x="228" y="6435"/>
                  </a:cubicBezTo>
                  <a:cubicBezTo>
                    <a:pt x="297" y="6435"/>
                    <a:pt x="379" y="6409"/>
                    <a:pt x="468" y="6354"/>
                  </a:cubicBezTo>
                  <a:lnTo>
                    <a:pt x="9708" y="1050"/>
                  </a:lnTo>
                  <a:cubicBezTo>
                    <a:pt x="9975" y="883"/>
                    <a:pt x="10141" y="583"/>
                    <a:pt x="10175" y="283"/>
                  </a:cubicBezTo>
                  <a:cubicBezTo>
                    <a:pt x="10175" y="105"/>
                    <a:pt x="10086" y="1"/>
                    <a:pt x="994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7"/>
            <p:cNvSpPr/>
            <p:nvPr/>
          </p:nvSpPr>
          <p:spPr>
            <a:xfrm>
              <a:off x="2586175" y="2815425"/>
              <a:ext cx="254375" cy="161150"/>
            </a:xfrm>
            <a:custGeom>
              <a:rect b="b" l="l" r="r" t="t"/>
              <a:pathLst>
                <a:path extrusionOk="0" h="6446" w="10175">
                  <a:moveTo>
                    <a:pt x="9947" y="0"/>
                  </a:moveTo>
                  <a:cubicBezTo>
                    <a:pt x="9878" y="0"/>
                    <a:pt x="9797" y="26"/>
                    <a:pt x="9708" y="82"/>
                  </a:cubicBezTo>
                  <a:lnTo>
                    <a:pt x="468" y="5419"/>
                  </a:lnTo>
                  <a:cubicBezTo>
                    <a:pt x="201" y="5586"/>
                    <a:pt x="34" y="5853"/>
                    <a:pt x="1" y="6153"/>
                  </a:cubicBezTo>
                  <a:cubicBezTo>
                    <a:pt x="1" y="6340"/>
                    <a:pt x="99" y="6445"/>
                    <a:pt x="250" y="6445"/>
                  </a:cubicBezTo>
                  <a:cubicBezTo>
                    <a:pt x="315" y="6445"/>
                    <a:pt x="388" y="6426"/>
                    <a:pt x="468" y="6386"/>
                  </a:cubicBezTo>
                  <a:lnTo>
                    <a:pt x="9708" y="1049"/>
                  </a:lnTo>
                  <a:cubicBezTo>
                    <a:pt x="9975" y="882"/>
                    <a:pt x="10141" y="616"/>
                    <a:pt x="10175" y="282"/>
                  </a:cubicBezTo>
                  <a:cubicBezTo>
                    <a:pt x="10175" y="104"/>
                    <a:pt x="10086" y="0"/>
                    <a:pt x="994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2586175" y="2924400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0"/>
                  </a:moveTo>
                  <a:cubicBezTo>
                    <a:pt x="9861" y="0"/>
                    <a:pt x="9787" y="19"/>
                    <a:pt x="9708" y="59"/>
                  </a:cubicBezTo>
                  <a:lnTo>
                    <a:pt x="468" y="5396"/>
                  </a:lnTo>
                  <a:cubicBezTo>
                    <a:pt x="201" y="5563"/>
                    <a:pt x="34" y="5830"/>
                    <a:pt x="1" y="6164"/>
                  </a:cubicBezTo>
                  <a:cubicBezTo>
                    <a:pt x="1" y="6351"/>
                    <a:pt x="99" y="6456"/>
                    <a:pt x="250" y="6456"/>
                  </a:cubicBezTo>
                  <a:cubicBezTo>
                    <a:pt x="315" y="6456"/>
                    <a:pt x="388" y="6437"/>
                    <a:pt x="468" y="6397"/>
                  </a:cubicBezTo>
                  <a:lnTo>
                    <a:pt x="9708" y="1060"/>
                  </a:lnTo>
                  <a:cubicBezTo>
                    <a:pt x="9975" y="893"/>
                    <a:pt x="10141" y="593"/>
                    <a:pt x="10175" y="293"/>
                  </a:cubicBezTo>
                  <a:cubicBezTo>
                    <a:pt x="10175" y="106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2628725" y="3013250"/>
              <a:ext cx="254375" cy="161525"/>
            </a:xfrm>
            <a:custGeom>
              <a:rect b="b" l="l" r="r" t="t"/>
              <a:pathLst>
                <a:path extrusionOk="0" h="6461" w="10175">
                  <a:moveTo>
                    <a:pt x="9928" y="1"/>
                  </a:moveTo>
                  <a:cubicBezTo>
                    <a:pt x="9863" y="1"/>
                    <a:pt x="9788" y="24"/>
                    <a:pt x="9707" y="75"/>
                  </a:cubicBezTo>
                  <a:lnTo>
                    <a:pt x="434" y="5412"/>
                  </a:lnTo>
                  <a:cubicBezTo>
                    <a:pt x="200" y="5578"/>
                    <a:pt x="33" y="5845"/>
                    <a:pt x="0" y="6179"/>
                  </a:cubicBezTo>
                  <a:cubicBezTo>
                    <a:pt x="0" y="6357"/>
                    <a:pt x="89" y="6461"/>
                    <a:pt x="218" y="6461"/>
                  </a:cubicBezTo>
                  <a:cubicBezTo>
                    <a:pt x="282" y="6461"/>
                    <a:pt x="356" y="6435"/>
                    <a:pt x="434" y="6379"/>
                  </a:cubicBezTo>
                  <a:lnTo>
                    <a:pt x="9707" y="1042"/>
                  </a:lnTo>
                  <a:cubicBezTo>
                    <a:pt x="9974" y="875"/>
                    <a:pt x="10141" y="608"/>
                    <a:pt x="10174" y="308"/>
                  </a:cubicBezTo>
                  <a:cubicBezTo>
                    <a:pt x="10174" y="122"/>
                    <a:pt x="10077" y="1"/>
                    <a:pt x="992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7"/>
            <p:cNvSpPr/>
            <p:nvPr/>
          </p:nvSpPr>
          <p:spPr>
            <a:xfrm>
              <a:off x="2628725" y="3087025"/>
              <a:ext cx="254375" cy="161400"/>
            </a:xfrm>
            <a:custGeom>
              <a:rect b="b" l="l" r="r" t="t"/>
              <a:pathLst>
                <a:path extrusionOk="0" h="6456" w="10175">
                  <a:moveTo>
                    <a:pt x="9925" y="0"/>
                  </a:moveTo>
                  <a:cubicBezTo>
                    <a:pt x="9860" y="0"/>
                    <a:pt x="9787" y="19"/>
                    <a:pt x="9707" y="59"/>
                  </a:cubicBezTo>
                  <a:lnTo>
                    <a:pt x="434" y="5396"/>
                  </a:lnTo>
                  <a:cubicBezTo>
                    <a:pt x="200" y="5563"/>
                    <a:pt x="33" y="5863"/>
                    <a:pt x="0" y="6163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7" y="6456"/>
                    <a:pt x="364" y="6437"/>
                    <a:pt x="434" y="6397"/>
                  </a:cubicBezTo>
                  <a:lnTo>
                    <a:pt x="9707" y="1026"/>
                  </a:lnTo>
                  <a:cubicBezTo>
                    <a:pt x="9974" y="893"/>
                    <a:pt x="10141" y="593"/>
                    <a:pt x="10174" y="292"/>
                  </a:cubicBezTo>
                  <a:cubicBezTo>
                    <a:pt x="10174" y="105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7"/>
            <p:cNvSpPr/>
            <p:nvPr/>
          </p:nvSpPr>
          <p:spPr>
            <a:xfrm>
              <a:off x="2628725" y="3160400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1"/>
                  </a:moveTo>
                  <a:cubicBezTo>
                    <a:pt x="9860" y="1"/>
                    <a:pt x="9787" y="20"/>
                    <a:pt x="9707" y="59"/>
                  </a:cubicBezTo>
                  <a:lnTo>
                    <a:pt x="434" y="5430"/>
                  </a:lnTo>
                  <a:cubicBezTo>
                    <a:pt x="200" y="5597"/>
                    <a:pt x="33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7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7"/>
            <p:cNvSpPr/>
            <p:nvPr/>
          </p:nvSpPr>
          <p:spPr>
            <a:xfrm>
              <a:off x="2673750" y="3207375"/>
              <a:ext cx="254375" cy="161150"/>
            </a:xfrm>
            <a:custGeom>
              <a:rect b="b" l="l" r="r" t="t"/>
              <a:pathLst>
                <a:path extrusionOk="0" h="6446" w="10175">
                  <a:moveTo>
                    <a:pt x="9947" y="0"/>
                  </a:moveTo>
                  <a:cubicBezTo>
                    <a:pt x="9878" y="0"/>
                    <a:pt x="9796" y="26"/>
                    <a:pt x="9707" y="82"/>
                  </a:cubicBezTo>
                  <a:lnTo>
                    <a:pt x="434" y="5419"/>
                  </a:lnTo>
                  <a:cubicBezTo>
                    <a:pt x="201" y="5586"/>
                    <a:pt x="34" y="5853"/>
                    <a:pt x="0" y="6153"/>
                  </a:cubicBezTo>
                  <a:cubicBezTo>
                    <a:pt x="0" y="6340"/>
                    <a:pt x="99" y="6445"/>
                    <a:pt x="238" y="6445"/>
                  </a:cubicBezTo>
                  <a:cubicBezTo>
                    <a:pt x="298" y="6445"/>
                    <a:pt x="364" y="6426"/>
                    <a:pt x="434" y="6386"/>
                  </a:cubicBezTo>
                  <a:lnTo>
                    <a:pt x="9707" y="1049"/>
                  </a:lnTo>
                  <a:cubicBezTo>
                    <a:pt x="9974" y="882"/>
                    <a:pt x="10141" y="582"/>
                    <a:pt x="10174" y="282"/>
                  </a:cubicBezTo>
                  <a:cubicBezTo>
                    <a:pt x="10174" y="104"/>
                    <a:pt x="10085" y="0"/>
                    <a:pt x="994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7"/>
            <p:cNvSpPr/>
            <p:nvPr/>
          </p:nvSpPr>
          <p:spPr>
            <a:xfrm>
              <a:off x="2628725" y="3357625"/>
              <a:ext cx="21700" cy="49525"/>
            </a:xfrm>
            <a:custGeom>
              <a:rect b="b" l="l" r="r" t="t"/>
              <a:pathLst>
                <a:path extrusionOk="0" h="1981" w="868">
                  <a:moveTo>
                    <a:pt x="49" y="1"/>
                  </a:moveTo>
                  <a:cubicBezTo>
                    <a:pt x="23" y="1"/>
                    <a:pt x="0" y="60"/>
                    <a:pt x="0" y="143"/>
                  </a:cubicBezTo>
                  <a:lnTo>
                    <a:pt x="0" y="1911"/>
                  </a:lnTo>
                  <a:cubicBezTo>
                    <a:pt x="0" y="1952"/>
                    <a:pt x="26" y="1980"/>
                    <a:pt x="45" y="1980"/>
                  </a:cubicBezTo>
                  <a:cubicBezTo>
                    <a:pt x="57" y="1980"/>
                    <a:pt x="67" y="1970"/>
                    <a:pt x="67" y="1944"/>
                  </a:cubicBezTo>
                  <a:lnTo>
                    <a:pt x="834" y="610"/>
                  </a:lnTo>
                  <a:cubicBezTo>
                    <a:pt x="867" y="543"/>
                    <a:pt x="867" y="476"/>
                    <a:pt x="834" y="476"/>
                  </a:cubicBezTo>
                  <a:lnTo>
                    <a:pt x="67" y="9"/>
                  </a:lnTo>
                  <a:cubicBezTo>
                    <a:pt x="61" y="3"/>
                    <a:pt x="55" y="1"/>
                    <a:pt x="4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7"/>
            <p:cNvSpPr/>
            <p:nvPr/>
          </p:nvSpPr>
          <p:spPr>
            <a:xfrm>
              <a:off x="2673750" y="3280475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1"/>
                  </a:moveTo>
                  <a:cubicBezTo>
                    <a:pt x="9861" y="1"/>
                    <a:pt x="9787" y="20"/>
                    <a:pt x="9707" y="60"/>
                  </a:cubicBezTo>
                  <a:lnTo>
                    <a:pt x="434" y="5430"/>
                  </a:lnTo>
                  <a:cubicBezTo>
                    <a:pt x="201" y="5597"/>
                    <a:pt x="34" y="5864"/>
                    <a:pt x="0" y="6164"/>
                  </a:cubicBezTo>
                  <a:cubicBezTo>
                    <a:pt x="0" y="6351"/>
                    <a:pt x="99" y="6457"/>
                    <a:pt x="238" y="6457"/>
                  </a:cubicBezTo>
                  <a:cubicBezTo>
                    <a:pt x="298" y="6457"/>
                    <a:pt x="364" y="6438"/>
                    <a:pt x="434" y="6398"/>
                  </a:cubicBezTo>
                  <a:lnTo>
                    <a:pt x="9707" y="1027"/>
                  </a:lnTo>
                  <a:cubicBezTo>
                    <a:pt x="9974" y="860"/>
                    <a:pt x="10141" y="594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7"/>
            <p:cNvSpPr/>
            <p:nvPr/>
          </p:nvSpPr>
          <p:spPr>
            <a:xfrm>
              <a:off x="2628725" y="3431075"/>
              <a:ext cx="21700" cy="49450"/>
            </a:xfrm>
            <a:custGeom>
              <a:rect b="b" l="l" r="r" t="t"/>
              <a:pathLst>
                <a:path extrusionOk="0" h="1978" w="868">
                  <a:moveTo>
                    <a:pt x="53" y="0"/>
                  </a:moveTo>
                  <a:cubicBezTo>
                    <a:pt x="25" y="0"/>
                    <a:pt x="0" y="83"/>
                    <a:pt x="0" y="140"/>
                  </a:cubicBezTo>
                  <a:lnTo>
                    <a:pt x="0" y="1908"/>
                  </a:lnTo>
                  <a:cubicBezTo>
                    <a:pt x="0" y="1949"/>
                    <a:pt x="26" y="1978"/>
                    <a:pt x="45" y="1978"/>
                  </a:cubicBezTo>
                  <a:cubicBezTo>
                    <a:pt x="57" y="1978"/>
                    <a:pt x="67" y="1967"/>
                    <a:pt x="67" y="1941"/>
                  </a:cubicBezTo>
                  <a:lnTo>
                    <a:pt x="834" y="607"/>
                  </a:lnTo>
                  <a:cubicBezTo>
                    <a:pt x="867" y="540"/>
                    <a:pt x="867" y="474"/>
                    <a:pt x="834" y="474"/>
                  </a:cubicBezTo>
                  <a:lnTo>
                    <a:pt x="67" y="7"/>
                  </a:lnTo>
                  <a:cubicBezTo>
                    <a:pt x="62" y="2"/>
                    <a:pt x="58" y="0"/>
                    <a:pt x="5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7"/>
            <p:cNvSpPr/>
            <p:nvPr/>
          </p:nvSpPr>
          <p:spPr>
            <a:xfrm>
              <a:off x="2673750" y="3353875"/>
              <a:ext cx="254375" cy="161400"/>
            </a:xfrm>
            <a:custGeom>
              <a:rect b="b" l="l" r="r" t="t"/>
              <a:pathLst>
                <a:path extrusionOk="0" h="6456" w="10175">
                  <a:moveTo>
                    <a:pt x="9925" y="0"/>
                  </a:moveTo>
                  <a:cubicBezTo>
                    <a:pt x="9861" y="0"/>
                    <a:pt x="9787" y="19"/>
                    <a:pt x="9707" y="59"/>
                  </a:cubicBezTo>
                  <a:lnTo>
                    <a:pt x="434" y="5430"/>
                  </a:lnTo>
                  <a:cubicBezTo>
                    <a:pt x="201" y="5597"/>
                    <a:pt x="34" y="5863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7"/>
            <p:cNvSpPr/>
            <p:nvPr/>
          </p:nvSpPr>
          <p:spPr>
            <a:xfrm>
              <a:off x="2628725" y="3504625"/>
              <a:ext cx="21700" cy="49300"/>
            </a:xfrm>
            <a:custGeom>
              <a:rect b="b" l="l" r="r" t="t"/>
              <a:pathLst>
                <a:path extrusionOk="0" h="1972" w="868">
                  <a:moveTo>
                    <a:pt x="67" y="0"/>
                  </a:moveTo>
                  <a:cubicBezTo>
                    <a:pt x="33" y="0"/>
                    <a:pt x="0" y="67"/>
                    <a:pt x="0" y="134"/>
                  </a:cubicBezTo>
                  <a:lnTo>
                    <a:pt x="0" y="1902"/>
                  </a:lnTo>
                  <a:cubicBezTo>
                    <a:pt x="0" y="1943"/>
                    <a:pt x="26" y="1971"/>
                    <a:pt x="45" y="1971"/>
                  </a:cubicBezTo>
                  <a:cubicBezTo>
                    <a:pt x="57" y="1971"/>
                    <a:pt x="67" y="1960"/>
                    <a:pt x="67" y="1935"/>
                  </a:cubicBezTo>
                  <a:lnTo>
                    <a:pt x="834" y="601"/>
                  </a:lnTo>
                  <a:cubicBezTo>
                    <a:pt x="867" y="567"/>
                    <a:pt x="867" y="501"/>
                    <a:pt x="834" y="467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7"/>
            <p:cNvSpPr/>
            <p:nvPr/>
          </p:nvSpPr>
          <p:spPr>
            <a:xfrm>
              <a:off x="2673750" y="3427250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1"/>
                  </a:moveTo>
                  <a:cubicBezTo>
                    <a:pt x="9861" y="1"/>
                    <a:pt x="9787" y="20"/>
                    <a:pt x="9707" y="60"/>
                  </a:cubicBezTo>
                  <a:lnTo>
                    <a:pt x="434" y="5430"/>
                  </a:lnTo>
                  <a:cubicBezTo>
                    <a:pt x="201" y="5597"/>
                    <a:pt x="34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8"/>
                  </a:cubicBezTo>
                  <a:lnTo>
                    <a:pt x="9707" y="1060"/>
                  </a:lnTo>
                  <a:cubicBezTo>
                    <a:pt x="9974" y="894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7"/>
            <p:cNvSpPr/>
            <p:nvPr/>
          </p:nvSpPr>
          <p:spPr>
            <a:xfrm>
              <a:off x="2628725" y="3577775"/>
              <a:ext cx="21700" cy="49575"/>
            </a:xfrm>
            <a:custGeom>
              <a:rect b="b" l="l" r="r" t="t"/>
              <a:pathLst>
                <a:path extrusionOk="0" h="1983" w="868">
                  <a:moveTo>
                    <a:pt x="49" y="1"/>
                  </a:moveTo>
                  <a:cubicBezTo>
                    <a:pt x="22" y="1"/>
                    <a:pt x="0" y="55"/>
                    <a:pt x="0" y="110"/>
                  </a:cubicBezTo>
                  <a:lnTo>
                    <a:pt x="0" y="1944"/>
                  </a:lnTo>
                  <a:cubicBezTo>
                    <a:pt x="0" y="1964"/>
                    <a:pt x="22" y="1983"/>
                    <a:pt x="41" y="1983"/>
                  </a:cubicBezTo>
                  <a:cubicBezTo>
                    <a:pt x="55" y="1983"/>
                    <a:pt x="67" y="1973"/>
                    <a:pt x="67" y="1944"/>
                  </a:cubicBezTo>
                  <a:lnTo>
                    <a:pt x="834" y="610"/>
                  </a:lnTo>
                  <a:cubicBezTo>
                    <a:pt x="867" y="543"/>
                    <a:pt x="867" y="477"/>
                    <a:pt x="834" y="477"/>
                  </a:cubicBezTo>
                  <a:lnTo>
                    <a:pt x="67" y="10"/>
                  </a:lnTo>
                  <a:cubicBezTo>
                    <a:pt x="61" y="4"/>
                    <a:pt x="55" y="1"/>
                    <a:pt x="4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7"/>
            <p:cNvSpPr/>
            <p:nvPr/>
          </p:nvSpPr>
          <p:spPr>
            <a:xfrm>
              <a:off x="2673750" y="3501475"/>
              <a:ext cx="254375" cy="161150"/>
            </a:xfrm>
            <a:custGeom>
              <a:rect b="b" l="l" r="r" t="t"/>
              <a:pathLst>
                <a:path extrusionOk="0" h="6446" w="10175">
                  <a:moveTo>
                    <a:pt x="9925" y="1"/>
                  </a:moveTo>
                  <a:cubicBezTo>
                    <a:pt x="9861" y="1"/>
                    <a:pt x="9787" y="20"/>
                    <a:pt x="9707" y="59"/>
                  </a:cubicBezTo>
                  <a:lnTo>
                    <a:pt x="434" y="5397"/>
                  </a:lnTo>
                  <a:cubicBezTo>
                    <a:pt x="201" y="5563"/>
                    <a:pt x="34" y="5830"/>
                    <a:pt x="0" y="6164"/>
                  </a:cubicBezTo>
                  <a:cubicBezTo>
                    <a:pt x="0" y="6342"/>
                    <a:pt x="89" y="6446"/>
                    <a:pt x="218" y="6446"/>
                  </a:cubicBezTo>
                  <a:cubicBezTo>
                    <a:pt x="282" y="6446"/>
                    <a:pt x="356" y="6420"/>
                    <a:pt x="434" y="6364"/>
                  </a:cubicBezTo>
                  <a:lnTo>
                    <a:pt x="9707" y="1027"/>
                  </a:lnTo>
                  <a:cubicBezTo>
                    <a:pt x="9974" y="860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7"/>
            <p:cNvSpPr/>
            <p:nvPr/>
          </p:nvSpPr>
          <p:spPr>
            <a:xfrm>
              <a:off x="2628725" y="3650550"/>
              <a:ext cx="21700" cy="49650"/>
            </a:xfrm>
            <a:custGeom>
              <a:rect b="b" l="l" r="r" t="t"/>
              <a:pathLst>
                <a:path extrusionOk="0" h="1986" w="868">
                  <a:moveTo>
                    <a:pt x="67" y="1"/>
                  </a:moveTo>
                  <a:cubicBezTo>
                    <a:pt x="33" y="1"/>
                    <a:pt x="0" y="67"/>
                    <a:pt x="0" y="134"/>
                  </a:cubicBezTo>
                  <a:lnTo>
                    <a:pt x="0" y="1935"/>
                  </a:lnTo>
                  <a:cubicBezTo>
                    <a:pt x="0" y="1969"/>
                    <a:pt x="17" y="1985"/>
                    <a:pt x="33" y="1985"/>
                  </a:cubicBezTo>
                  <a:cubicBezTo>
                    <a:pt x="50" y="1985"/>
                    <a:pt x="67" y="1969"/>
                    <a:pt x="67" y="1935"/>
                  </a:cubicBezTo>
                  <a:lnTo>
                    <a:pt x="834" y="601"/>
                  </a:lnTo>
                  <a:cubicBezTo>
                    <a:pt x="867" y="568"/>
                    <a:pt x="867" y="501"/>
                    <a:pt x="834" y="468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7"/>
            <p:cNvSpPr/>
            <p:nvPr/>
          </p:nvSpPr>
          <p:spPr>
            <a:xfrm>
              <a:off x="2673750" y="3574025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1"/>
                  </a:moveTo>
                  <a:cubicBezTo>
                    <a:pt x="9861" y="1"/>
                    <a:pt x="9787" y="20"/>
                    <a:pt x="9707" y="60"/>
                  </a:cubicBezTo>
                  <a:lnTo>
                    <a:pt x="434" y="5430"/>
                  </a:lnTo>
                  <a:cubicBezTo>
                    <a:pt x="201" y="5564"/>
                    <a:pt x="34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7"/>
            <p:cNvSpPr/>
            <p:nvPr/>
          </p:nvSpPr>
          <p:spPr>
            <a:xfrm>
              <a:off x="2628725" y="3724550"/>
              <a:ext cx="21700" cy="49175"/>
            </a:xfrm>
            <a:custGeom>
              <a:rect b="b" l="l" r="r" t="t"/>
              <a:pathLst>
                <a:path extrusionOk="0" h="1967" w="868">
                  <a:moveTo>
                    <a:pt x="49" y="1"/>
                  </a:moveTo>
                  <a:cubicBezTo>
                    <a:pt x="23" y="1"/>
                    <a:pt x="0" y="61"/>
                    <a:pt x="0" y="143"/>
                  </a:cubicBezTo>
                  <a:lnTo>
                    <a:pt x="0" y="1911"/>
                  </a:lnTo>
                  <a:cubicBezTo>
                    <a:pt x="0" y="1950"/>
                    <a:pt x="23" y="1966"/>
                    <a:pt x="42" y="1966"/>
                  </a:cubicBezTo>
                  <a:cubicBezTo>
                    <a:pt x="55" y="1966"/>
                    <a:pt x="67" y="1958"/>
                    <a:pt x="67" y="1944"/>
                  </a:cubicBezTo>
                  <a:lnTo>
                    <a:pt x="834" y="610"/>
                  </a:lnTo>
                  <a:cubicBezTo>
                    <a:pt x="867" y="543"/>
                    <a:pt x="867" y="477"/>
                    <a:pt x="834" y="477"/>
                  </a:cubicBezTo>
                  <a:lnTo>
                    <a:pt x="67" y="10"/>
                  </a:lnTo>
                  <a:cubicBezTo>
                    <a:pt x="61" y="4"/>
                    <a:pt x="55" y="1"/>
                    <a:pt x="4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7"/>
            <p:cNvSpPr/>
            <p:nvPr/>
          </p:nvSpPr>
          <p:spPr>
            <a:xfrm>
              <a:off x="2673750" y="3647050"/>
              <a:ext cx="254375" cy="161475"/>
            </a:xfrm>
            <a:custGeom>
              <a:rect b="b" l="l" r="r" t="t"/>
              <a:pathLst>
                <a:path extrusionOk="0" h="6459" w="10175">
                  <a:moveTo>
                    <a:pt x="9928" y="0"/>
                  </a:moveTo>
                  <a:cubicBezTo>
                    <a:pt x="9863" y="0"/>
                    <a:pt x="9788" y="23"/>
                    <a:pt x="9707" y="74"/>
                  </a:cubicBezTo>
                  <a:lnTo>
                    <a:pt x="434" y="5411"/>
                  </a:lnTo>
                  <a:cubicBezTo>
                    <a:pt x="201" y="5578"/>
                    <a:pt x="34" y="5845"/>
                    <a:pt x="0" y="6145"/>
                  </a:cubicBezTo>
                  <a:cubicBezTo>
                    <a:pt x="0" y="6347"/>
                    <a:pt x="91" y="6459"/>
                    <a:pt x="222" y="6459"/>
                  </a:cubicBezTo>
                  <a:cubicBezTo>
                    <a:pt x="285" y="6459"/>
                    <a:pt x="358" y="6433"/>
                    <a:pt x="434" y="6379"/>
                  </a:cubicBezTo>
                  <a:lnTo>
                    <a:pt x="9707" y="1041"/>
                  </a:lnTo>
                  <a:cubicBezTo>
                    <a:pt x="9974" y="875"/>
                    <a:pt x="10141" y="608"/>
                    <a:pt x="10174" y="308"/>
                  </a:cubicBezTo>
                  <a:cubicBezTo>
                    <a:pt x="10174" y="122"/>
                    <a:pt x="10077" y="0"/>
                    <a:pt x="992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7"/>
            <p:cNvSpPr/>
            <p:nvPr/>
          </p:nvSpPr>
          <p:spPr>
            <a:xfrm>
              <a:off x="2628725" y="3797950"/>
              <a:ext cx="21700" cy="49025"/>
            </a:xfrm>
            <a:custGeom>
              <a:rect b="b" l="l" r="r" t="t"/>
              <a:pathLst>
                <a:path extrusionOk="0" h="1961" w="868">
                  <a:moveTo>
                    <a:pt x="49" y="0"/>
                  </a:moveTo>
                  <a:cubicBezTo>
                    <a:pt x="22" y="0"/>
                    <a:pt x="0" y="55"/>
                    <a:pt x="0" y="109"/>
                  </a:cubicBezTo>
                  <a:lnTo>
                    <a:pt x="0" y="1910"/>
                  </a:lnTo>
                  <a:cubicBezTo>
                    <a:pt x="0" y="1944"/>
                    <a:pt x="17" y="1960"/>
                    <a:pt x="33" y="1960"/>
                  </a:cubicBezTo>
                  <a:cubicBezTo>
                    <a:pt x="50" y="1960"/>
                    <a:pt x="67" y="1944"/>
                    <a:pt x="67" y="1910"/>
                  </a:cubicBezTo>
                  <a:lnTo>
                    <a:pt x="834" y="609"/>
                  </a:lnTo>
                  <a:cubicBezTo>
                    <a:pt x="867" y="543"/>
                    <a:pt x="867" y="476"/>
                    <a:pt x="834" y="476"/>
                  </a:cubicBezTo>
                  <a:lnTo>
                    <a:pt x="67" y="9"/>
                  </a:lnTo>
                  <a:cubicBezTo>
                    <a:pt x="61" y="3"/>
                    <a:pt x="55" y="0"/>
                    <a:pt x="4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7"/>
            <p:cNvSpPr/>
            <p:nvPr/>
          </p:nvSpPr>
          <p:spPr>
            <a:xfrm>
              <a:off x="2673750" y="3720800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1"/>
                  </a:moveTo>
                  <a:cubicBezTo>
                    <a:pt x="9861" y="1"/>
                    <a:pt x="9787" y="20"/>
                    <a:pt x="9707" y="59"/>
                  </a:cubicBezTo>
                  <a:lnTo>
                    <a:pt x="434" y="5397"/>
                  </a:lnTo>
                  <a:cubicBezTo>
                    <a:pt x="201" y="5563"/>
                    <a:pt x="34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7"/>
            <p:cNvSpPr/>
            <p:nvPr/>
          </p:nvSpPr>
          <p:spPr>
            <a:xfrm>
              <a:off x="2628725" y="3871550"/>
              <a:ext cx="21700" cy="48800"/>
            </a:xfrm>
            <a:custGeom>
              <a:rect b="b" l="l" r="r" t="t"/>
              <a:pathLst>
                <a:path extrusionOk="0" h="1952" w="868">
                  <a:moveTo>
                    <a:pt x="67" y="0"/>
                  </a:moveTo>
                  <a:cubicBezTo>
                    <a:pt x="33" y="0"/>
                    <a:pt x="0" y="67"/>
                    <a:pt x="0" y="134"/>
                  </a:cubicBezTo>
                  <a:lnTo>
                    <a:pt x="0" y="1902"/>
                  </a:lnTo>
                  <a:cubicBezTo>
                    <a:pt x="0" y="1935"/>
                    <a:pt x="17" y="1952"/>
                    <a:pt x="33" y="1952"/>
                  </a:cubicBezTo>
                  <a:cubicBezTo>
                    <a:pt x="50" y="1952"/>
                    <a:pt x="67" y="1935"/>
                    <a:pt x="67" y="1902"/>
                  </a:cubicBezTo>
                  <a:lnTo>
                    <a:pt x="834" y="601"/>
                  </a:lnTo>
                  <a:cubicBezTo>
                    <a:pt x="867" y="567"/>
                    <a:pt x="867" y="501"/>
                    <a:pt x="834" y="467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7"/>
            <p:cNvSpPr/>
            <p:nvPr/>
          </p:nvSpPr>
          <p:spPr>
            <a:xfrm>
              <a:off x="3136575" y="1656475"/>
              <a:ext cx="783925" cy="662800"/>
            </a:xfrm>
            <a:custGeom>
              <a:rect b="b" l="l" r="r" t="t"/>
              <a:pathLst>
                <a:path extrusionOk="0" h="26512" w="31357">
                  <a:moveTo>
                    <a:pt x="31106" y="1"/>
                  </a:moveTo>
                  <a:cubicBezTo>
                    <a:pt x="31042" y="1"/>
                    <a:pt x="30969" y="24"/>
                    <a:pt x="30889" y="73"/>
                  </a:cubicBezTo>
                  <a:lnTo>
                    <a:pt x="468" y="17653"/>
                  </a:lnTo>
                  <a:cubicBezTo>
                    <a:pt x="201" y="17819"/>
                    <a:pt x="34" y="18086"/>
                    <a:pt x="1" y="18420"/>
                  </a:cubicBezTo>
                  <a:lnTo>
                    <a:pt x="1" y="26192"/>
                  </a:lnTo>
                  <a:cubicBezTo>
                    <a:pt x="1" y="26387"/>
                    <a:pt x="108" y="26511"/>
                    <a:pt x="270" y="26511"/>
                  </a:cubicBezTo>
                  <a:cubicBezTo>
                    <a:pt x="329" y="26511"/>
                    <a:pt x="396" y="26495"/>
                    <a:pt x="468" y="26459"/>
                  </a:cubicBezTo>
                  <a:lnTo>
                    <a:pt x="30889" y="8880"/>
                  </a:lnTo>
                  <a:cubicBezTo>
                    <a:pt x="31156" y="8713"/>
                    <a:pt x="31323" y="8413"/>
                    <a:pt x="31356" y="8079"/>
                  </a:cubicBezTo>
                  <a:lnTo>
                    <a:pt x="31356" y="340"/>
                  </a:lnTo>
                  <a:cubicBezTo>
                    <a:pt x="31356" y="129"/>
                    <a:pt x="31258" y="1"/>
                    <a:pt x="31106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7"/>
            <p:cNvSpPr/>
            <p:nvPr/>
          </p:nvSpPr>
          <p:spPr>
            <a:xfrm>
              <a:off x="3212475" y="2151975"/>
              <a:ext cx="10850" cy="29575"/>
            </a:xfrm>
            <a:custGeom>
              <a:rect b="b" l="l" r="r" t="t"/>
              <a:pathLst>
                <a:path extrusionOk="0" h="1183" w="434">
                  <a:moveTo>
                    <a:pt x="434" y="1"/>
                  </a:moveTo>
                  <a:lnTo>
                    <a:pt x="0" y="234"/>
                  </a:lnTo>
                  <a:lnTo>
                    <a:pt x="0" y="268"/>
                  </a:lnTo>
                  <a:cubicBezTo>
                    <a:pt x="0" y="268"/>
                    <a:pt x="0" y="301"/>
                    <a:pt x="0" y="301"/>
                  </a:cubicBezTo>
                  <a:lnTo>
                    <a:pt x="0" y="434"/>
                  </a:lnTo>
                  <a:lnTo>
                    <a:pt x="0" y="468"/>
                  </a:lnTo>
                  <a:lnTo>
                    <a:pt x="267" y="301"/>
                  </a:lnTo>
                  <a:lnTo>
                    <a:pt x="67" y="1135"/>
                  </a:lnTo>
                  <a:cubicBezTo>
                    <a:pt x="67" y="1159"/>
                    <a:pt x="83" y="1182"/>
                    <a:pt x="93" y="1182"/>
                  </a:cubicBezTo>
                  <a:cubicBezTo>
                    <a:pt x="97" y="1182"/>
                    <a:pt x="100" y="1178"/>
                    <a:pt x="100" y="1168"/>
                  </a:cubicBezTo>
                  <a:lnTo>
                    <a:pt x="234" y="1102"/>
                  </a:lnTo>
                  <a:cubicBezTo>
                    <a:pt x="234" y="1068"/>
                    <a:pt x="234" y="1068"/>
                    <a:pt x="234" y="1068"/>
                  </a:cubicBezTo>
                  <a:lnTo>
                    <a:pt x="434" y="234"/>
                  </a:lnTo>
                  <a:cubicBezTo>
                    <a:pt x="434" y="201"/>
                    <a:pt x="434" y="168"/>
                    <a:pt x="434" y="13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7"/>
            <p:cNvSpPr/>
            <p:nvPr/>
          </p:nvSpPr>
          <p:spPr>
            <a:xfrm>
              <a:off x="3226650" y="2144475"/>
              <a:ext cx="13350" cy="27550"/>
            </a:xfrm>
            <a:custGeom>
              <a:rect b="b" l="l" r="r" t="t"/>
              <a:pathLst>
                <a:path extrusionOk="0" h="1102" w="534">
                  <a:moveTo>
                    <a:pt x="367" y="267"/>
                  </a:moveTo>
                  <a:cubicBezTo>
                    <a:pt x="367" y="301"/>
                    <a:pt x="367" y="301"/>
                    <a:pt x="367" y="334"/>
                  </a:cubicBezTo>
                  <a:cubicBezTo>
                    <a:pt x="367" y="334"/>
                    <a:pt x="367" y="368"/>
                    <a:pt x="367" y="401"/>
                  </a:cubicBezTo>
                  <a:lnTo>
                    <a:pt x="367" y="634"/>
                  </a:lnTo>
                  <a:lnTo>
                    <a:pt x="334" y="634"/>
                  </a:lnTo>
                  <a:cubicBezTo>
                    <a:pt x="367" y="634"/>
                    <a:pt x="367" y="668"/>
                    <a:pt x="367" y="701"/>
                  </a:cubicBezTo>
                  <a:cubicBezTo>
                    <a:pt x="367" y="701"/>
                    <a:pt x="367" y="734"/>
                    <a:pt x="367" y="768"/>
                  </a:cubicBezTo>
                  <a:cubicBezTo>
                    <a:pt x="367" y="768"/>
                    <a:pt x="367" y="801"/>
                    <a:pt x="334" y="801"/>
                  </a:cubicBezTo>
                  <a:cubicBezTo>
                    <a:pt x="334" y="835"/>
                    <a:pt x="300" y="835"/>
                    <a:pt x="300" y="835"/>
                  </a:cubicBezTo>
                  <a:cubicBezTo>
                    <a:pt x="284" y="851"/>
                    <a:pt x="275" y="860"/>
                    <a:pt x="267" y="860"/>
                  </a:cubicBezTo>
                  <a:cubicBezTo>
                    <a:pt x="259" y="860"/>
                    <a:pt x="250" y="851"/>
                    <a:pt x="234" y="835"/>
                  </a:cubicBezTo>
                  <a:cubicBezTo>
                    <a:pt x="200" y="835"/>
                    <a:pt x="200" y="835"/>
                    <a:pt x="234" y="801"/>
                  </a:cubicBezTo>
                  <a:lnTo>
                    <a:pt x="234" y="734"/>
                  </a:lnTo>
                  <a:lnTo>
                    <a:pt x="234" y="501"/>
                  </a:lnTo>
                  <a:lnTo>
                    <a:pt x="234" y="434"/>
                  </a:lnTo>
                  <a:cubicBezTo>
                    <a:pt x="200" y="401"/>
                    <a:pt x="200" y="401"/>
                    <a:pt x="234" y="368"/>
                  </a:cubicBezTo>
                  <a:cubicBezTo>
                    <a:pt x="234" y="368"/>
                    <a:pt x="234" y="334"/>
                    <a:pt x="234" y="334"/>
                  </a:cubicBezTo>
                  <a:cubicBezTo>
                    <a:pt x="267" y="301"/>
                    <a:pt x="267" y="301"/>
                    <a:pt x="300" y="267"/>
                  </a:cubicBezTo>
                  <a:close/>
                  <a:moveTo>
                    <a:pt x="400" y="1"/>
                  </a:moveTo>
                  <a:cubicBezTo>
                    <a:pt x="334" y="1"/>
                    <a:pt x="300" y="34"/>
                    <a:pt x="267" y="67"/>
                  </a:cubicBezTo>
                  <a:cubicBezTo>
                    <a:pt x="234" y="67"/>
                    <a:pt x="167" y="101"/>
                    <a:pt x="134" y="167"/>
                  </a:cubicBezTo>
                  <a:cubicBezTo>
                    <a:pt x="100" y="201"/>
                    <a:pt x="100" y="234"/>
                    <a:pt x="67" y="267"/>
                  </a:cubicBezTo>
                  <a:cubicBezTo>
                    <a:pt x="34" y="334"/>
                    <a:pt x="34" y="368"/>
                    <a:pt x="34" y="434"/>
                  </a:cubicBezTo>
                  <a:cubicBezTo>
                    <a:pt x="0" y="501"/>
                    <a:pt x="0" y="534"/>
                    <a:pt x="34" y="601"/>
                  </a:cubicBezTo>
                  <a:lnTo>
                    <a:pt x="34" y="835"/>
                  </a:lnTo>
                  <a:cubicBezTo>
                    <a:pt x="0" y="901"/>
                    <a:pt x="0" y="935"/>
                    <a:pt x="34" y="968"/>
                  </a:cubicBezTo>
                  <a:cubicBezTo>
                    <a:pt x="34" y="1001"/>
                    <a:pt x="34" y="1035"/>
                    <a:pt x="67" y="1068"/>
                  </a:cubicBezTo>
                  <a:cubicBezTo>
                    <a:pt x="100" y="1101"/>
                    <a:pt x="100" y="1101"/>
                    <a:pt x="134" y="1101"/>
                  </a:cubicBezTo>
                  <a:cubicBezTo>
                    <a:pt x="200" y="1101"/>
                    <a:pt x="234" y="1101"/>
                    <a:pt x="267" y="1068"/>
                  </a:cubicBezTo>
                  <a:cubicBezTo>
                    <a:pt x="300" y="1035"/>
                    <a:pt x="367" y="1001"/>
                    <a:pt x="400" y="968"/>
                  </a:cubicBezTo>
                  <a:cubicBezTo>
                    <a:pt x="434" y="935"/>
                    <a:pt x="434" y="901"/>
                    <a:pt x="467" y="835"/>
                  </a:cubicBezTo>
                  <a:cubicBezTo>
                    <a:pt x="501" y="801"/>
                    <a:pt x="501" y="734"/>
                    <a:pt x="534" y="701"/>
                  </a:cubicBezTo>
                  <a:cubicBezTo>
                    <a:pt x="534" y="634"/>
                    <a:pt x="534" y="601"/>
                    <a:pt x="534" y="534"/>
                  </a:cubicBezTo>
                  <a:lnTo>
                    <a:pt x="534" y="267"/>
                  </a:lnTo>
                  <a:cubicBezTo>
                    <a:pt x="534" y="234"/>
                    <a:pt x="534" y="201"/>
                    <a:pt x="534" y="134"/>
                  </a:cubicBezTo>
                  <a:cubicBezTo>
                    <a:pt x="501" y="101"/>
                    <a:pt x="501" y="67"/>
                    <a:pt x="467" y="34"/>
                  </a:cubicBezTo>
                  <a:cubicBezTo>
                    <a:pt x="434" y="34"/>
                    <a:pt x="434" y="1"/>
                    <a:pt x="4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7"/>
            <p:cNvSpPr/>
            <p:nvPr/>
          </p:nvSpPr>
          <p:spPr>
            <a:xfrm>
              <a:off x="3241650" y="2131975"/>
              <a:ext cx="17550" cy="32550"/>
            </a:xfrm>
            <a:custGeom>
              <a:rect b="b" l="l" r="r" t="t"/>
              <a:pathLst>
                <a:path extrusionOk="0" h="1302" w="702">
                  <a:moveTo>
                    <a:pt x="167" y="401"/>
                  </a:moveTo>
                  <a:cubicBezTo>
                    <a:pt x="167" y="434"/>
                    <a:pt x="167" y="434"/>
                    <a:pt x="167" y="467"/>
                  </a:cubicBezTo>
                  <a:lnTo>
                    <a:pt x="167" y="534"/>
                  </a:lnTo>
                  <a:cubicBezTo>
                    <a:pt x="167" y="567"/>
                    <a:pt x="167" y="601"/>
                    <a:pt x="167" y="601"/>
                  </a:cubicBezTo>
                  <a:cubicBezTo>
                    <a:pt x="167" y="634"/>
                    <a:pt x="134" y="634"/>
                    <a:pt x="134" y="634"/>
                  </a:cubicBezTo>
                  <a:lnTo>
                    <a:pt x="101" y="634"/>
                  </a:lnTo>
                  <a:cubicBezTo>
                    <a:pt x="101" y="634"/>
                    <a:pt x="101" y="601"/>
                    <a:pt x="101" y="601"/>
                  </a:cubicBezTo>
                  <a:cubicBezTo>
                    <a:pt x="101" y="567"/>
                    <a:pt x="101" y="534"/>
                    <a:pt x="101" y="501"/>
                  </a:cubicBezTo>
                  <a:cubicBezTo>
                    <a:pt x="101" y="467"/>
                    <a:pt x="101" y="467"/>
                    <a:pt x="101" y="434"/>
                  </a:cubicBezTo>
                  <a:cubicBezTo>
                    <a:pt x="101" y="434"/>
                    <a:pt x="101" y="401"/>
                    <a:pt x="134" y="401"/>
                  </a:cubicBezTo>
                  <a:close/>
                  <a:moveTo>
                    <a:pt x="167" y="267"/>
                  </a:moveTo>
                  <a:cubicBezTo>
                    <a:pt x="134" y="267"/>
                    <a:pt x="101" y="300"/>
                    <a:pt x="101" y="334"/>
                  </a:cubicBezTo>
                  <a:cubicBezTo>
                    <a:pt x="67" y="334"/>
                    <a:pt x="67" y="367"/>
                    <a:pt x="34" y="401"/>
                  </a:cubicBezTo>
                  <a:cubicBezTo>
                    <a:pt x="34" y="401"/>
                    <a:pt x="34" y="434"/>
                    <a:pt x="34" y="467"/>
                  </a:cubicBezTo>
                  <a:cubicBezTo>
                    <a:pt x="34" y="501"/>
                    <a:pt x="34" y="534"/>
                    <a:pt x="34" y="567"/>
                  </a:cubicBezTo>
                  <a:lnTo>
                    <a:pt x="34" y="667"/>
                  </a:lnTo>
                  <a:cubicBezTo>
                    <a:pt x="1" y="667"/>
                    <a:pt x="1" y="701"/>
                    <a:pt x="34" y="734"/>
                  </a:cubicBezTo>
                  <a:cubicBezTo>
                    <a:pt x="34" y="767"/>
                    <a:pt x="34" y="767"/>
                    <a:pt x="34" y="767"/>
                  </a:cubicBezTo>
                  <a:cubicBezTo>
                    <a:pt x="51" y="784"/>
                    <a:pt x="59" y="792"/>
                    <a:pt x="67" y="792"/>
                  </a:cubicBezTo>
                  <a:cubicBezTo>
                    <a:pt x="76" y="792"/>
                    <a:pt x="84" y="784"/>
                    <a:pt x="101" y="767"/>
                  </a:cubicBezTo>
                  <a:cubicBezTo>
                    <a:pt x="101" y="784"/>
                    <a:pt x="109" y="792"/>
                    <a:pt x="122" y="792"/>
                  </a:cubicBezTo>
                  <a:cubicBezTo>
                    <a:pt x="134" y="792"/>
                    <a:pt x="151" y="784"/>
                    <a:pt x="167" y="767"/>
                  </a:cubicBezTo>
                  <a:cubicBezTo>
                    <a:pt x="167" y="767"/>
                    <a:pt x="201" y="734"/>
                    <a:pt x="234" y="734"/>
                  </a:cubicBezTo>
                  <a:cubicBezTo>
                    <a:pt x="234" y="701"/>
                    <a:pt x="234" y="667"/>
                    <a:pt x="267" y="667"/>
                  </a:cubicBezTo>
                  <a:cubicBezTo>
                    <a:pt x="267" y="634"/>
                    <a:pt x="267" y="601"/>
                    <a:pt x="301" y="567"/>
                  </a:cubicBezTo>
                  <a:cubicBezTo>
                    <a:pt x="301" y="567"/>
                    <a:pt x="301" y="534"/>
                    <a:pt x="301" y="501"/>
                  </a:cubicBezTo>
                  <a:lnTo>
                    <a:pt x="301" y="401"/>
                  </a:lnTo>
                  <a:cubicBezTo>
                    <a:pt x="301" y="367"/>
                    <a:pt x="301" y="334"/>
                    <a:pt x="301" y="334"/>
                  </a:cubicBezTo>
                  <a:lnTo>
                    <a:pt x="267" y="267"/>
                  </a:lnTo>
                  <a:close/>
                  <a:moveTo>
                    <a:pt x="601" y="667"/>
                  </a:moveTo>
                  <a:cubicBezTo>
                    <a:pt x="601" y="667"/>
                    <a:pt x="601" y="701"/>
                    <a:pt x="601" y="701"/>
                  </a:cubicBezTo>
                  <a:lnTo>
                    <a:pt x="601" y="801"/>
                  </a:lnTo>
                  <a:cubicBezTo>
                    <a:pt x="601" y="801"/>
                    <a:pt x="601" y="834"/>
                    <a:pt x="601" y="868"/>
                  </a:cubicBezTo>
                  <a:cubicBezTo>
                    <a:pt x="568" y="901"/>
                    <a:pt x="601" y="901"/>
                    <a:pt x="568" y="901"/>
                  </a:cubicBezTo>
                  <a:lnTo>
                    <a:pt x="534" y="901"/>
                  </a:lnTo>
                  <a:cubicBezTo>
                    <a:pt x="534" y="868"/>
                    <a:pt x="534" y="868"/>
                    <a:pt x="534" y="834"/>
                  </a:cubicBezTo>
                  <a:cubicBezTo>
                    <a:pt x="534" y="801"/>
                    <a:pt x="534" y="767"/>
                    <a:pt x="534" y="734"/>
                  </a:cubicBezTo>
                  <a:cubicBezTo>
                    <a:pt x="534" y="734"/>
                    <a:pt x="534" y="701"/>
                    <a:pt x="534" y="701"/>
                  </a:cubicBezTo>
                  <a:cubicBezTo>
                    <a:pt x="534" y="667"/>
                    <a:pt x="534" y="667"/>
                    <a:pt x="568" y="667"/>
                  </a:cubicBezTo>
                  <a:close/>
                  <a:moveTo>
                    <a:pt x="568" y="501"/>
                  </a:moveTo>
                  <a:cubicBezTo>
                    <a:pt x="534" y="501"/>
                    <a:pt x="534" y="534"/>
                    <a:pt x="501" y="567"/>
                  </a:cubicBezTo>
                  <a:cubicBezTo>
                    <a:pt x="501" y="567"/>
                    <a:pt x="468" y="601"/>
                    <a:pt x="468" y="634"/>
                  </a:cubicBezTo>
                  <a:cubicBezTo>
                    <a:pt x="468" y="667"/>
                    <a:pt x="434" y="701"/>
                    <a:pt x="434" y="701"/>
                  </a:cubicBezTo>
                  <a:cubicBezTo>
                    <a:pt x="434" y="734"/>
                    <a:pt x="434" y="767"/>
                    <a:pt x="434" y="801"/>
                  </a:cubicBezTo>
                  <a:lnTo>
                    <a:pt x="434" y="901"/>
                  </a:lnTo>
                  <a:cubicBezTo>
                    <a:pt x="434" y="934"/>
                    <a:pt x="434" y="968"/>
                    <a:pt x="434" y="968"/>
                  </a:cubicBezTo>
                  <a:cubicBezTo>
                    <a:pt x="434" y="1001"/>
                    <a:pt x="468" y="1001"/>
                    <a:pt x="468" y="1034"/>
                  </a:cubicBezTo>
                  <a:lnTo>
                    <a:pt x="568" y="1034"/>
                  </a:lnTo>
                  <a:cubicBezTo>
                    <a:pt x="601" y="1001"/>
                    <a:pt x="634" y="1001"/>
                    <a:pt x="634" y="968"/>
                  </a:cubicBezTo>
                  <a:cubicBezTo>
                    <a:pt x="668" y="968"/>
                    <a:pt x="668" y="934"/>
                    <a:pt x="701" y="901"/>
                  </a:cubicBezTo>
                  <a:cubicBezTo>
                    <a:pt x="701" y="868"/>
                    <a:pt x="701" y="868"/>
                    <a:pt x="701" y="834"/>
                  </a:cubicBezTo>
                  <a:cubicBezTo>
                    <a:pt x="701" y="801"/>
                    <a:pt x="701" y="767"/>
                    <a:pt x="701" y="734"/>
                  </a:cubicBezTo>
                  <a:lnTo>
                    <a:pt x="701" y="634"/>
                  </a:lnTo>
                  <a:lnTo>
                    <a:pt x="701" y="567"/>
                  </a:lnTo>
                  <a:cubicBezTo>
                    <a:pt x="701" y="534"/>
                    <a:pt x="668" y="501"/>
                    <a:pt x="668" y="501"/>
                  </a:cubicBezTo>
                  <a:close/>
                  <a:moveTo>
                    <a:pt x="601" y="0"/>
                  </a:moveTo>
                  <a:lnTo>
                    <a:pt x="534" y="67"/>
                  </a:lnTo>
                  <a:lnTo>
                    <a:pt x="534" y="100"/>
                  </a:lnTo>
                  <a:lnTo>
                    <a:pt x="67" y="1301"/>
                  </a:lnTo>
                  <a:lnTo>
                    <a:pt x="67" y="1301"/>
                  </a:lnTo>
                  <a:lnTo>
                    <a:pt x="134" y="1234"/>
                  </a:lnTo>
                  <a:lnTo>
                    <a:pt x="167" y="1234"/>
                  </a:lnTo>
                  <a:lnTo>
                    <a:pt x="167" y="1201"/>
                  </a:lnTo>
                  <a:lnTo>
                    <a:pt x="601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7"/>
            <p:cNvSpPr/>
            <p:nvPr/>
          </p:nvSpPr>
          <p:spPr>
            <a:xfrm>
              <a:off x="3188275" y="2109450"/>
              <a:ext cx="25875" cy="48400"/>
            </a:xfrm>
            <a:custGeom>
              <a:rect b="b" l="l" r="r" t="t"/>
              <a:pathLst>
                <a:path extrusionOk="0" h="1936" w="1035">
                  <a:moveTo>
                    <a:pt x="735" y="1"/>
                  </a:moveTo>
                  <a:cubicBezTo>
                    <a:pt x="368" y="601"/>
                    <a:pt x="134" y="1235"/>
                    <a:pt x="1" y="1935"/>
                  </a:cubicBezTo>
                  <a:lnTo>
                    <a:pt x="501" y="1902"/>
                  </a:lnTo>
                  <a:cubicBezTo>
                    <a:pt x="601" y="1402"/>
                    <a:pt x="768" y="901"/>
                    <a:pt x="1035" y="468"/>
                  </a:cubicBezTo>
                  <a:lnTo>
                    <a:pt x="735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7"/>
            <p:cNvSpPr/>
            <p:nvPr/>
          </p:nvSpPr>
          <p:spPr>
            <a:xfrm>
              <a:off x="3206625" y="2077775"/>
              <a:ext cx="29225" cy="43375"/>
            </a:xfrm>
            <a:custGeom>
              <a:rect b="b" l="l" r="r" t="t"/>
              <a:pathLst>
                <a:path extrusionOk="0" h="1735" w="1169">
                  <a:moveTo>
                    <a:pt x="1168" y="0"/>
                  </a:moveTo>
                  <a:cubicBezTo>
                    <a:pt x="668" y="300"/>
                    <a:pt x="267" y="734"/>
                    <a:pt x="1" y="1234"/>
                  </a:cubicBezTo>
                  <a:lnTo>
                    <a:pt x="301" y="1735"/>
                  </a:lnTo>
                  <a:cubicBezTo>
                    <a:pt x="501" y="1334"/>
                    <a:pt x="801" y="1034"/>
                    <a:pt x="1168" y="801"/>
                  </a:cubicBezTo>
                  <a:lnTo>
                    <a:pt x="116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7"/>
            <p:cNvSpPr/>
            <p:nvPr/>
          </p:nvSpPr>
          <p:spPr>
            <a:xfrm>
              <a:off x="3185775" y="2156975"/>
              <a:ext cx="15050" cy="48400"/>
            </a:xfrm>
            <a:custGeom>
              <a:rect b="b" l="l" r="r" t="t"/>
              <a:pathLst>
                <a:path extrusionOk="0" h="1936" w="602">
                  <a:moveTo>
                    <a:pt x="601" y="1"/>
                  </a:moveTo>
                  <a:lnTo>
                    <a:pt x="101" y="34"/>
                  </a:lnTo>
                  <a:cubicBezTo>
                    <a:pt x="34" y="368"/>
                    <a:pt x="1" y="701"/>
                    <a:pt x="1" y="1035"/>
                  </a:cubicBezTo>
                  <a:cubicBezTo>
                    <a:pt x="1" y="1335"/>
                    <a:pt x="34" y="1635"/>
                    <a:pt x="101" y="1936"/>
                  </a:cubicBezTo>
                  <a:lnTo>
                    <a:pt x="601" y="1402"/>
                  </a:lnTo>
                  <a:cubicBezTo>
                    <a:pt x="568" y="1168"/>
                    <a:pt x="534" y="968"/>
                    <a:pt x="534" y="735"/>
                  </a:cubicBezTo>
                  <a:cubicBezTo>
                    <a:pt x="534" y="501"/>
                    <a:pt x="568" y="234"/>
                    <a:pt x="6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7"/>
            <p:cNvSpPr/>
            <p:nvPr/>
          </p:nvSpPr>
          <p:spPr>
            <a:xfrm>
              <a:off x="3188275" y="2072650"/>
              <a:ext cx="97600" cy="162850"/>
            </a:xfrm>
            <a:custGeom>
              <a:rect b="b" l="l" r="r" t="t"/>
              <a:pathLst>
                <a:path extrusionOk="0" h="6514" w="3904">
                  <a:moveTo>
                    <a:pt x="2576" y="1"/>
                  </a:moveTo>
                  <a:cubicBezTo>
                    <a:pt x="2337" y="1"/>
                    <a:pt x="2097" y="69"/>
                    <a:pt x="1902" y="205"/>
                  </a:cubicBezTo>
                  <a:lnTo>
                    <a:pt x="1902" y="1006"/>
                  </a:lnTo>
                  <a:cubicBezTo>
                    <a:pt x="2058" y="908"/>
                    <a:pt x="2236" y="857"/>
                    <a:pt x="2410" y="857"/>
                  </a:cubicBezTo>
                  <a:cubicBezTo>
                    <a:pt x="2535" y="857"/>
                    <a:pt x="2658" y="883"/>
                    <a:pt x="2769" y="939"/>
                  </a:cubicBezTo>
                  <a:cubicBezTo>
                    <a:pt x="3036" y="1139"/>
                    <a:pt x="3236" y="1439"/>
                    <a:pt x="3303" y="1773"/>
                  </a:cubicBezTo>
                  <a:cubicBezTo>
                    <a:pt x="3336" y="1973"/>
                    <a:pt x="3370" y="2206"/>
                    <a:pt x="3370" y="2440"/>
                  </a:cubicBezTo>
                  <a:cubicBezTo>
                    <a:pt x="3370" y="2673"/>
                    <a:pt x="3336" y="2907"/>
                    <a:pt x="3303" y="3174"/>
                  </a:cubicBezTo>
                  <a:cubicBezTo>
                    <a:pt x="3203" y="3674"/>
                    <a:pt x="3036" y="4141"/>
                    <a:pt x="2769" y="4608"/>
                  </a:cubicBezTo>
                  <a:cubicBezTo>
                    <a:pt x="2569" y="4975"/>
                    <a:pt x="2269" y="5309"/>
                    <a:pt x="1902" y="5542"/>
                  </a:cubicBezTo>
                  <a:cubicBezTo>
                    <a:pt x="1747" y="5639"/>
                    <a:pt x="1569" y="5691"/>
                    <a:pt x="1394" y="5691"/>
                  </a:cubicBezTo>
                  <a:cubicBezTo>
                    <a:pt x="1269" y="5691"/>
                    <a:pt x="1146" y="5665"/>
                    <a:pt x="1035" y="5609"/>
                  </a:cubicBezTo>
                  <a:cubicBezTo>
                    <a:pt x="735" y="5409"/>
                    <a:pt x="568" y="5109"/>
                    <a:pt x="501" y="4775"/>
                  </a:cubicBezTo>
                  <a:lnTo>
                    <a:pt x="1" y="5309"/>
                  </a:lnTo>
                  <a:cubicBezTo>
                    <a:pt x="101" y="5742"/>
                    <a:pt x="334" y="6143"/>
                    <a:pt x="735" y="6409"/>
                  </a:cubicBezTo>
                  <a:cubicBezTo>
                    <a:pt x="887" y="6479"/>
                    <a:pt x="1058" y="6514"/>
                    <a:pt x="1228" y="6514"/>
                  </a:cubicBezTo>
                  <a:cubicBezTo>
                    <a:pt x="1468" y="6514"/>
                    <a:pt x="1708" y="6446"/>
                    <a:pt x="1902" y="6309"/>
                  </a:cubicBezTo>
                  <a:cubicBezTo>
                    <a:pt x="2402" y="6009"/>
                    <a:pt x="2803" y="5576"/>
                    <a:pt x="3070" y="5075"/>
                  </a:cubicBezTo>
                  <a:cubicBezTo>
                    <a:pt x="3403" y="4475"/>
                    <a:pt x="3670" y="3808"/>
                    <a:pt x="3803" y="3140"/>
                  </a:cubicBezTo>
                  <a:cubicBezTo>
                    <a:pt x="3870" y="2807"/>
                    <a:pt x="3870" y="2440"/>
                    <a:pt x="3904" y="2106"/>
                  </a:cubicBezTo>
                  <a:cubicBezTo>
                    <a:pt x="3904" y="1806"/>
                    <a:pt x="3870" y="1506"/>
                    <a:pt x="3803" y="1239"/>
                  </a:cubicBezTo>
                  <a:cubicBezTo>
                    <a:pt x="3703" y="772"/>
                    <a:pt x="3470" y="372"/>
                    <a:pt x="3070" y="105"/>
                  </a:cubicBezTo>
                  <a:cubicBezTo>
                    <a:pt x="2917" y="35"/>
                    <a:pt x="2746" y="1"/>
                    <a:pt x="257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7"/>
            <p:cNvSpPr/>
            <p:nvPr/>
          </p:nvSpPr>
          <p:spPr>
            <a:xfrm>
              <a:off x="3348400" y="1913300"/>
              <a:ext cx="254375" cy="160950"/>
            </a:xfrm>
            <a:custGeom>
              <a:rect b="b" l="l" r="r" t="t"/>
              <a:pathLst>
                <a:path extrusionOk="0" h="6438" w="10175">
                  <a:moveTo>
                    <a:pt x="9928" y="1"/>
                  </a:moveTo>
                  <a:cubicBezTo>
                    <a:pt x="9863" y="1"/>
                    <a:pt x="9788" y="24"/>
                    <a:pt x="9707" y="74"/>
                  </a:cubicBezTo>
                  <a:lnTo>
                    <a:pt x="467" y="5412"/>
                  </a:lnTo>
                  <a:cubicBezTo>
                    <a:pt x="200" y="5578"/>
                    <a:pt x="34" y="5845"/>
                    <a:pt x="0" y="6145"/>
                  </a:cubicBezTo>
                  <a:cubicBezTo>
                    <a:pt x="0" y="6333"/>
                    <a:pt x="99" y="6438"/>
                    <a:pt x="250" y="6438"/>
                  </a:cubicBezTo>
                  <a:cubicBezTo>
                    <a:pt x="314" y="6438"/>
                    <a:pt x="388" y="6419"/>
                    <a:pt x="467" y="6379"/>
                  </a:cubicBezTo>
                  <a:lnTo>
                    <a:pt x="9707" y="1042"/>
                  </a:lnTo>
                  <a:cubicBezTo>
                    <a:pt x="9974" y="875"/>
                    <a:pt x="10141" y="608"/>
                    <a:pt x="10174" y="308"/>
                  </a:cubicBezTo>
                  <a:cubicBezTo>
                    <a:pt x="10174" y="122"/>
                    <a:pt x="10077" y="1"/>
                    <a:pt x="992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7"/>
            <p:cNvSpPr/>
            <p:nvPr/>
          </p:nvSpPr>
          <p:spPr>
            <a:xfrm>
              <a:off x="3348400" y="1864775"/>
              <a:ext cx="423650" cy="259250"/>
            </a:xfrm>
            <a:custGeom>
              <a:rect b="b" l="l" r="r" t="t"/>
              <a:pathLst>
                <a:path extrusionOk="0" h="10370" w="16946">
                  <a:moveTo>
                    <a:pt x="16714" y="0"/>
                  </a:moveTo>
                  <a:cubicBezTo>
                    <a:pt x="16646" y="0"/>
                    <a:pt x="16566" y="26"/>
                    <a:pt x="16479" y="81"/>
                  </a:cubicBezTo>
                  <a:lnTo>
                    <a:pt x="467" y="9321"/>
                  </a:lnTo>
                  <a:cubicBezTo>
                    <a:pt x="200" y="9487"/>
                    <a:pt x="34" y="9754"/>
                    <a:pt x="0" y="10088"/>
                  </a:cubicBezTo>
                  <a:cubicBezTo>
                    <a:pt x="0" y="10266"/>
                    <a:pt x="89" y="10369"/>
                    <a:pt x="228" y="10369"/>
                  </a:cubicBezTo>
                  <a:cubicBezTo>
                    <a:pt x="297" y="10369"/>
                    <a:pt x="378" y="10344"/>
                    <a:pt x="467" y="10288"/>
                  </a:cubicBezTo>
                  <a:lnTo>
                    <a:pt x="16479" y="1048"/>
                  </a:lnTo>
                  <a:cubicBezTo>
                    <a:pt x="16746" y="881"/>
                    <a:pt x="16912" y="614"/>
                    <a:pt x="16946" y="314"/>
                  </a:cubicBezTo>
                  <a:cubicBezTo>
                    <a:pt x="16946" y="112"/>
                    <a:pt x="16855" y="0"/>
                    <a:pt x="1671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7"/>
            <p:cNvSpPr/>
            <p:nvPr/>
          </p:nvSpPr>
          <p:spPr>
            <a:xfrm>
              <a:off x="3962175" y="1179850"/>
              <a:ext cx="783900" cy="662550"/>
            </a:xfrm>
            <a:custGeom>
              <a:rect b="b" l="l" r="r" t="t"/>
              <a:pathLst>
                <a:path extrusionOk="0" h="26502" w="31356">
                  <a:moveTo>
                    <a:pt x="31102" y="0"/>
                  </a:moveTo>
                  <a:cubicBezTo>
                    <a:pt x="31039" y="0"/>
                    <a:pt x="30967" y="19"/>
                    <a:pt x="30889" y="58"/>
                  </a:cubicBezTo>
                  <a:lnTo>
                    <a:pt x="467" y="17637"/>
                  </a:lnTo>
                  <a:cubicBezTo>
                    <a:pt x="200" y="17804"/>
                    <a:pt x="34" y="18104"/>
                    <a:pt x="0" y="18404"/>
                  </a:cubicBezTo>
                  <a:lnTo>
                    <a:pt x="0" y="26177"/>
                  </a:lnTo>
                  <a:cubicBezTo>
                    <a:pt x="0" y="26389"/>
                    <a:pt x="101" y="26502"/>
                    <a:pt x="254" y="26502"/>
                  </a:cubicBezTo>
                  <a:cubicBezTo>
                    <a:pt x="317" y="26502"/>
                    <a:pt x="389" y="26482"/>
                    <a:pt x="467" y="26444"/>
                  </a:cubicBezTo>
                  <a:lnTo>
                    <a:pt x="30889" y="8864"/>
                  </a:lnTo>
                  <a:cubicBezTo>
                    <a:pt x="31156" y="8698"/>
                    <a:pt x="31323" y="8397"/>
                    <a:pt x="31356" y="8097"/>
                  </a:cubicBezTo>
                  <a:lnTo>
                    <a:pt x="31356" y="325"/>
                  </a:lnTo>
                  <a:cubicBezTo>
                    <a:pt x="31356" y="112"/>
                    <a:pt x="31256" y="0"/>
                    <a:pt x="31102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7"/>
            <p:cNvSpPr/>
            <p:nvPr/>
          </p:nvSpPr>
          <p:spPr>
            <a:xfrm>
              <a:off x="4043900" y="1672475"/>
              <a:ext cx="13350" cy="28375"/>
            </a:xfrm>
            <a:custGeom>
              <a:rect b="b" l="l" r="r" t="t"/>
              <a:pathLst>
                <a:path extrusionOk="0" h="1135" w="534">
                  <a:moveTo>
                    <a:pt x="334" y="267"/>
                  </a:moveTo>
                  <a:cubicBezTo>
                    <a:pt x="367" y="267"/>
                    <a:pt x="367" y="267"/>
                    <a:pt x="367" y="301"/>
                  </a:cubicBezTo>
                  <a:cubicBezTo>
                    <a:pt x="367" y="301"/>
                    <a:pt x="367" y="334"/>
                    <a:pt x="367" y="334"/>
                  </a:cubicBezTo>
                  <a:cubicBezTo>
                    <a:pt x="367" y="367"/>
                    <a:pt x="367" y="367"/>
                    <a:pt x="367" y="401"/>
                  </a:cubicBezTo>
                  <a:cubicBezTo>
                    <a:pt x="367" y="401"/>
                    <a:pt x="367" y="434"/>
                    <a:pt x="334" y="434"/>
                  </a:cubicBezTo>
                  <a:cubicBezTo>
                    <a:pt x="334" y="467"/>
                    <a:pt x="334" y="467"/>
                    <a:pt x="300" y="501"/>
                  </a:cubicBezTo>
                  <a:cubicBezTo>
                    <a:pt x="300" y="501"/>
                    <a:pt x="300" y="501"/>
                    <a:pt x="267" y="534"/>
                  </a:cubicBezTo>
                  <a:lnTo>
                    <a:pt x="200" y="534"/>
                  </a:lnTo>
                  <a:cubicBezTo>
                    <a:pt x="167" y="501"/>
                    <a:pt x="167" y="501"/>
                    <a:pt x="167" y="501"/>
                  </a:cubicBezTo>
                  <a:cubicBezTo>
                    <a:pt x="167" y="467"/>
                    <a:pt x="167" y="467"/>
                    <a:pt x="167" y="434"/>
                  </a:cubicBezTo>
                  <a:cubicBezTo>
                    <a:pt x="167" y="434"/>
                    <a:pt x="167" y="401"/>
                    <a:pt x="167" y="401"/>
                  </a:cubicBezTo>
                  <a:cubicBezTo>
                    <a:pt x="200" y="367"/>
                    <a:pt x="200" y="367"/>
                    <a:pt x="200" y="334"/>
                  </a:cubicBezTo>
                  <a:lnTo>
                    <a:pt x="234" y="301"/>
                  </a:lnTo>
                  <a:lnTo>
                    <a:pt x="267" y="267"/>
                  </a:lnTo>
                  <a:close/>
                  <a:moveTo>
                    <a:pt x="367" y="0"/>
                  </a:moveTo>
                  <a:cubicBezTo>
                    <a:pt x="334" y="0"/>
                    <a:pt x="300" y="34"/>
                    <a:pt x="267" y="34"/>
                  </a:cubicBezTo>
                  <a:cubicBezTo>
                    <a:pt x="234" y="67"/>
                    <a:pt x="200" y="100"/>
                    <a:pt x="167" y="134"/>
                  </a:cubicBezTo>
                  <a:cubicBezTo>
                    <a:pt x="134" y="167"/>
                    <a:pt x="100" y="201"/>
                    <a:pt x="67" y="234"/>
                  </a:cubicBezTo>
                  <a:cubicBezTo>
                    <a:pt x="34" y="267"/>
                    <a:pt x="34" y="334"/>
                    <a:pt x="34" y="401"/>
                  </a:cubicBezTo>
                  <a:cubicBezTo>
                    <a:pt x="0" y="434"/>
                    <a:pt x="0" y="501"/>
                    <a:pt x="0" y="534"/>
                  </a:cubicBezTo>
                  <a:cubicBezTo>
                    <a:pt x="0" y="601"/>
                    <a:pt x="34" y="634"/>
                    <a:pt x="67" y="701"/>
                  </a:cubicBezTo>
                  <a:cubicBezTo>
                    <a:pt x="67" y="701"/>
                    <a:pt x="100" y="734"/>
                    <a:pt x="100" y="768"/>
                  </a:cubicBezTo>
                  <a:cubicBezTo>
                    <a:pt x="134" y="768"/>
                    <a:pt x="167" y="801"/>
                    <a:pt x="167" y="801"/>
                  </a:cubicBezTo>
                  <a:lnTo>
                    <a:pt x="267" y="801"/>
                  </a:lnTo>
                  <a:lnTo>
                    <a:pt x="134" y="1101"/>
                  </a:lnTo>
                  <a:cubicBezTo>
                    <a:pt x="134" y="1101"/>
                    <a:pt x="134" y="1135"/>
                    <a:pt x="134" y="1135"/>
                  </a:cubicBezTo>
                  <a:lnTo>
                    <a:pt x="300" y="1034"/>
                  </a:lnTo>
                  <a:cubicBezTo>
                    <a:pt x="300" y="1034"/>
                    <a:pt x="300" y="1001"/>
                    <a:pt x="300" y="1001"/>
                  </a:cubicBezTo>
                  <a:lnTo>
                    <a:pt x="501" y="534"/>
                  </a:lnTo>
                  <a:lnTo>
                    <a:pt x="501" y="467"/>
                  </a:lnTo>
                  <a:cubicBezTo>
                    <a:pt x="534" y="434"/>
                    <a:pt x="534" y="401"/>
                    <a:pt x="534" y="401"/>
                  </a:cubicBezTo>
                  <a:cubicBezTo>
                    <a:pt x="534" y="367"/>
                    <a:pt x="534" y="334"/>
                    <a:pt x="534" y="301"/>
                  </a:cubicBezTo>
                  <a:cubicBezTo>
                    <a:pt x="534" y="301"/>
                    <a:pt x="534" y="267"/>
                    <a:pt x="534" y="234"/>
                  </a:cubicBezTo>
                  <a:cubicBezTo>
                    <a:pt x="534" y="201"/>
                    <a:pt x="534" y="134"/>
                    <a:pt x="501" y="100"/>
                  </a:cubicBezTo>
                  <a:cubicBezTo>
                    <a:pt x="501" y="67"/>
                    <a:pt x="467" y="34"/>
                    <a:pt x="434" y="34"/>
                  </a:cubicBezTo>
                  <a:cubicBezTo>
                    <a:pt x="434" y="0"/>
                    <a:pt x="400" y="0"/>
                    <a:pt x="3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7"/>
            <p:cNvSpPr/>
            <p:nvPr/>
          </p:nvSpPr>
          <p:spPr>
            <a:xfrm>
              <a:off x="4059725" y="1663300"/>
              <a:ext cx="12550" cy="27550"/>
            </a:xfrm>
            <a:custGeom>
              <a:rect b="b" l="l" r="r" t="t"/>
              <a:pathLst>
                <a:path extrusionOk="0" h="1102" w="502">
                  <a:moveTo>
                    <a:pt x="335" y="267"/>
                  </a:moveTo>
                  <a:cubicBezTo>
                    <a:pt x="335" y="301"/>
                    <a:pt x="335" y="301"/>
                    <a:pt x="335" y="334"/>
                  </a:cubicBezTo>
                  <a:cubicBezTo>
                    <a:pt x="335" y="334"/>
                    <a:pt x="335" y="367"/>
                    <a:pt x="335" y="367"/>
                  </a:cubicBezTo>
                  <a:cubicBezTo>
                    <a:pt x="368" y="467"/>
                    <a:pt x="368" y="534"/>
                    <a:pt x="335" y="634"/>
                  </a:cubicBezTo>
                  <a:cubicBezTo>
                    <a:pt x="335" y="634"/>
                    <a:pt x="335" y="668"/>
                    <a:pt x="335" y="701"/>
                  </a:cubicBezTo>
                  <a:cubicBezTo>
                    <a:pt x="335" y="701"/>
                    <a:pt x="335" y="734"/>
                    <a:pt x="335" y="734"/>
                  </a:cubicBezTo>
                  <a:cubicBezTo>
                    <a:pt x="335" y="768"/>
                    <a:pt x="335" y="801"/>
                    <a:pt x="335" y="801"/>
                  </a:cubicBezTo>
                  <a:lnTo>
                    <a:pt x="268" y="834"/>
                  </a:lnTo>
                  <a:lnTo>
                    <a:pt x="201" y="834"/>
                  </a:lnTo>
                  <a:cubicBezTo>
                    <a:pt x="201" y="834"/>
                    <a:pt x="201" y="801"/>
                    <a:pt x="201" y="801"/>
                  </a:cubicBezTo>
                  <a:lnTo>
                    <a:pt x="201" y="734"/>
                  </a:lnTo>
                  <a:cubicBezTo>
                    <a:pt x="201" y="668"/>
                    <a:pt x="201" y="568"/>
                    <a:pt x="201" y="501"/>
                  </a:cubicBezTo>
                  <a:lnTo>
                    <a:pt x="201" y="434"/>
                  </a:lnTo>
                  <a:lnTo>
                    <a:pt x="201" y="367"/>
                  </a:lnTo>
                  <a:cubicBezTo>
                    <a:pt x="201" y="334"/>
                    <a:pt x="201" y="334"/>
                    <a:pt x="234" y="301"/>
                  </a:cubicBezTo>
                  <a:cubicBezTo>
                    <a:pt x="234" y="301"/>
                    <a:pt x="268" y="301"/>
                    <a:pt x="268" y="267"/>
                  </a:cubicBezTo>
                  <a:close/>
                  <a:moveTo>
                    <a:pt x="368" y="0"/>
                  </a:moveTo>
                  <a:cubicBezTo>
                    <a:pt x="335" y="0"/>
                    <a:pt x="301" y="34"/>
                    <a:pt x="268" y="34"/>
                  </a:cubicBezTo>
                  <a:cubicBezTo>
                    <a:pt x="201" y="67"/>
                    <a:pt x="168" y="101"/>
                    <a:pt x="134" y="134"/>
                  </a:cubicBezTo>
                  <a:cubicBezTo>
                    <a:pt x="101" y="201"/>
                    <a:pt x="68" y="234"/>
                    <a:pt x="34" y="267"/>
                  </a:cubicBezTo>
                  <a:cubicBezTo>
                    <a:pt x="34" y="334"/>
                    <a:pt x="1" y="367"/>
                    <a:pt x="1" y="434"/>
                  </a:cubicBezTo>
                  <a:cubicBezTo>
                    <a:pt x="1" y="467"/>
                    <a:pt x="1" y="534"/>
                    <a:pt x="1" y="601"/>
                  </a:cubicBezTo>
                  <a:lnTo>
                    <a:pt x="1" y="734"/>
                  </a:lnTo>
                  <a:lnTo>
                    <a:pt x="1" y="834"/>
                  </a:lnTo>
                  <a:cubicBezTo>
                    <a:pt x="1" y="901"/>
                    <a:pt x="1" y="934"/>
                    <a:pt x="1" y="968"/>
                  </a:cubicBezTo>
                  <a:cubicBezTo>
                    <a:pt x="1" y="1001"/>
                    <a:pt x="34" y="1035"/>
                    <a:pt x="34" y="1068"/>
                  </a:cubicBezTo>
                  <a:cubicBezTo>
                    <a:pt x="68" y="1101"/>
                    <a:pt x="101" y="1101"/>
                    <a:pt x="134" y="1101"/>
                  </a:cubicBezTo>
                  <a:cubicBezTo>
                    <a:pt x="168" y="1101"/>
                    <a:pt x="201" y="1101"/>
                    <a:pt x="268" y="1068"/>
                  </a:cubicBezTo>
                  <a:cubicBezTo>
                    <a:pt x="301" y="1035"/>
                    <a:pt x="335" y="1001"/>
                    <a:pt x="368" y="968"/>
                  </a:cubicBezTo>
                  <a:cubicBezTo>
                    <a:pt x="401" y="934"/>
                    <a:pt x="435" y="901"/>
                    <a:pt x="435" y="834"/>
                  </a:cubicBezTo>
                  <a:cubicBezTo>
                    <a:pt x="468" y="801"/>
                    <a:pt x="501" y="734"/>
                    <a:pt x="501" y="701"/>
                  </a:cubicBezTo>
                  <a:cubicBezTo>
                    <a:pt x="501" y="634"/>
                    <a:pt x="501" y="568"/>
                    <a:pt x="501" y="534"/>
                  </a:cubicBezTo>
                  <a:lnTo>
                    <a:pt x="501" y="401"/>
                  </a:lnTo>
                  <a:lnTo>
                    <a:pt x="501" y="267"/>
                  </a:lnTo>
                  <a:cubicBezTo>
                    <a:pt x="501" y="234"/>
                    <a:pt x="501" y="167"/>
                    <a:pt x="501" y="134"/>
                  </a:cubicBezTo>
                  <a:cubicBezTo>
                    <a:pt x="501" y="101"/>
                    <a:pt x="468" y="67"/>
                    <a:pt x="435" y="34"/>
                  </a:cubicBezTo>
                  <a:cubicBezTo>
                    <a:pt x="435" y="34"/>
                    <a:pt x="401" y="0"/>
                    <a:pt x="3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7"/>
            <p:cNvSpPr/>
            <p:nvPr/>
          </p:nvSpPr>
          <p:spPr>
            <a:xfrm>
              <a:off x="4074750" y="1650800"/>
              <a:ext cx="18375" cy="32550"/>
            </a:xfrm>
            <a:custGeom>
              <a:rect b="b" l="l" r="r" t="t"/>
              <a:pathLst>
                <a:path extrusionOk="0" h="1302" w="735">
                  <a:moveTo>
                    <a:pt x="167" y="400"/>
                  </a:moveTo>
                  <a:cubicBezTo>
                    <a:pt x="167" y="434"/>
                    <a:pt x="167" y="434"/>
                    <a:pt x="167" y="467"/>
                  </a:cubicBezTo>
                  <a:lnTo>
                    <a:pt x="167" y="534"/>
                  </a:lnTo>
                  <a:lnTo>
                    <a:pt x="167" y="601"/>
                  </a:lnTo>
                  <a:cubicBezTo>
                    <a:pt x="167" y="634"/>
                    <a:pt x="134" y="634"/>
                    <a:pt x="134" y="634"/>
                  </a:cubicBezTo>
                  <a:cubicBezTo>
                    <a:pt x="112" y="634"/>
                    <a:pt x="104" y="649"/>
                    <a:pt x="102" y="649"/>
                  </a:cubicBezTo>
                  <a:cubicBezTo>
                    <a:pt x="100" y="649"/>
                    <a:pt x="100" y="645"/>
                    <a:pt x="100" y="634"/>
                  </a:cubicBezTo>
                  <a:lnTo>
                    <a:pt x="100" y="601"/>
                  </a:lnTo>
                  <a:lnTo>
                    <a:pt x="100" y="500"/>
                  </a:lnTo>
                  <a:cubicBezTo>
                    <a:pt x="100" y="467"/>
                    <a:pt x="100" y="467"/>
                    <a:pt x="100" y="434"/>
                  </a:cubicBezTo>
                  <a:cubicBezTo>
                    <a:pt x="100" y="434"/>
                    <a:pt x="100" y="400"/>
                    <a:pt x="134" y="400"/>
                  </a:cubicBezTo>
                  <a:close/>
                  <a:moveTo>
                    <a:pt x="188" y="275"/>
                  </a:moveTo>
                  <a:cubicBezTo>
                    <a:pt x="176" y="275"/>
                    <a:pt x="167" y="284"/>
                    <a:pt x="167" y="300"/>
                  </a:cubicBezTo>
                  <a:cubicBezTo>
                    <a:pt x="134" y="300"/>
                    <a:pt x="100" y="300"/>
                    <a:pt x="100" y="334"/>
                  </a:cubicBezTo>
                  <a:cubicBezTo>
                    <a:pt x="67" y="367"/>
                    <a:pt x="67" y="367"/>
                    <a:pt x="34" y="400"/>
                  </a:cubicBezTo>
                  <a:cubicBezTo>
                    <a:pt x="34" y="434"/>
                    <a:pt x="34" y="467"/>
                    <a:pt x="34" y="500"/>
                  </a:cubicBezTo>
                  <a:cubicBezTo>
                    <a:pt x="0" y="500"/>
                    <a:pt x="0" y="534"/>
                    <a:pt x="34" y="567"/>
                  </a:cubicBezTo>
                  <a:cubicBezTo>
                    <a:pt x="0" y="601"/>
                    <a:pt x="0" y="601"/>
                    <a:pt x="34" y="634"/>
                  </a:cubicBezTo>
                  <a:cubicBezTo>
                    <a:pt x="0" y="634"/>
                    <a:pt x="0" y="667"/>
                    <a:pt x="34" y="667"/>
                  </a:cubicBezTo>
                  <a:cubicBezTo>
                    <a:pt x="0" y="701"/>
                    <a:pt x="0" y="734"/>
                    <a:pt x="34" y="767"/>
                  </a:cubicBezTo>
                  <a:cubicBezTo>
                    <a:pt x="34" y="767"/>
                    <a:pt x="34" y="801"/>
                    <a:pt x="34" y="801"/>
                  </a:cubicBezTo>
                  <a:lnTo>
                    <a:pt x="100" y="801"/>
                  </a:lnTo>
                  <a:cubicBezTo>
                    <a:pt x="100" y="801"/>
                    <a:pt x="134" y="801"/>
                    <a:pt x="167" y="767"/>
                  </a:cubicBezTo>
                  <a:cubicBezTo>
                    <a:pt x="167" y="767"/>
                    <a:pt x="201" y="734"/>
                    <a:pt x="234" y="734"/>
                  </a:cubicBezTo>
                  <a:cubicBezTo>
                    <a:pt x="234" y="701"/>
                    <a:pt x="234" y="667"/>
                    <a:pt x="267" y="667"/>
                  </a:cubicBezTo>
                  <a:cubicBezTo>
                    <a:pt x="267" y="634"/>
                    <a:pt x="267" y="601"/>
                    <a:pt x="301" y="567"/>
                  </a:cubicBezTo>
                  <a:cubicBezTo>
                    <a:pt x="301" y="567"/>
                    <a:pt x="301" y="534"/>
                    <a:pt x="301" y="500"/>
                  </a:cubicBezTo>
                  <a:cubicBezTo>
                    <a:pt x="301" y="467"/>
                    <a:pt x="301" y="434"/>
                    <a:pt x="301" y="400"/>
                  </a:cubicBezTo>
                  <a:cubicBezTo>
                    <a:pt x="301" y="367"/>
                    <a:pt x="301" y="334"/>
                    <a:pt x="301" y="334"/>
                  </a:cubicBezTo>
                  <a:cubicBezTo>
                    <a:pt x="267" y="300"/>
                    <a:pt x="267" y="300"/>
                    <a:pt x="267" y="300"/>
                  </a:cubicBezTo>
                  <a:cubicBezTo>
                    <a:pt x="251" y="284"/>
                    <a:pt x="242" y="275"/>
                    <a:pt x="238" y="275"/>
                  </a:cubicBezTo>
                  <a:cubicBezTo>
                    <a:pt x="234" y="275"/>
                    <a:pt x="234" y="284"/>
                    <a:pt x="234" y="300"/>
                  </a:cubicBezTo>
                  <a:cubicBezTo>
                    <a:pt x="217" y="284"/>
                    <a:pt x="201" y="275"/>
                    <a:pt x="188" y="275"/>
                  </a:cubicBezTo>
                  <a:close/>
                  <a:moveTo>
                    <a:pt x="601" y="667"/>
                  </a:moveTo>
                  <a:cubicBezTo>
                    <a:pt x="601" y="667"/>
                    <a:pt x="601" y="701"/>
                    <a:pt x="601" y="701"/>
                  </a:cubicBezTo>
                  <a:cubicBezTo>
                    <a:pt x="601" y="734"/>
                    <a:pt x="601" y="767"/>
                    <a:pt x="601" y="801"/>
                  </a:cubicBezTo>
                  <a:cubicBezTo>
                    <a:pt x="601" y="801"/>
                    <a:pt x="601" y="834"/>
                    <a:pt x="601" y="867"/>
                  </a:cubicBezTo>
                  <a:cubicBezTo>
                    <a:pt x="601" y="867"/>
                    <a:pt x="567" y="901"/>
                    <a:pt x="567" y="901"/>
                  </a:cubicBezTo>
                  <a:lnTo>
                    <a:pt x="534" y="901"/>
                  </a:lnTo>
                  <a:lnTo>
                    <a:pt x="534" y="834"/>
                  </a:lnTo>
                  <a:lnTo>
                    <a:pt x="534" y="734"/>
                  </a:lnTo>
                  <a:cubicBezTo>
                    <a:pt x="534" y="734"/>
                    <a:pt x="534" y="701"/>
                    <a:pt x="534" y="701"/>
                  </a:cubicBezTo>
                  <a:cubicBezTo>
                    <a:pt x="534" y="667"/>
                    <a:pt x="534" y="667"/>
                    <a:pt x="567" y="667"/>
                  </a:cubicBezTo>
                  <a:close/>
                  <a:moveTo>
                    <a:pt x="567" y="500"/>
                  </a:moveTo>
                  <a:cubicBezTo>
                    <a:pt x="567" y="534"/>
                    <a:pt x="534" y="534"/>
                    <a:pt x="534" y="567"/>
                  </a:cubicBezTo>
                  <a:cubicBezTo>
                    <a:pt x="501" y="601"/>
                    <a:pt x="501" y="601"/>
                    <a:pt x="467" y="634"/>
                  </a:cubicBezTo>
                  <a:cubicBezTo>
                    <a:pt x="467" y="667"/>
                    <a:pt x="467" y="701"/>
                    <a:pt x="434" y="701"/>
                  </a:cubicBezTo>
                  <a:cubicBezTo>
                    <a:pt x="434" y="734"/>
                    <a:pt x="434" y="767"/>
                    <a:pt x="434" y="801"/>
                  </a:cubicBezTo>
                  <a:cubicBezTo>
                    <a:pt x="434" y="834"/>
                    <a:pt x="434" y="867"/>
                    <a:pt x="434" y="901"/>
                  </a:cubicBezTo>
                  <a:cubicBezTo>
                    <a:pt x="434" y="934"/>
                    <a:pt x="434" y="967"/>
                    <a:pt x="434" y="967"/>
                  </a:cubicBezTo>
                  <a:cubicBezTo>
                    <a:pt x="467" y="1001"/>
                    <a:pt x="467" y="1001"/>
                    <a:pt x="467" y="1034"/>
                  </a:cubicBezTo>
                  <a:lnTo>
                    <a:pt x="567" y="1034"/>
                  </a:lnTo>
                  <a:cubicBezTo>
                    <a:pt x="601" y="1034"/>
                    <a:pt x="634" y="1001"/>
                    <a:pt x="634" y="967"/>
                  </a:cubicBezTo>
                  <a:cubicBezTo>
                    <a:pt x="668" y="967"/>
                    <a:pt x="668" y="934"/>
                    <a:pt x="701" y="901"/>
                  </a:cubicBezTo>
                  <a:cubicBezTo>
                    <a:pt x="701" y="867"/>
                    <a:pt x="701" y="867"/>
                    <a:pt x="734" y="834"/>
                  </a:cubicBezTo>
                  <a:cubicBezTo>
                    <a:pt x="734" y="801"/>
                    <a:pt x="734" y="767"/>
                    <a:pt x="734" y="734"/>
                  </a:cubicBezTo>
                  <a:cubicBezTo>
                    <a:pt x="734" y="701"/>
                    <a:pt x="734" y="667"/>
                    <a:pt x="734" y="634"/>
                  </a:cubicBezTo>
                  <a:cubicBezTo>
                    <a:pt x="734" y="601"/>
                    <a:pt x="734" y="567"/>
                    <a:pt x="734" y="567"/>
                  </a:cubicBezTo>
                  <a:cubicBezTo>
                    <a:pt x="701" y="534"/>
                    <a:pt x="701" y="534"/>
                    <a:pt x="701" y="500"/>
                  </a:cubicBezTo>
                  <a:close/>
                  <a:moveTo>
                    <a:pt x="634" y="0"/>
                  </a:moveTo>
                  <a:lnTo>
                    <a:pt x="534" y="67"/>
                  </a:lnTo>
                  <a:lnTo>
                    <a:pt x="534" y="100"/>
                  </a:lnTo>
                  <a:lnTo>
                    <a:pt x="100" y="1301"/>
                  </a:lnTo>
                  <a:lnTo>
                    <a:pt x="100" y="1301"/>
                  </a:lnTo>
                  <a:lnTo>
                    <a:pt x="167" y="1234"/>
                  </a:lnTo>
                  <a:cubicBezTo>
                    <a:pt x="167" y="1234"/>
                    <a:pt x="167" y="1201"/>
                    <a:pt x="167" y="1201"/>
                  </a:cubicBezTo>
                  <a:lnTo>
                    <a:pt x="63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7"/>
            <p:cNvSpPr/>
            <p:nvPr/>
          </p:nvSpPr>
          <p:spPr>
            <a:xfrm>
              <a:off x="4038900" y="1596575"/>
              <a:ext cx="29200" cy="43400"/>
            </a:xfrm>
            <a:custGeom>
              <a:rect b="b" l="l" r="r" t="t"/>
              <a:pathLst>
                <a:path extrusionOk="0" h="1736" w="1168">
                  <a:moveTo>
                    <a:pt x="1168" y="1"/>
                  </a:moveTo>
                  <a:cubicBezTo>
                    <a:pt x="701" y="334"/>
                    <a:pt x="300" y="768"/>
                    <a:pt x="0" y="1268"/>
                  </a:cubicBezTo>
                  <a:lnTo>
                    <a:pt x="300" y="1735"/>
                  </a:lnTo>
                  <a:cubicBezTo>
                    <a:pt x="534" y="1369"/>
                    <a:pt x="801" y="1035"/>
                    <a:pt x="1168" y="801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4018050" y="1591625"/>
              <a:ext cx="100075" cy="163375"/>
            </a:xfrm>
            <a:custGeom>
              <a:rect b="b" l="l" r="r" t="t"/>
              <a:pathLst>
                <a:path extrusionOk="0" h="6535" w="4003">
                  <a:moveTo>
                    <a:pt x="2654" y="1"/>
                  </a:moveTo>
                  <a:cubicBezTo>
                    <a:pt x="2431" y="1"/>
                    <a:pt x="2206" y="69"/>
                    <a:pt x="2002" y="199"/>
                  </a:cubicBezTo>
                  <a:lnTo>
                    <a:pt x="2002" y="999"/>
                  </a:lnTo>
                  <a:cubicBezTo>
                    <a:pt x="2157" y="902"/>
                    <a:pt x="2335" y="850"/>
                    <a:pt x="2509" y="850"/>
                  </a:cubicBezTo>
                  <a:cubicBezTo>
                    <a:pt x="2634" y="850"/>
                    <a:pt x="2757" y="877"/>
                    <a:pt x="2869" y="933"/>
                  </a:cubicBezTo>
                  <a:cubicBezTo>
                    <a:pt x="3169" y="1133"/>
                    <a:pt x="3369" y="1433"/>
                    <a:pt x="3403" y="1767"/>
                  </a:cubicBezTo>
                  <a:cubicBezTo>
                    <a:pt x="3469" y="2000"/>
                    <a:pt x="3469" y="2200"/>
                    <a:pt x="3469" y="2434"/>
                  </a:cubicBezTo>
                  <a:cubicBezTo>
                    <a:pt x="3469" y="2667"/>
                    <a:pt x="3469" y="2934"/>
                    <a:pt x="3403" y="3168"/>
                  </a:cubicBezTo>
                  <a:cubicBezTo>
                    <a:pt x="3302" y="3668"/>
                    <a:pt x="3136" y="4168"/>
                    <a:pt x="2869" y="4602"/>
                  </a:cubicBezTo>
                  <a:cubicBezTo>
                    <a:pt x="2669" y="5002"/>
                    <a:pt x="2368" y="5303"/>
                    <a:pt x="2002" y="5536"/>
                  </a:cubicBezTo>
                  <a:cubicBezTo>
                    <a:pt x="1866" y="5633"/>
                    <a:pt x="1696" y="5685"/>
                    <a:pt x="1518" y="5685"/>
                  </a:cubicBezTo>
                  <a:cubicBezTo>
                    <a:pt x="1391" y="5685"/>
                    <a:pt x="1260" y="5658"/>
                    <a:pt x="1134" y="5603"/>
                  </a:cubicBezTo>
                  <a:cubicBezTo>
                    <a:pt x="867" y="5403"/>
                    <a:pt x="667" y="5102"/>
                    <a:pt x="601" y="4769"/>
                  </a:cubicBezTo>
                  <a:cubicBezTo>
                    <a:pt x="567" y="4569"/>
                    <a:pt x="534" y="4335"/>
                    <a:pt x="534" y="4135"/>
                  </a:cubicBezTo>
                  <a:cubicBezTo>
                    <a:pt x="534" y="3868"/>
                    <a:pt x="567" y="3635"/>
                    <a:pt x="601" y="3368"/>
                  </a:cubicBezTo>
                  <a:cubicBezTo>
                    <a:pt x="701" y="2867"/>
                    <a:pt x="867" y="2400"/>
                    <a:pt x="1134" y="1933"/>
                  </a:cubicBezTo>
                  <a:lnTo>
                    <a:pt x="834" y="1466"/>
                  </a:lnTo>
                  <a:cubicBezTo>
                    <a:pt x="467" y="2067"/>
                    <a:pt x="234" y="2734"/>
                    <a:pt x="100" y="3401"/>
                  </a:cubicBezTo>
                  <a:cubicBezTo>
                    <a:pt x="33" y="3735"/>
                    <a:pt x="0" y="4068"/>
                    <a:pt x="0" y="4435"/>
                  </a:cubicBezTo>
                  <a:cubicBezTo>
                    <a:pt x="0" y="4702"/>
                    <a:pt x="33" y="5002"/>
                    <a:pt x="100" y="5303"/>
                  </a:cubicBezTo>
                  <a:cubicBezTo>
                    <a:pt x="167" y="5770"/>
                    <a:pt x="434" y="6170"/>
                    <a:pt x="834" y="6403"/>
                  </a:cubicBezTo>
                  <a:cubicBezTo>
                    <a:pt x="996" y="6492"/>
                    <a:pt x="1178" y="6535"/>
                    <a:pt x="1360" y="6535"/>
                  </a:cubicBezTo>
                  <a:cubicBezTo>
                    <a:pt x="1588" y="6535"/>
                    <a:pt x="1816" y="6467"/>
                    <a:pt x="2002" y="6337"/>
                  </a:cubicBezTo>
                  <a:cubicBezTo>
                    <a:pt x="2502" y="6003"/>
                    <a:pt x="2902" y="5603"/>
                    <a:pt x="3169" y="5069"/>
                  </a:cubicBezTo>
                  <a:cubicBezTo>
                    <a:pt x="3503" y="4469"/>
                    <a:pt x="3769" y="3835"/>
                    <a:pt x="3903" y="3134"/>
                  </a:cubicBezTo>
                  <a:cubicBezTo>
                    <a:pt x="3936" y="2801"/>
                    <a:pt x="3970" y="2467"/>
                    <a:pt x="3970" y="2134"/>
                  </a:cubicBezTo>
                  <a:cubicBezTo>
                    <a:pt x="4003" y="1833"/>
                    <a:pt x="3970" y="1533"/>
                    <a:pt x="3903" y="1233"/>
                  </a:cubicBezTo>
                  <a:cubicBezTo>
                    <a:pt x="3836" y="766"/>
                    <a:pt x="3569" y="366"/>
                    <a:pt x="3169" y="132"/>
                  </a:cubicBezTo>
                  <a:cubicBezTo>
                    <a:pt x="3007" y="44"/>
                    <a:pt x="2831" y="1"/>
                    <a:pt x="265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7"/>
            <p:cNvSpPr/>
            <p:nvPr/>
          </p:nvSpPr>
          <p:spPr>
            <a:xfrm>
              <a:off x="4181500" y="1432500"/>
              <a:ext cx="253525" cy="161400"/>
            </a:xfrm>
            <a:custGeom>
              <a:rect b="b" l="l" r="r" t="t"/>
              <a:pathLst>
                <a:path extrusionOk="0" h="6456" w="10141">
                  <a:moveTo>
                    <a:pt x="9903" y="0"/>
                  </a:moveTo>
                  <a:cubicBezTo>
                    <a:pt x="9843" y="0"/>
                    <a:pt x="9777" y="19"/>
                    <a:pt x="9707" y="59"/>
                  </a:cubicBezTo>
                  <a:lnTo>
                    <a:pt x="434" y="5430"/>
                  </a:lnTo>
                  <a:cubicBezTo>
                    <a:pt x="167" y="5563"/>
                    <a:pt x="0" y="5863"/>
                    <a:pt x="0" y="6164"/>
                  </a:cubicBezTo>
                  <a:cubicBezTo>
                    <a:pt x="0" y="6351"/>
                    <a:pt x="82" y="6456"/>
                    <a:pt x="223" y="6456"/>
                  </a:cubicBezTo>
                  <a:cubicBezTo>
                    <a:pt x="283" y="6456"/>
                    <a:pt x="354" y="6437"/>
                    <a:pt x="434" y="6397"/>
                  </a:cubicBezTo>
                  <a:lnTo>
                    <a:pt x="9707" y="1060"/>
                  </a:lnTo>
                  <a:cubicBezTo>
                    <a:pt x="9941" y="893"/>
                    <a:pt x="10107" y="593"/>
                    <a:pt x="10141" y="293"/>
                  </a:cubicBezTo>
                  <a:cubicBezTo>
                    <a:pt x="10141" y="106"/>
                    <a:pt x="10042" y="0"/>
                    <a:pt x="990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7"/>
            <p:cNvSpPr/>
            <p:nvPr/>
          </p:nvSpPr>
          <p:spPr>
            <a:xfrm>
              <a:off x="4181500" y="1384125"/>
              <a:ext cx="422825" cy="259000"/>
            </a:xfrm>
            <a:custGeom>
              <a:rect b="b" l="l" r="r" t="t"/>
              <a:pathLst>
                <a:path extrusionOk="0" h="10360" w="16913">
                  <a:moveTo>
                    <a:pt x="16674" y="1"/>
                  </a:moveTo>
                  <a:cubicBezTo>
                    <a:pt x="16615" y="1"/>
                    <a:pt x="16548" y="20"/>
                    <a:pt x="16479" y="60"/>
                  </a:cubicBezTo>
                  <a:lnTo>
                    <a:pt x="434" y="9333"/>
                  </a:lnTo>
                  <a:cubicBezTo>
                    <a:pt x="167" y="9466"/>
                    <a:pt x="0" y="9766"/>
                    <a:pt x="0" y="10067"/>
                  </a:cubicBezTo>
                  <a:cubicBezTo>
                    <a:pt x="0" y="10254"/>
                    <a:pt x="82" y="10359"/>
                    <a:pt x="223" y="10359"/>
                  </a:cubicBezTo>
                  <a:cubicBezTo>
                    <a:pt x="283" y="10359"/>
                    <a:pt x="354" y="10340"/>
                    <a:pt x="434" y="10300"/>
                  </a:cubicBezTo>
                  <a:lnTo>
                    <a:pt x="16479" y="1027"/>
                  </a:lnTo>
                  <a:cubicBezTo>
                    <a:pt x="16712" y="893"/>
                    <a:pt x="16912" y="593"/>
                    <a:pt x="16912" y="293"/>
                  </a:cubicBezTo>
                  <a:cubicBezTo>
                    <a:pt x="16912" y="106"/>
                    <a:pt x="16814" y="1"/>
                    <a:pt x="166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7"/>
            <p:cNvSpPr/>
            <p:nvPr/>
          </p:nvSpPr>
          <p:spPr>
            <a:xfrm>
              <a:off x="3214125" y="2275600"/>
              <a:ext cx="185175" cy="121375"/>
            </a:xfrm>
            <a:custGeom>
              <a:rect b="b" l="l" r="r" t="t"/>
              <a:pathLst>
                <a:path extrusionOk="0" h="4855" w="7407">
                  <a:moveTo>
                    <a:pt x="7157" y="1"/>
                  </a:moveTo>
                  <a:cubicBezTo>
                    <a:pt x="7092" y="1"/>
                    <a:pt x="7019" y="20"/>
                    <a:pt x="6939" y="59"/>
                  </a:cubicBezTo>
                  <a:lnTo>
                    <a:pt x="468" y="3795"/>
                  </a:lnTo>
                  <a:cubicBezTo>
                    <a:pt x="201" y="3962"/>
                    <a:pt x="34" y="4262"/>
                    <a:pt x="1" y="4563"/>
                  </a:cubicBezTo>
                  <a:cubicBezTo>
                    <a:pt x="1" y="4750"/>
                    <a:pt x="99" y="4855"/>
                    <a:pt x="250" y="4855"/>
                  </a:cubicBezTo>
                  <a:cubicBezTo>
                    <a:pt x="314" y="4855"/>
                    <a:pt x="388" y="4836"/>
                    <a:pt x="468" y="4796"/>
                  </a:cubicBezTo>
                  <a:lnTo>
                    <a:pt x="6939" y="1027"/>
                  </a:lnTo>
                  <a:cubicBezTo>
                    <a:pt x="7206" y="860"/>
                    <a:pt x="7373" y="593"/>
                    <a:pt x="7406" y="293"/>
                  </a:cubicBezTo>
                  <a:cubicBezTo>
                    <a:pt x="7406" y="106"/>
                    <a:pt x="7308" y="1"/>
                    <a:pt x="715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7"/>
            <p:cNvSpPr/>
            <p:nvPr/>
          </p:nvSpPr>
          <p:spPr>
            <a:xfrm>
              <a:off x="3136575" y="1546550"/>
              <a:ext cx="1609500" cy="2190750"/>
            </a:xfrm>
            <a:custGeom>
              <a:rect b="b" l="l" r="r" t="t"/>
              <a:pathLst>
                <a:path extrusionOk="0" h="87630" w="64380">
                  <a:moveTo>
                    <a:pt x="63946" y="534"/>
                  </a:moveTo>
                  <a:lnTo>
                    <a:pt x="63946" y="50136"/>
                  </a:lnTo>
                  <a:cubicBezTo>
                    <a:pt x="63946" y="50303"/>
                    <a:pt x="63846" y="50470"/>
                    <a:pt x="63713" y="50570"/>
                  </a:cubicBezTo>
                  <a:lnTo>
                    <a:pt x="434" y="87096"/>
                  </a:lnTo>
                  <a:lnTo>
                    <a:pt x="434" y="37461"/>
                  </a:lnTo>
                  <a:cubicBezTo>
                    <a:pt x="434" y="37294"/>
                    <a:pt x="534" y="37160"/>
                    <a:pt x="668" y="37060"/>
                  </a:cubicBezTo>
                  <a:lnTo>
                    <a:pt x="1468" y="36593"/>
                  </a:lnTo>
                  <a:cubicBezTo>
                    <a:pt x="1869" y="36360"/>
                    <a:pt x="2102" y="35926"/>
                    <a:pt x="2135" y="35459"/>
                  </a:cubicBezTo>
                  <a:lnTo>
                    <a:pt x="2135" y="32590"/>
                  </a:lnTo>
                  <a:cubicBezTo>
                    <a:pt x="2135" y="32424"/>
                    <a:pt x="2236" y="32290"/>
                    <a:pt x="2369" y="32190"/>
                  </a:cubicBezTo>
                  <a:lnTo>
                    <a:pt x="11442" y="26920"/>
                  </a:lnTo>
                  <a:lnTo>
                    <a:pt x="11442" y="29622"/>
                  </a:lnTo>
                  <a:cubicBezTo>
                    <a:pt x="11409" y="29989"/>
                    <a:pt x="11709" y="30322"/>
                    <a:pt x="12109" y="30356"/>
                  </a:cubicBezTo>
                  <a:cubicBezTo>
                    <a:pt x="12276" y="30356"/>
                    <a:pt x="12409" y="30289"/>
                    <a:pt x="12543" y="30222"/>
                  </a:cubicBezTo>
                  <a:lnTo>
                    <a:pt x="63946" y="534"/>
                  </a:lnTo>
                  <a:close/>
                  <a:moveTo>
                    <a:pt x="64113" y="0"/>
                  </a:moveTo>
                  <a:cubicBezTo>
                    <a:pt x="64046" y="0"/>
                    <a:pt x="63980" y="34"/>
                    <a:pt x="63913" y="67"/>
                  </a:cubicBezTo>
                  <a:lnTo>
                    <a:pt x="12309" y="29855"/>
                  </a:lnTo>
                  <a:cubicBezTo>
                    <a:pt x="12243" y="29889"/>
                    <a:pt x="12176" y="29922"/>
                    <a:pt x="12109" y="29922"/>
                  </a:cubicBezTo>
                  <a:cubicBezTo>
                    <a:pt x="11976" y="29922"/>
                    <a:pt x="11876" y="29788"/>
                    <a:pt x="11876" y="29588"/>
                  </a:cubicBezTo>
                  <a:lnTo>
                    <a:pt x="11876" y="26720"/>
                  </a:lnTo>
                  <a:cubicBezTo>
                    <a:pt x="11876" y="26519"/>
                    <a:pt x="11776" y="26419"/>
                    <a:pt x="11609" y="26419"/>
                  </a:cubicBezTo>
                  <a:cubicBezTo>
                    <a:pt x="11542" y="26419"/>
                    <a:pt x="11475" y="26419"/>
                    <a:pt x="11409" y="26486"/>
                  </a:cubicBezTo>
                  <a:lnTo>
                    <a:pt x="2169" y="31823"/>
                  </a:lnTo>
                  <a:cubicBezTo>
                    <a:pt x="1902" y="31990"/>
                    <a:pt x="1735" y="32290"/>
                    <a:pt x="1702" y="32590"/>
                  </a:cubicBezTo>
                  <a:lnTo>
                    <a:pt x="1702" y="35459"/>
                  </a:lnTo>
                  <a:cubicBezTo>
                    <a:pt x="1668" y="35793"/>
                    <a:pt x="1502" y="36060"/>
                    <a:pt x="1235" y="36260"/>
                  </a:cubicBezTo>
                  <a:lnTo>
                    <a:pt x="468" y="36693"/>
                  </a:lnTo>
                  <a:cubicBezTo>
                    <a:pt x="201" y="36894"/>
                    <a:pt x="34" y="37160"/>
                    <a:pt x="1" y="37494"/>
                  </a:cubicBezTo>
                  <a:lnTo>
                    <a:pt x="1" y="87296"/>
                  </a:lnTo>
                  <a:cubicBezTo>
                    <a:pt x="1" y="87496"/>
                    <a:pt x="101" y="87630"/>
                    <a:pt x="267" y="87630"/>
                  </a:cubicBezTo>
                  <a:cubicBezTo>
                    <a:pt x="334" y="87630"/>
                    <a:pt x="401" y="87597"/>
                    <a:pt x="468" y="87563"/>
                  </a:cubicBezTo>
                  <a:lnTo>
                    <a:pt x="63913" y="50904"/>
                  </a:lnTo>
                  <a:cubicBezTo>
                    <a:pt x="64180" y="50737"/>
                    <a:pt x="64347" y="50470"/>
                    <a:pt x="64380" y="50136"/>
                  </a:cubicBezTo>
                  <a:lnTo>
                    <a:pt x="64380" y="334"/>
                  </a:lnTo>
                  <a:cubicBezTo>
                    <a:pt x="64380" y="134"/>
                    <a:pt x="64280" y="0"/>
                    <a:pt x="6411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7"/>
            <p:cNvSpPr/>
            <p:nvPr/>
          </p:nvSpPr>
          <p:spPr>
            <a:xfrm>
              <a:off x="3226650" y="2378125"/>
              <a:ext cx="160125" cy="160000"/>
            </a:xfrm>
            <a:custGeom>
              <a:rect b="b" l="l" r="r" t="t"/>
              <a:pathLst>
                <a:path extrusionOk="0" h="6400" w="6405">
                  <a:moveTo>
                    <a:pt x="5938" y="428"/>
                  </a:moveTo>
                  <a:cubicBezTo>
                    <a:pt x="5971" y="462"/>
                    <a:pt x="5971" y="495"/>
                    <a:pt x="5971" y="562"/>
                  </a:cubicBezTo>
                  <a:lnTo>
                    <a:pt x="5971" y="2430"/>
                  </a:lnTo>
                  <a:cubicBezTo>
                    <a:pt x="5938" y="2663"/>
                    <a:pt x="5804" y="2897"/>
                    <a:pt x="5604" y="3030"/>
                  </a:cubicBezTo>
                  <a:lnTo>
                    <a:pt x="601" y="5932"/>
                  </a:lnTo>
                  <a:cubicBezTo>
                    <a:pt x="567" y="5966"/>
                    <a:pt x="501" y="5966"/>
                    <a:pt x="467" y="5966"/>
                  </a:cubicBezTo>
                  <a:cubicBezTo>
                    <a:pt x="434" y="5932"/>
                    <a:pt x="434" y="5899"/>
                    <a:pt x="434" y="5865"/>
                  </a:cubicBezTo>
                  <a:lnTo>
                    <a:pt x="434" y="3964"/>
                  </a:lnTo>
                  <a:cubicBezTo>
                    <a:pt x="467" y="3731"/>
                    <a:pt x="601" y="3497"/>
                    <a:pt x="801" y="3364"/>
                  </a:cubicBezTo>
                  <a:lnTo>
                    <a:pt x="5838" y="462"/>
                  </a:lnTo>
                  <a:cubicBezTo>
                    <a:pt x="5838" y="428"/>
                    <a:pt x="5904" y="428"/>
                    <a:pt x="5938" y="428"/>
                  </a:cubicBezTo>
                  <a:close/>
                  <a:moveTo>
                    <a:pt x="5916" y="1"/>
                  </a:moveTo>
                  <a:cubicBezTo>
                    <a:pt x="5809" y="1"/>
                    <a:pt x="5701" y="37"/>
                    <a:pt x="5604" y="95"/>
                  </a:cubicBezTo>
                  <a:lnTo>
                    <a:pt x="601" y="2997"/>
                  </a:lnTo>
                  <a:cubicBezTo>
                    <a:pt x="267" y="3230"/>
                    <a:pt x="34" y="3564"/>
                    <a:pt x="34" y="3964"/>
                  </a:cubicBezTo>
                  <a:lnTo>
                    <a:pt x="34" y="5865"/>
                  </a:lnTo>
                  <a:cubicBezTo>
                    <a:pt x="0" y="6032"/>
                    <a:pt x="100" y="6232"/>
                    <a:pt x="267" y="6332"/>
                  </a:cubicBezTo>
                  <a:cubicBezTo>
                    <a:pt x="334" y="6366"/>
                    <a:pt x="400" y="6399"/>
                    <a:pt x="501" y="6399"/>
                  </a:cubicBezTo>
                  <a:cubicBezTo>
                    <a:pt x="601" y="6399"/>
                    <a:pt x="701" y="6366"/>
                    <a:pt x="801" y="6299"/>
                  </a:cubicBezTo>
                  <a:lnTo>
                    <a:pt x="5838" y="3397"/>
                  </a:lnTo>
                  <a:cubicBezTo>
                    <a:pt x="6138" y="3164"/>
                    <a:pt x="6371" y="2797"/>
                    <a:pt x="6371" y="2430"/>
                  </a:cubicBezTo>
                  <a:lnTo>
                    <a:pt x="6371" y="528"/>
                  </a:lnTo>
                  <a:cubicBezTo>
                    <a:pt x="6405" y="328"/>
                    <a:pt x="6305" y="161"/>
                    <a:pt x="6138" y="61"/>
                  </a:cubicBezTo>
                  <a:cubicBezTo>
                    <a:pt x="6068" y="19"/>
                    <a:pt x="5992" y="1"/>
                    <a:pt x="59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7"/>
            <p:cNvSpPr/>
            <p:nvPr/>
          </p:nvSpPr>
          <p:spPr>
            <a:xfrm>
              <a:off x="3246650" y="2433200"/>
              <a:ext cx="96775" cy="66050"/>
            </a:xfrm>
            <a:custGeom>
              <a:rect b="b" l="l" r="r" t="t"/>
              <a:pathLst>
                <a:path extrusionOk="0" h="2642" w="3871">
                  <a:moveTo>
                    <a:pt x="3691" y="1"/>
                  </a:moveTo>
                  <a:cubicBezTo>
                    <a:pt x="3654" y="1"/>
                    <a:pt x="3613" y="9"/>
                    <a:pt x="3570" y="27"/>
                  </a:cubicBezTo>
                  <a:lnTo>
                    <a:pt x="301" y="1928"/>
                  </a:lnTo>
                  <a:cubicBezTo>
                    <a:pt x="134" y="2061"/>
                    <a:pt x="1" y="2228"/>
                    <a:pt x="1" y="2428"/>
                  </a:cubicBezTo>
                  <a:cubicBezTo>
                    <a:pt x="1" y="2566"/>
                    <a:pt x="64" y="2641"/>
                    <a:pt x="159" y="2641"/>
                  </a:cubicBezTo>
                  <a:cubicBezTo>
                    <a:pt x="201" y="2641"/>
                    <a:pt x="249" y="2626"/>
                    <a:pt x="301" y="2595"/>
                  </a:cubicBezTo>
                  <a:lnTo>
                    <a:pt x="3570" y="694"/>
                  </a:lnTo>
                  <a:cubicBezTo>
                    <a:pt x="3770" y="594"/>
                    <a:pt x="3870" y="393"/>
                    <a:pt x="3870" y="193"/>
                  </a:cubicBezTo>
                  <a:cubicBezTo>
                    <a:pt x="3870" y="70"/>
                    <a:pt x="3797" y="1"/>
                    <a:pt x="36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7"/>
            <p:cNvSpPr/>
            <p:nvPr/>
          </p:nvSpPr>
          <p:spPr>
            <a:xfrm>
              <a:off x="3355075" y="2416350"/>
              <a:ext cx="14200" cy="20025"/>
            </a:xfrm>
            <a:custGeom>
              <a:rect b="b" l="l" r="r" t="t"/>
              <a:pathLst>
                <a:path extrusionOk="0" h="801" w="568">
                  <a:moveTo>
                    <a:pt x="567" y="0"/>
                  </a:moveTo>
                  <a:lnTo>
                    <a:pt x="34" y="334"/>
                  </a:lnTo>
                  <a:cubicBezTo>
                    <a:pt x="0" y="334"/>
                    <a:pt x="0" y="367"/>
                    <a:pt x="0" y="400"/>
                  </a:cubicBezTo>
                  <a:lnTo>
                    <a:pt x="267" y="801"/>
                  </a:lnTo>
                  <a:cubicBezTo>
                    <a:pt x="267" y="801"/>
                    <a:pt x="300" y="801"/>
                    <a:pt x="300" y="767"/>
                  </a:cubicBezTo>
                  <a:lnTo>
                    <a:pt x="567" y="67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7"/>
            <p:cNvSpPr/>
            <p:nvPr/>
          </p:nvSpPr>
          <p:spPr>
            <a:xfrm>
              <a:off x="3210800" y="2994475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619" y="0"/>
                  </a:moveTo>
                  <a:cubicBezTo>
                    <a:pt x="565" y="0"/>
                    <a:pt x="502" y="19"/>
                    <a:pt x="434" y="58"/>
                  </a:cubicBezTo>
                  <a:cubicBezTo>
                    <a:pt x="167" y="225"/>
                    <a:pt x="34" y="525"/>
                    <a:pt x="0" y="826"/>
                  </a:cubicBezTo>
                  <a:cubicBezTo>
                    <a:pt x="0" y="1013"/>
                    <a:pt x="99" y="1118"/>
                    <a:pt x="238" y="1118"/>
                  </a:cubicBezTo>
                  <a:cubicBezTo>
                    <a:pt x="298" y="1118"/>
                    <a:pt x="364" y="1099"/>
                    <a:pt x="434" y="1059"/>
                  </a:cubicBezTo>
                  <a:cubicBezTo>
                    <a:pt x="668" y="892"/>
                    <a:pt x="834" y="625"/>
                    <a:pt x="834" y="325"/>
                  </a:cubicBezTo>
                  <a:cubicBezTo>
                    <a:pt x="834" y="113"/>
                    <a:pt x="751" y="0"/>
                    <a:pt x="61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7"/>
            <p:cNvSpPr/>
            <p:nvPr/>
          </p:nvSpPr>
          <p:spPr>
            <a:xfrm>
              <a:off x="3295850" y="2896875"/>
              <a:ext cx="21725" cy="27975"/>
            </a:xfrm>
            <a:custGeom>
              <a:rect b="b" l="l" r="r" t="t"/>
              <a:pathLst>
                <a:path extrusionOk="0" h="1119" w="869">
                  <a:moveTo>
                    <a:pt x="630" y="1"/>
                  </a:moveTo>
                  <a:cubicBezTo>
                    <a:pt x="571" y="1"/>
                    <a:pt x="504" y="20"/>
                    <a:pt x="434" y="60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28" y="1118"/>
                  </a:cubicBezTo>
                  <a:cubicBezTo>
                    <a:pt x="287" y="1118"/>
                    <a:pt x="357" y="1099"/>
                    <a:pt x="434" y="1060"/>
                  </a:cubicBezTo>
                  <a:cubicBezTo>
                    <a:pt x="668" y="893"/>
                    <a:pt x="835" y="593"/>
                    <a:pt x="868" y="293"/>
                  </a:cubicBezTo>
                  <a:cubicBezTo>
                    <a:pt x="868" y="106"/>
                    <a:pt x="770" y="1"/>
                    <a:pt x="6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7"/>
            <p:cNvSpPr/>
            <p:nvPr/>
          </p:nvSpPr>
          <p:spPr>
            <a:xfrm>
              <a:off x="3380075" y="2847700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619" y="0"/>
                  </a:moveTo>
                  <a:cubicBezTo>
                    <a:pt x="565" y="0"/>
                    <a:pt x="503" y="19"/>
                    <a:pt x="435" y="58"/>
                  </a:cubicBezTo>
                  <a:cubicBezTo>
                    <a:pt x="168" y="225"/>
                    <a:pt x="1" y="525"/>
                    <a:pt x="1" y="826"/>
                  </a:cubicBezTo>
                  <a:cubicBezTo>
                    <a:pt x="1" y="1013"/>
                    <a:pt x="99" y="1118"/>
                    <a:pt x="239" y="1118"/>
                  </a:cubicBezTo>
                  <a:cubicBezTo>
                    <a:pt x="298" y="1118"/>
                    <a:pt x="365" y="1099"/>
                    <a:pt x="435" y="1059"/>
                  </a:cubicBezTo>
                  <a:cubicBezTo>
                    <a:pt x="668" y="892"/>
                    <a:pt x="835" y="626"/>
                    <a:pt x="835" y="325"/>
                  </a:cubicBezTo>
                  <a:cubicBezTo>
                    <a:pt x="835" y="113"/>
                    <a:pt x="751" y="0"/>
                    <a:pt x="61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7"/>
            <p:cNvSpPr/>
            <p:nvPr/>
          </p:nvSpPr>
          <p:spPr>
            <a:xfrm>
              <a:off x="3465150" y="282032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592" y="0"/>
                  </a:moveTo>
                  <a:cubicBezTo>
                    <a:pt x="536" y="0"/>
                    <a:pt x="472" y="17"/>
                    <a:pt x="401" y="53"/>
                  </a:cubicBezTo>
                  <a:cubicBezTo>
                    <a:pt x="167" y="219"/>
                    <a:pt x="0" y="520"/>
                    <a:pt x="0" y="820"/>
                  </a:cubicBezTo>
                  <a:cubicBezTo>
                    <a:pt x="0" y="1006"/>
                    <a:pt x="81" y="1127"/>
                    <a:pt x="209" y="1127"/>
                  </a:cubicBezTo>
                  <a:cubicBezTo>
                    <a:pt x="265" y="1127"/>
                    <a:pt x="330" y="1104"/>
                    <a:pt x="401" y="1053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4"/>
                    <a:pt x="745" y="0"/>
                    <a:pt x="59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7"/>
            <p:cNvSpPr/>
            <p:nvPr/>
          </p:nvSpPr>
          <p:spPr>
            <a:xfrm>
              <a:off x="3550200" y="2732600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597" y="0"/>
                  </a:moveTo>
                  <a:cubicBezTo>
                    <a:pt x="537" y="0"/>
                    <a:pt x="471" y="19"/>
                    <a:pt x="401" y="59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35" y="893"/>
                    <a:pt x="801" y="593"/>
                    <a:pt x="835" y="293"/>
                  </a:cubicBezTo>
                  <a:cubicBezTo>
                    <a:pt x="835" y="105"/>
                    <a:pt x="736" y="0"/>
                    <a:pt x="59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7"/>
            <p:cNvSpPr/>
            <p:nvPr/>
          </p:nvSpPr>
          <p:spPr>
            <a:xfrm>
              <a:off x="3634425" y="270107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606" y="0"/>
                  </a:moveTo>
                  <a:cubicBezTo>
                    <a:pt x="555" y="0"/>
                    <a:pt x="497" y="17"/>
                    <a:pt x="434" y="53"/>
                  </a:cubicBezTo>
                  <a:cubicBezTo>
                    <a:pt x="168" y="219"/>
                    <a:pt x="1" y="520"/>
                    <a:pt x="1" y="820"/>
                  </a:cubicBezTo>
                  <a:cubicBezTo>
                    <a:pt x="1" y="1006"/>
                    <a:pt x="82" y="1127"/>
                    <a:pt x="221" y="1127"/>
                  </a:cubicBezTo>
                  <a:cubicBezTo>
                    <a:pt x="282" y="1127"/>
                    <a:pt x="354" y="1104"/>
                    <a:pt x="434" y="1053"/>
                  </a:cubicBezTo>
                  <a:cubicBezTo>
                    <a:pt x="668" y="886"/>
                    <a:pt x="835" y="620"/>
                    <a:pt x="835" y="319"/>
                  </a:cubicBezTo>
                  <a:cubicBezTo>
                    <a:pt x="835" y="124"/>
                    <a:pt x="745" y="0"/>
                    <a:pt x="6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7"/>
            <p:cNvSpPr/>
            <p:nvPr/>
          </p:nvSpPr>
          <p:spPr>
            <a:xfrm>
              <a:off x="3719500" y="260297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599" y="0"/>
                  </a:moveTo>
                  <a:cubicBezTo>
                    <a:pt x="539" y="0"/>
                    <a:pt x="471" y="23"/>
                    <a:pt x="401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0"/>
                    <a:pt x="401" y="1074"/>
                  </a:cubicBezTo>
                  <a:cubicBezTo>
                    <a:pt x="667" y="908"/>
                    <a:pt x="834" y="607"/>
                    <a:pt x="834" y="307"/>
                  </a:cubicBezTo>
                  <a:cubicBezTo>
                    <a:pt x="834" y="121"/>
                    <a:pt x="737" y="0"/>
                    <a:pt x="59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7"/>
            <p:cNvSpPr/>
            <p:nvPr/>
          </p:nvSpPr>
          <p:spPr>
            <a:xfrm>
              <a:off x="3803725" y="2579150"/>
              <a:ext cx="20875" cy="27975"/>
            </a:xfrm>
            <a:custGeom>
              <a:rect b="b" l="l" r="r" t="t"/>
              <a:pathLst>
                <a:path extrusionOk="0" h="1119" w="835">
                  <a:moveTo>
                    <a:pt x="623" y="1"/>
                  </a:moveTo>
                  <a:cubicBezTo>
                    <a:pt x="567" y="1"/>
                    <a:pt x="504" y="20"/>
                    <a:pt x="434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28" y="1118"/>
                  </a:cubicBezTo>
                  <a:cubicBezTo>
                    <a:pt x="287" y="1118"/>
                    <a:pt x="356" y="1099"/>
                    <a:pt x="434" y="1060"/>
                  </a:cubicBezTo>
                  <a:cubicBezTo>
                    <a:pt x="667" y="893"/>
                    <a:pt x="834" y="593"/>
                    <a:pt x="834" y="293"/>
                  </a:cubicBezTo>
                  <a:cubicBezTo>
                    <a:pt x="834" y="106"/>
                    <a:pt x="752" y="1"/>
                    <a:pt x="6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7"/>
            <p:cNvSpPr/>
            <p:nvPr/>
          </p:nvSpPr>
          <p:spPr>
            <a:xfrm>
              <a:off x="3888775" y="2309825"/>
              <a:ext cx="20875" cy="28325"/>
            </a:xfrm>
            <a:custGeom>
              <a:rect b="b" l="l" r="r" t="t"/>
              <a:pathLst>
                <a:path extrusionOk="0" h="1133" w="835">
                  <a:moveTo>
                    <a:pt x="593" y="0"/>
                  </a:moveTo>
                  <a:cubicBezTo>
                    <a:pt x="534" y="0"/>
                    <a:pt x="469" y="19"/>
                    <a:pt x="401" y="58"/>
                  </a:cubicBezTo>
                  <a:cubicBezTo>
                    <a:pt x="168" y="225"/>
                    <a:pt x="1" y="525"/>
                    <a:pt x="1" y="825"/>
                  </a:cubicBezTo>
                  <a:cubicBezTo>
                    <a:pt x="1" y="1011"/>
                    <a:pt x="82" y="1132"/>
                    <a:pt x="210" y="1132"/>
                  </a:cubicBezTo>
                  <a:cubicBezTo>
                    <a:pt x="266" y="1132"/>
                    <a:pt x="330" y="1109"/>
                    <a:pt x="401" y="1059"/>
                  </a:cubicBezTo>
                  <a:cubicBezTo>
                    <a:pt x="668" y="892"/>
                    <a:pt x="801" y="625"/>
                    <a:pt x="835" y="325"/>
                  </a:cubicBezTo>
                  <a:cubicBezTo>
                    <a:pt x="835" y="112"/>
                    <a:pt x="734" y="0"/>
                    <a:pt x="59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7"/>
            <p:cNvSpPr/>
            <p:nvPr/>
          </p:nvSpPr>
          <p:spPr>
            <a:xfrm>
              <a:off x="3973000" y="2457025"/>
              <a:ext cx="21725" cy="28200"/>
            </a:xfrm>
            <a:custGeom>
              <a:rect b="b" l="l" r="r" t="t"/>
              <a:pathLst>
                <a:path extrusionOk="0" h="1128" w="869">
                  <a:moveTo>
                    <a:pt x="633" y="1"/>
                  </a:moveTo>
                  <a:cubicBezTo>
                    <a:pt x="573" y="1"/>
                    <a:pt x="505" y="24"/>
                    <a:pt x="434" y="74"/>
                  </a:cubicBezTo>
                  <a:cubicBezTo>
                    <a:pt x="168" y="208"/>
                    <a:pt x="1" y="508"/>
                    <a:pt x="1" y="808"/>
                  </a:cubicBezTo>
                  <a:cubicBezTo>
                    <a:pt x="1" y="1003"/>
                    <a:pt x="108" y="1127"/>
                    <a:pt x="257" y="1127"/>
                  </a:cubicBezTo>
                  <a:cubicBezTo>
                    <a:pt x="312" y="1127"/>
                    <a:pt x="372" y="1111"/>
                    <a:pt x="434" y="1075"/>
                  </a:cubicBezTo>
                  <a:cubicBezTo>
                    <a:pt x="668" y="875"/>
                    <a:pt x="835" y="608"/>
                    <a:pt x="868" y="308"/>
                  </a:cubicBezTo>
                  <a:cubicBezTo>
                    <a:pt x="868" y="122"/>
                    <a:pt x="771" y="1"/>
                    <a:pt x="6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4058075" y="245702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14" y="1"/>
                  </a:moveTo>
                  <a:cubicBezTo>
                    <a:pt x="553" y="1"/>
                    <a:pt x="481" y="24"/>
                    <a:pt x="401" y="74"/>
                  </a:cubicBezTo>
                  <a:cubicBezTo>
                    <a:pt x="167" y="241"/>
                    <a:pt x="0" y="508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1"/>
                    <a:pt x="401" y="1075"/>
                  </a:cubicBezTo>
                  <a:cubicBezTo>
                    <a:pt x="667" y="875"/>
                    <a:pt x="801" y="608"/>
                    <a:pt x="834" y="308"/>
                  </a:cubicBezTo>
                  <a:cubicBezTo>
                    <a:pt x="834" y="122"/>
                    <a:pt x="753" y="1"/>
                    <a:pt x="61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4142300" y="245702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25" y="1"/>
                  </a:moveTo>
                  <a:cubicBezTo>
                    <a:pt x="569" y="1"/>
                    <a:pt x="505" y="24"/>
                    <a:pt x="434" y="74"/>
                  </a:cubicBezTo>
                  <a:cubicBezTo>
                    <a:pt x="167" y="241"/>
                    <a:pt x="34" y="508"/>
                    <a:pt x="0" y="808"/>
                  </a:cubicBezTo>
                  <a:cubicBezTo>
                    <a:pt x="0" y="1003"/>
                    <a:pt x="108" y="1127"/>
                    <a:pt x="257" y="1127"/>
                  </a:cubicBezTo>
                  <a:cubicBezTo>
                    <a:pt x="311" y="1127"/>
                    <a:pt x="371" y="1111"/>
                    <a:pt x="434" y="1075"/>
                  </a:cubicBezTo>
                  <a:cubicBezTo>
                    <a:pt x="667" y="875"/>
                    <a:pt x="834" y="608"/>
                    <a:pt x="834" y="308"/>
                  </a:cubicBezTo>
                  <a:cubicBezTo>
                    <a:pt x="834" y="122"/>
                    <a:pt x="753" y="1"/>
                    <a:pt x="62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4226525" y="2309825"/>
              <a:ext cx="21700" cy="28325"/>
            </a:xfrm>
            <a:custGeom>
              <a:rect b="b" l="l" r="r" t="t"/>
              <a:pathLst>
                <a:path extrusionOk="0" h="1133" w="868">
                  <a:moveTo>
                    <a:pt x="640" y="0"/>
                  </a:moveTo>
                  <a:cubicBezTo>
                    <a:pt x="581" y="0"/>
                    <a:pt x="512" y="19"/>
                    <a:pt x="434" y="58"/>
                  </a:cubicBezTo>
                  <a:cubicBezTo>
                    <a:pt x="201" y="225"/>
                    <a:pt x="34" y="525"/>
                    <a:pt x="0" y="825"/>
                  </a:cubicBezTo>
                  <a:cubicBezTo>
                    <a:pt x="0" y="1011"/>
                    <a:pt x="98" y="1132"/>
                    <a:pt x="235" y="1132"/>
                  </a:cubicBezTo>
                  <a:cubicBezTo>
                    <a:pt x="295" y="1132"/>
                    <a:pt x="363" y="1109"/>
                    <a:pt x="434" y="1059"/>
                  </a:cubicBezTo>
                  <a:cubicBezTo>
                    <a:pt x="701" y="892"/>
                    <a:pt x="834" y="625"/>
                    <a:pt x="868" y="325"/>
                  </a:cubicBezTo>
                  <a:cubicBezTo>
                    <a:pt x="868" y="112"/>
                    <a:pt x="784" y="0"/>
                    <a:pt x="64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4311575" y="2281900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26" y="1"/>
                  </a:moveTo>
                  <a:cubicBezTo>
                    <a:pt x="570" y="1"/>
                    <a:pt x="505" y="24"/>
                    <a:pt x="434" y="74"/>
                  </a:cubicBezTo>
                  <a:cubicBezTo>
                    <a:pt x="168" y="241"/>
                    <a:pt x="34" y="508"/>
                    <a:pt x="1" y="808"/>
                  </a:cubicBezTo>
                  <a:cubicBezTo>
                    <a:pt x="1" y="1003"/>
                    <a:pt x="108" y="1127"/>
                    <a:pt x="257" y="1127"/>
                  </a:cubicBezTo>
                  <a:cubicBezTo>
                    <a:pt x="312" y="1127"/>
                    <a:pt x="372" y="1111"/>
                    <a:pt x="434" y="1075"/>
                  </a:cubicBezTo>
                  <a:cubicBezTo>
                    <a:pt x="668" y="908"/>
                    <a:pt x="835" y="608"/>
                    <a:pt x="835" y="308"/>
                  </a:cubicBezTo>
                  <a:cubicBezTo>
                    <a:pt x="835" y="122"/>
                    <a:pt x="754" y="1"/>
                    <a:pt x="62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7"/>
            <p:cNvSpPr/>
            <p:nvPr/>
          </p:nvSpPr>
          <p:spPr>
            <a:xfrm>
              <a:off x="4396650" y="2163175"/>
              <a:ext cx="21700" cy="28200"/>
            </a:xfrm>
            <a:custGeom>
              <a:rect b="b" l="l" r="r" t="t"/>
              <a:pathLst>
                <a:path extrusionOk="0" h="1128" w="868">
                  <a:moveTo>
                    <a:pt x="611" y="1"/>
                  </a:moveTo>
                  <a:cubicBezTo>
                    <a:pt x="557" y="1"/>
                    <a:pt x="496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06"/>
                    <a:pt x="97" y="1127"/>
                    <a:pt x="235" y="1127"/>
                  </a:cubicBezTo>
                  <a:cubicBezTo>
                    <a:pt x="295" y="1127"/>
                    <a:pt x="363" y="1104"/>
                    <a:pt x="434" y="1054"/>
                  </a:cubicBezTo>
                  <a:cubicBezTo>
                    <a:pt x="667" y="887"/>
                    <a:pt x="834" y="620"/>
                    <a:pt x="868" y="320"/>
                  </a:cubicBezTo>
                  <a:cubicBezTo>
                    <a:pt x="868" y="125"/>
                    <a:pt x="760" y="1"/>
                    <a:pt x="61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7"/>
            <p:cNvSpPr/>
            <p:nvPr/>
          </p:nvSpPr>
          <p:spPr>
            <a:xfrm>
              <a:off x="4480025" y="2163675"/>
              <a:ext cx="23375" cy="28250"/>
            </a:xfrm>
            <a:custGeom>
              <a:rect b="b" l="l" r="r" t="t"/>
              <a:pathLst>
                <a:path extrusionOk="0" h="1130" w="935">
                  <a:moveTo>
                    <a:pt x="645" y="0"/>
                  </a:moveTo>
                  <a:cubicBezTo>
                    <a:pt x="488" y="0"/>
                    <a:pt x="298" y="133"/>
                    <a:pt x="168" y="367"/>
                  </a:cubicBezTo>
                  <a:cubicBezTo>
                    <a:pt x="1" y="667"/>
                    <a:pt x="1" y="1001"/>
                    <a:pt x="168" y="1101"/>
                  </a:cubicBezTo>
                  <a:cubicBezTo>
                    <a:pt x="201" y="1120"/>
                    <a:pt x="237" y="1130"/>
                    <a:pt x="277" y="1130"/>
                  </a:cubicBezTo>
                  <a:cubicBezTo>
                    <a:pt x="436" y="1130"/>
                    <a:pt x="634" y="975"/>
                    <a:pt x="768" y="734"/>
                  </a:cubicBezTo>
                  <a:cubicBezTo>
                    <a:pt x="935" y="433"/>
                    <a:pt x="935" y="133"/>
                    <a:pt x="768" y="33"/>
                  </a:cubicBezTo>
                  <a:cubicBezTo>
                    <a:pt x="731" y="11"/>
                    <a:pt x="689" y="0"/>
                    <a:pt x="64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7"/>
            <p:cNvSpPr/>
            <p:nvPr/>
          </p:nvSpPr>
          <p:spPr>
            <a:xfrm>
              <a:off x="4564275" y="2163675"/>
              <a:ext cx="24200" cy="28250"/>
            </a:xfrm>
            <a:custGeom>
              <a:rect b="b" l="l" r="r" t="t"/>
              <a:pathLst>
                <a:path extrusionOk="0" h="1130" w="968">
                  <a:moveTo>
                    <a:pt x="677" y="0"/>
                  </a:moveTo>
                  <a:cubicBezTo>
                    <a:pt x="521" y="0"/>
                    <a:pt x="330" y="133"/>
                    <a:pt x="200" y="367"/>
                  </a:cubicBezTo>
                  <a:cubicBezTo>
                    <a:pt x="0" y="667"/>
                    <a:pt x="0" y="1001"/>
                    <a:pt x="167" y="1101"/>
                  </a:cubicBezTo>
                  <a:cubicBezTo>
                    <a:pt x="206" y="1120"/>
                    <a:pt x="248" y="1130"/>
                    <a:pt x="292" y="1130"/>
                  </a:cubicBezTo>
                  <a:cubicBezTo>
                    <a:pt x="468" y="1130"/>
                    <a:pt x="667" y="975"/>
                    <a:pt x="801" y="734"/>
                  </a:cubicBezTo>
                  <a:cubicBezTo>
                    <a:pt x="967" y="433"/>
                    <a:pt x="967" y="100"/>
                    <a:pt x="801" y="33"/>
                  </a:cubicBezTo>
                  <a:cubicBezTo>
                    <a:pt x="764" y="11"/>
                    <a:pt x="722" y="0"/>
                    <a:pt x="67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4650150" y="2114650"/>
              <a:ext cx="21725" cy="27975"/>
            </a:xfrm>
            <a:custGeom>
              <a:rect b="b" l="l" r="r" t="t"/>
              <a:pathLst>
                <a:path extrusionOk="0" h="1119" w="869">
                  <a:moveTo>
                    <a:pt x="656" y="1"/>
                  </a:moveTo>
                  <a:cubicBezTo>
                    <a:pt x="601" y="1"/>
                    <a:pt x="538" y="20"/>
                    <a:pt x="468" y="59"/>
                  </a:cubicBezTo>
                  <a:cubicBezTo>
                    <a:pt x="201" y="226"/>
                    <a:pt x="34" y="493"/>
                    <a:pt x="1" y="793"/>
                  </a:cubicBezTo>
                  <a:cubicBezTo>
                    <a:pt x="1" y="1006"/>
                    <a:pt x="101" y="1118"/>
                    <a:pt x="255" y="1118"/>
                  </a:cubicBezTo>
                  <a:cubicBezTo>
                    <a:pt x="318" y="1118"/>
                    <a:pt x="390" y="1099"/>
                    <a:pt x="468" y="1060"/>
                  </a:cubicBezTo>
                  <a:cubicBezTo>
                    <a:pt x="701" y="893"/>
                    <a:pt x="868" y="593"/>
                    <a:pt x="868" y="293"/>
                  </a:cubicBezTo>
                  <a:cubicBezTo>
                    <a:pt x="868" y="106"/>
                    <a:pt x="786" y="1"/>
                    <a:pt x="65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3218300" y="2125775"/>
              <a:ext cx="1446050" cy="885175"/>
            </a:xfrm>
            <a:custGeom>
              <a:rect b="b" l="l" r="r" t="t"/>
              <a:pathLst>
                <a:path extrusionOk="0" h="35407" w="57842">
                  <a:moveTo>
                    <a:pt x="57711" y="1"/>
                  </a:moveTo>
                  <a:cubicBezTo>
                    <a:pt x="57698" y="1"/>
                    <a:pt x="57685" y="5"/>
                    <a:pt x="57675" y="15"/>
                  </a:cubicBezTo>
                  <a:lnTo>
                    <a:pt x="54306" y="1983"/>
                  </a:lnTo>
                  <a:lnTo>
                    <a:pt x="47535" y="1983"/>
                  </a:lnTo>
                  <a:cubicBezTo>
                    <a:pt x="47525" y="1973"/>
                    <a:pt x="47518" y="1969"/>
                    <a:pt x="47512" y="1969"/>
                  </a:cubicBezTo>
                  <a:cubicBezTo>
                    <a:pt x="47498" y="1969"/>
                    <a:pt x="47491" y="1993"/>
                    <a:pt x="47468" y="2016"/>
                  </a:cubicBezTo>
                  <a:lnTo>
                    <a:pt x="44099" y="6720"/>
                  </a:lnTo>
                  <a:lnTo>
                    <a:pt x="40730" y="7854"/>
                  </a:lnTo>
                  <a:cubicBezTo>
                    <a:pt x="40730" y="7854"/>
                    <a:pt x="40696" y="7854"/>
                    <a:pt x="40696" y="7887"/>
                  </a:cubicBezTo>
                  <a:lnTo>
                    <a:pt x="37361" y="13691"/>
                  </a:lnTo>
                  <a:lnTo>
                    <a:pt x="30689" y="13691"/>
                  </a:lnTo>
                  <a:lnTo>
                    <a:pt x="27320" y="7854"/>
                  </a:lnTo>
                  <a:cubicBezTo>
                    <a:pt x="27287" y="7820"/>
                    <a:pt x="27253" y="7820"/>
                    <a:pt x="27220" y="7820"/>
                  </a:cubicBezTo>
                  <a:cubicBezTo>
                    <a:pt x="27187" y="7820"/>
                    <a:pt x="27120" y="7854"/>
                    <a:pt x="27120" y="7887"/>
                  </a:cubicBezTo>
                  <a:lnTo>
                    <a:pt x="23751" y="18561"/>
                  </a:lnTo>
                  <a:lnTo>
                    <a:pt x="20415" y="19529"/>
                  </a:lnTo>
                  <a:cubicBezTo>
                    <a:pt x="20415" y="19529"/>
                    <a:pt x="20382" y="19562"/>
                    <a:pt x="20382" y="19562"/>
                  </a:cubicBezTo>
                  <a:lnTo>
                    <a:pt x="17013" y="23465"/>
                  </a:lnTo>
                  <a:lnTo>
                    <a:pt x="13644" y="24699"/>
                  </a:lnTo>
                  <a:lnTo>
                    <a:pt x="13610" y="24732"/>
                  </a:lnTo>
                  <a:lnTo>
                    <a:pt x="10241" y="28235"/>
                  </a:lnTo>
                  <a:lnTo>
                    <a:pt x="6872" y="29336"/>
                  </a:lnTo>
                  <a:lnTo>
                    <a:pt x="3503" y="31270"/>
                  </a:lnTo>
                  <a:lnTo>
                    <a:pt x="3470" y="31304"/>
                  </a:lnTo>
                  <a:lnTo>
                    <a:pt x="34" y="35240"/>
                  </a:lnTo>
                  <a:cubicBezTo>
                    <a:pt x="1" y="35273"/>
                    <a:pt x="1" y="35340"/>
                    <a:pt x="34" y="35373"/>
                  </a:cubicBezTo>
                  <a:cubicBezTo>
                    <a:pt x="67" y="35407"/>
                    <a:pt x="101" y="35407"/>
                    <a:pt x="134" y="35407"/>
                  </a:cubicBezTo>
                  <a:cubicBezTo>
                    <a:pt x="134" y="35407"/>
                    <a:pt x="167" y="35407"/>
                    <a:pt x="201" y="35373"/>
                  </a:cubicBezTo>
                  <a:lnTo>
                    <a:pt x="3603" y="31504"/>
                  </a:lnTo>
                  <a:lnTo>
                    <a:pt x="6939" y="29569"/>
                  </a:lnTo>
                  <a:lnTo>
                    <a:pt x="10341" y="28468"/>
                  </a:lnTo>
                  <a:cubicBezTo>
                    <a:pt x="10341" y="28468"/>
                    <a:pt x="10375" y="28468"/>
                    <a:pt x="10375" y="28435"/>
                  </a:cubicBezTo>
                  <a:lnTo>
                    <a:pt x="13744" y="24933"/>
                  </a:lnTo>
                  <a:lnTo>
                    <a:pt x="17113" y="23698"/>
                  </a:lnTo>
                  <a:lnTo>
                    <a:pt x="17146" y="23665"/>
                  </a:lnTo>
                  <a:lnTo>
                    <a:pt x="20515" y="19762"/>
                  </a:lnTo>
                  <a:lnTo>
                    <a:pt x="23884" y="18795"/>
                  </a:lnTo>
                  <a:cubicBezTo>
                    <a:pt x="23918" y="18795"/>
                    <a:pt x="23951" y="18761"/>
                    <a:pt x="23951" y="18728"/>
                  </a:cubicBezTo>
                  <a:lnTo>
                    <a:pt x="27253" y="8187"/>
                  </a:lnTo>
                  <a:lnTo>
                    <a:pt x="30522" y="13858"/>
                  </a:lnTo>
                  <a:cubicBezTo>
                    <a:pt x="30556" y="13891"/>
                    <a:pt x="30589" y="13891"/>
                    <a:pt x="30622" y="13891"/>
                  </a:cubicBezTo>
                  <a:lnTo>
                    <a:pt x="37394" y="13891"/>
                  </a:lnTo>
                  <a:cubicBezTo>
                    <a:pt x="37427" y="13891"/>
                    <a:pt x="37461" y="13891"/>
                    <a:pt x="37494" y="13858"/>
                  </a:cubicBezTo>
                  <a:lnTo>
                    <a:pt x="40863" y="8020"/>
                  </a:lnTo>
                  <a:lnTo>
                    <a:pt x="44199" y="6886"/>
                  </a:lnTo>
                  <a:cubicBezTo>
                    <a:pt x="44199" y="6886"/>
                    <a:pt x="44232" y="6886"/>
                    <a:pt x="44232" y="6853"/>
                  </a:cubicBezTo>
                  <a:lnTo>
                    <a:pt x="47601" y="2150"/>
                  </a:lnTo>
                  <a:lnTo>
                    <a:pt x="54306" y="2150"/>
                  </a:lnTo>
                  <a:cubicBezTo>
                    <a:pt x="54323" y="2166"/>
                    <a:pt x="54339" y="2175"/>
                    <a:pt x="54352" y="2175"/>
                  </a:cubicBezTo>
                  <a:cubicBezTo>
                    <a:pt x="54364" y="2175"/>
                    <a:pt x="54373" y="2166"/>
                    <a:pt x="54373" y="2150"/>
                  </a:cubicBezTo>
                  <a:lnTo>
                    <a:pt x="57775" y="215"/>
                  </a:lnTo>
                  <a:cubicBezTo>
                    <a:pt x="57809" y="182"/>
                    <a:pt x="57842" y="115"/>
                    <a:pt x="57809" y="48"/>
                  </a:cubicBezTo>
                  <a:cubicBezTo>
                    <a:pt x="57785" y="24"/>
                    <a:pt x="57745" y="1"/>
                    <a:pt x="5771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3215800" y="2221525"/>
              <a:ext cx="1452050" cy="841975"/>
            </a:xfrm>
            <a:custGeom>
              <a:rect b="b" l="l" r="r" t="t"/>
              <a:pathLst>
                <a:path extrusionOk="0" h="33679" w="58082">
                  <a:moveTo>
                    <a:pt x="57800" y="1"/>
                  </a:moveTo>
                  <a:cubicBezTo>
                    <a:pt x="57771" y="1"/>
                    <a:pt x="57741" y="7"/>
                    <a:pt x="57708" y="21"/>
                  </a:cubicBezTo>
                  <a:lnTo>
                    <a:pt x="134" y="33278"/>
                  </a:lnTo>
                  <a:cubicBezTo>
                    <a:pt x="34" y="33345"/>
                    <a:pt x="1" y="33445"/>
                    <a:pt x="34" y="33545"/>
                  </a:cubicBezTo>
                  <a:cubicBezTo>
                    <a:pt x="67" y="33612"/>
                    <a:pt x="167" y="33645"/>
                    <a:pt x="234" y="33678"/>
                  </a:cubicBezTo>
                  <a:cubicBezTo>
                    <a:pt x="267" y="33645"/>
                    <a:pt x="301" y="33645"/>
                    <a:pt x="334" y="33612"/>
                  </a:cubicBezTo>
                  <a:lnTo>
                    <a:pt x="57909" y="388"/>
                  </a:lnTo>
                  <a:cubicBezTo>
                    <a:pt x="58081" y="244"/>
                    <a:pt x="57981" y="1"/>
                    <a:pt x="5780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3210800" y="2945400"/>
              <a:ext cx="20875" cy="28500"/>
            </a:xfrm>
            <a:custGeom>
              <a:rect b="b" l="l" r="r" t="t"/>
              <a:pathLst>
                <a:path extrusionOk="0" h="1140" w="835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16"/>
                    <a:pt x="108" y="1140"/>
                    <a:pt x="257" y="1140"/>
                  </a:cubicBezTo>
                  <a:cubicBezTo>
                    <a:pt x="311" y="1140"/>
                    <a:pt x="371" y="1123"/>
                    <a:pt x="434" y="1087"/>
                  </a:cubicBezTo>
                  <a:cubicBezTo>
                    <a:pt x="668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7"/>
            <p:cNvSpPr/>
            <p:nvPr/>
          </p:nvSpPr>
          <p:spPr>
            <a:xfrm>
              <a:off x="3295850" y="2798950"/>
              <a:ext cx="21725" cy="28175"/>
            </a:xfrm>
            <a:custGeom>
              <a:rect b="b" l="l" r="r" t="t"/>
              <a:pathLst>
                <a:path extrusionOk="0" h="1127" w="869">
                  <a:moveTo>
                    <a:pt x="633" y="0"/>
                  </a:moveTo>
                  <a:cubicBezTo>
                    <a:pt x="573" y="0"/>
                    <a:pt x="505" y="23"/>
                    <a:pt x="434" y="74"/>
                  </a:cubicBezTo>
                  <a:cubicBezTo>
                    <a:pt x="168" y="240"/>
                    <a:pt x="1" y="507"/>
                    <a:pt x="1" y="808"/>
                  </a:cubicBezTo>
                  <a:cubicBezTo>
                    <a:pt x="1" y="1003"/>
                    <a:pt x="90" y="1127"/>
                    <a:pt x="243" y="1127"/>
                  </a:cubicBezTo>
                  <a:cubicBezTo>
                    <a:pt x="299" y="1127"/>
                    <a:pt x="363" y="1110"/>
                    <a:pt x="434" y="1074"/>
                  </a:cubicBezTo>
                  <a:cubicBezTo>
                    <a:pt x="668" y="908"/>
                    <a:pt x="835" y="607"/>
                    <a:pt x="868" y="307"/>
                  </a:cubicBezTo>
                  <a:cubicBezTo>
                    <a:pt x="868" y="121"/>
                    <a:pt x="771" y="0"/>
                    <a:pt x="63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3379250" y="2780875"/>
              <a:ext cx="23375" cy="28175"/>
            </a:xfrm>
            <a:custGeom>
              <a:rect b="b" l="l" r="r" t="t"/>
              <a:pathLst>
                <a:path extrusionOk="0" h="1127" w="935">
                  <a:moveTo>
                    <a:pt x="657" y="0"/>
                  </a:moveTo>
                  <a:cubicBezTo>
                    <a:pt x="498" y="0"/>
                    <a:pt x="301" y="150"/>
                    <a:pt x="167" y="363"/>
                  </a:cubicBezTo>
                  <a:cubicBezTo>
                    <a:pt x="1" y="663"/>
                    <a:pt x="1" y="997"/>
                    <a:pt x="167" y="1097"/>
                  </a:cubicBezTo>
                  <a:cubicBezTo>
                    <a:pt x="200" y="1117"/>
                    <a:pt x="237" y="1126"/>
                    <a:pt x="276" y="1126"/>
                  </a:cubicBezTo>
                  <a:cubicBezTo>
                    <a:pt x="435" y="1126"/>
                    <a:pt x="634" y="971"/>
                    <a:pt x="768" y="730"/>
                  </a:cubicBezTo>
                  <a:cubicBezTo>
                    <a:pt x="935" y="430"/>
                    <a:pt x="935" y="130"/>
                    <a:pt x="768" y="29"/>
                  </a:cubicBezTo>
                  <a:cubicBezTo>
                    <a:pt x="734" y="9"/>
                    <a:pt x="697" y="0"/>
                    <a:pt x="65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3465150" y="260297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614" y="0"/>
                  </a:moveTo>
                  <a:cubicBezTo>
                    <a:pt x="553" y="0"/>
                    <a:pt x="482" y="23"/>
                    <a:pt x="401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0"/>
                    <a:pt x="401" y="1074"/>
                  </a:cubicBezTo>
                  <a:cubicBezTo>
                    <a:pt x="667" y="874"/>
                    <a:pt x="834" y="607"/>
                    <a:pt x="834" y="307"/>
                  </a:cubicBezTo>
                  <a:cubicBezTo>
                    <a:pt x="834" y="121"/>
                    <a:pt x="753" y="0"/>
                    <a:pt x="61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3550200" y="2652175"/>
              <a:ext cx="20875" cy="28325"/>
            </a:xfrm>
            <a:custGeom>
              <a:rect b="b" l="l" r="r" t="t"/>
              <a:pathLst>
                <a:path extrusionOk="0" h="1133" w="835">
                  <a:moveTo>
                    <a:pt x="600" y="0"/>
                  </a:moveTo>
                  <a:cubicBezTo>
                    <a:pt x="540" y="0"/>
                    <a:pt x="472" y="23"/>
                    <a:pt x="401" y="74"/>
                  </a:cubicBezTo>
                  <a:cubicBezTo>
                    <a:pt x="168" y="241"/>
                    <a:pt x="1" y="507"/>
                    <a:pt x="1" y="808"/>
                  </a:cubicBezTo>
                  <a:cubicBezTo>
                    <a:pt x="1" y="1020"/>
                    <a:pt x="84" y="1133"/>
                    <a:pt x="216" y="1133"/>
                  </a:cubicBezTo>
                  <a:cubicBezTo>
                    <a:pt x="270" y="1133"/>
                    <a:pt x="333" y="1113"/>
                    <a:pt x="401" y="1075"/>
                  </a:cubicBezTo>
                  <a:cubicBezTo>
                    <a:pt x="668" y="908"/>
                    <a:pt x="801" y="608"/>
                    <a:pt x="835" y="307"/>
                  </a:cubicBezTo>
                  <a:cubicBezTo>
                    <a:pt x="835" y="121"/>
                    <a:pt x="738" y="0"/>
                    <a:pt x="60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3634425" y="262767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1" y="520"/>
                    <a:pt x="1" y="820"/>
                  </a:cubicBezTo>
                  <a:cubicBezTo>
                    <a:pt x="1" y="1006"/>
                    <a:pt x="82" y="1127"/>
                    <a:pt x="221" y="1127"/>
                  </a:cubicBezTo>
                  <a:cubicBezTo>
                    <a:pt x="282" y="1127"/>
                    <a:pt x="35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3719500" y="2554300"/>
              <a:ext cx="20875" cy="28500"/>
            </a:xfrm>
            <a:custGeom>
              <a:rect b="b" l="l" r="r" t="t"/>
              <a:pathLst>
                <a:path extrusionOk="0" h="1140" w="835">
                  <a:moveTo>
                    <a:pt x="578" y="0"/>
                  </a:moveTo>
                  <a:cubicBezTo>
                    <a:pt x="523" y="0"/>
                    <a:pt x="463" y="17"/>
                    <a:pt x="401" y="53"/>
                  </a:cubicBezTo>
                  <a:cubicBezTo>
                    <a:pt x="167" y="253"/>
                    <a:pt x="0" y="520"/>
                    <a:pt x="0" y="820"/>
                  </a:cubicBezTo>
                  <a:cubicBezTo>
                    <a:pt x="0" y="1015"/>
                    <a:pt x="90" y="1139"/>
                    <a:pt x="229" y="1139"/>
                  </a:cubicBezTo>
                  <a:cubicBezTo>
                    <a:pt x="280" y="1139"/>
                    <a:pt x="338" y="1123"/>
                    <a:pt x="401" y="1087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4"/>
                    <a:pt x="727" y="0"/>
                    <a:pt x="57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3803725" y="245702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25" y="1"/>
                  </a:moveTo>
                  <a:cubicBezTo>
                    <a:pt x="569" y="1"/>
                    <a:pt x="505" y="24"/>
                    <a:pt x="434" y="74"/>
                  </a:cubicBezTo>
                  <a:cubicBezTo>
                    <a:pt x="167" y="241"/>
                    <a:pt x="0" y="508"/>
                    <a:pt x="0" y="808"/>
                  </a:cubicBezTo>
                  <a:cubicBezTo>
                    <a:pt x="0" y="1003"/>
                    <a:pt x="90" y="1127"/>
                    <a:pt x="242" y="1127"/>
                  </a:cubicBezTo>
                  <a:cubicBezTo>
                    <a:pt x="298" y="1127"/>
                    <a:pt x="362" y="1111"/>
                    <a:pt x="434" y="1075"/>
                  </a:cubicBezTo>
                  <a:cubicBezTo>
                    <a:pt x="667" y="875"/>
                    <a:pt x="834" y="608"/>
                    <a:pt x="834" y="308"/>
                  </a:cubicBezTo>
                  <a:cubicBezTo>
                    <a:pt x="834" y="122"/>
                    <a:pt x="753" y="1"/>
                    <a:pt x="62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3888775" y="2432375"/>
              <a:ext cx="20875" cy="27975"/>
            </a:xfrm>
            <a:custGeom>
              <a:rect b="b" l="l" r="r" t="t"/>
              <a:pathLst>
                <a:path extrusionOk="0" h="1119" w="835">
                  <a:moveTo>
                    <a:pt x="597" y="1"/>
                  </a:moveTo>
                  <a:cubicBezTo>
                    <a:pt x="537" y="1"/>
                    <a:pt x="471" y="20"/>
                    <a:pt x="401" y="60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3973850" y="2359000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596" y="0"/>
                  </a:moveTo>
                  <a:cubicBezTo>
                    <a:pt x="537" y="0"/>
                    <a:pt x="470" y="19"/>
                    <a:pt x="400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0" y="1060"/>
                  </a:cubicBezTo>
                  <a:cubicBezTo>
                    <a:pt x="634" y="893"/>
                    <a:pt x="801" y="593"/>
                    <a:pt x="834" y="293"/>
                  </a:cubicBezTo>
                  <a:cubicBezTo>
                    <a:pt x="834" y="105"/>
                    <a:pt x="736" y="0"/>
                    <a:pt x="59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4058075" y="2359000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611" y="0"/>
                  </a:moveTo>
                  <a:cubicBezTo>
                    <a:pt x="551" y="0"/>
                    <a:pt x="480" y="19"/>
                    <a:pt x="401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1" y="1060"/>
                  </a:cubicBezTo>
                  <a:cubicBezTo>
                    <a:pt x="667" y="893"/>
                    <a:pt x="801" y="593"/>
                    <a:pt x="834" y="293"/>
                  </a:cubicBezTo>
                  <a:cubicBezTo>
                    <a:pt x="834" y="105"/>
                    <a:pt x="752" y="0"/>
                    <a:pt x="61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4142300" y="216317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06"/>
                    <a:pt x="97" y="1127"/>
                    <a:pt x="235" y="1127"/>
                  </a:cubicBezTo>
                  <a:cubicBezTo>
                    <a:pt x="295" y="1127"/>
                    <a:pt x="363" y="1104"/>
                    <a:pt x="434" y="1054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4226525" y="2260600"/>
              <a:ext cx="21700" cy="27950"/>
            </a:xfrm>
            <a:custGeom>
              <a:rect b="b" l="l" r="r" t="t"/>
              <a:pathLst>
                <a:path extrusionOk="0" h="1118" w="868">
                  <a:moveTo>
                    <a:pt x="644" y="0"/>
                  </a:moveTo>
                  <a:cubicBezTo>
                    <a:pt x="584" y="0"/>
                    <a:pt x="514" y="19"/>
                    <a:pt x="434" y="59"/>
                  </a:cubicBezTo>
                  <a:cubicBezTo>
                    <a:pt x="201" y="226"/>
                    <a:pt x="34" y="493"/>
                    <a:pt x="0" y="793"/>
                  </a:cubicBezTo>
                  <a:cubicBezTo>
                    <a:pt x="0" y="1005"/>
                    <a:pt x="101" y="1118"/>
                    <a:pt x="242" y="1118"/>
                  </a:cubicBezTo>
                  <a:cubicBezTo>
                    <a:pt x="301" y="1118"/>
                    <a:pt x="366" y="1099"/>
                    <a:pt x="434" y="1060"/>
                  </a:cubicBezTo>
                  <a:cubicBezTo>
                    <a:pt x="701" y="893"/>
                    <a:pt x="868" y="593"/>
                    <a:pt x="868" y="292"/>
                  </a:cubicBezTo>
                  <a:cubicBezTo>
                    <a:pt x="868" y="105"/>
                    <a:pt x="786" y="0"/>
                    <a:pt x="6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4311575" y="216317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34" y="520"/>
                    <a:pt x="1" y="820"/>
                  </a:cubicBezTo>
                  <a:cubicBezTo>
                    <a:pt x="1" y="1006"/>
                    <a:pt x="98" y="1127"/>
                    <a:pt x="236" y="1127"/>
                  </a:cubicBezTo>
                  <a:cubicBezTo>
                    <a:pt x="296" y="1127"/>
                    <a:pt x="36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4395800" y="2114650"/>
              <a:ext cx="21725" cy="27975"/>
            </a:xfrm>
            <a:custGeom>
              <a:rect b="b" l="l" r="r" t="t"/>
              <a:pathLst>
                <a:path extrusionOk="0" h="1119" w="869">
                  <a:moveTo>
                    <a:pt x="656" y="1"/>
                  </a:moveTo>
                  <a:cubicBezTo>
                    <a:pt x="601" y="1"/>
                    <a:pt x="538" y="20"/>
                    <a:pt x="468" y="59"/>
                  </a:cubicBezTo>
                  <a:cubicBezTo>
                    <a:pt x="201" y="226"/>
                    <a:pt x="34" y="493"/>
                    <a:pt x="1" y="793"/>
                  </a:cubicBezTo>
                  <a:cubicBezTo>
                    <a:pt x="1" y="1006"/>
                    <a:pt x="101" y="1118"/>
                    <a:pt x="255" y="1118"/>
                  </a:cubicBezTo>
                  <a:cubicBezTo>
                    <a:pt x="318" y="1118"/>
                    <a:pt x="390" y="1099"/>
                    <a:pt x="468" y="1060"/>
                  </a:cubicBezTo>
                  <a:cubicBezTo>
                    <a:pt x="701" y="893"/>
                    <a:pt x="868" y="593"/>
                    <a:pt x="868" y="293"/>
                  </a:cubicBezTo>
                  <a:cubicBezTo>
                    <a:pt x="868" y="106"/>
                    <a:pt x="786" y="1"/>
                    <a:pt x="65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4481700" y="2114650"/>
              <a:ext cx="20875" cy="27975"/>
            </a:xfrm>
            <a:custGeom>
              <a:rect b="b" l="l" r="r" t="t"/>
              <a:pathLst>
                <a:path extrusionOk="0" h="1119" w="835">
                  <a:moveTo>
                    <a:pt x="597" y="1"/>
                  </a:moveTo>
                  <a:cubicBezTo>
                    <a:pt x="537" y="1"/>
                    <a:pt x="471" y="20"/>
                    <a:pt x="401" y="59"/>
                  </a:cubicBezTo>
                  <a:cubicBezTo>
                    <a:pt x="167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4565925" y="2065475"/>
              <a:ext cx="21725" cy="27950"/>
            </a:xfrm>
            <a:custGeom>
              <a:rect b="b" l="l" r="r" t="t"/>
              <a:pathLst>
                <a:path extrusionOk="0" h="1118" w="869">
                  <a:moveTo>
                    <a:pt x="614" y="0"/>
                  </a:moveTo>
                  <a:cubicBezTo>
                    <a:pt x="551" y="0"/>
                    <a:pt x="479" y="19"/>
                    <a:pt x="401" y="58"/>
                  </a:cubicBezTo>
                  <a:cubicBezTo>
                    <a:pt x="168" y="225"/>
                    <a:pt x="1" y="525"/>
                    <a:pt x="1" y="826"/>
                  </a:cubicBezTo>
                  <a:cubicBezTo>
                    <a:pt x="1" y="1013"/>
                    <a:pt x="83" y="1118"/>
                    <a:pt x="212" y="1118"/>
                  </a:cubicBezTo>
                  <a:cubicBezTo>
                    <a:pt x="268" y="1118"/>
                    <a:pt x="331" y="1099"/>
                    <a:pt x="401" y="1059"/>
                  </a:cubicBezTo>
                  <a:cubicBezTo>
                    <a:pt x="668" y="892"/>
                    <a:pt x="835" y="625"/>
                    <a:pt x="868" y="325"/>
                  </a:cubicBezTo>
                  <a:cubicBezTo>
                    <a:pt x="868" y="113"/>
                    <a:pt x="768" y="0"/>
                    <a:pt x="61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4650150" y="2065475"/>
              <a:ext cx="21725" cy="27950"/>
            </a:xfrm>
            <a:custGeom>
              <a:rect b="b" l="l" r="r" t="t"/>
              <a:pathLst>
                <a:path extrusionOk="0" h="1118" w="869">
                  <a:moveTo>
                    <a:pt x="653" y="0"/>
                  </a:moveTo>
                  <a:cubicBezTo>
                    <a:pt x="598" y="0"/>
                    <a:pt x="536" y="19"/>
                    <a:pt x="468" y="58"/>
                  </a:cubicBezTo>
                  <a:cubicBezTo>
                    <a:pt x="201" y="225"/>
                    <a:pt x="34" y="492"/>
                    <a:pt x="1" y="826"/>
                  </a:cubicBezTo>
                  <a:cubicBezTo>
                    <a:pt x="1" y="1013"/>
                    <a:pt x="99" y="1118"/>
                    <a:pt x="250" y="1118"/>
                  </a:cubicBezTo>
                  <a:cubicBezTo>
                    <a:pt x="315" y="1118"/>
                    <a:pt x="388" y="1099"/>
                    <a:pt x="468" y="1059"/>
                  </a:cubicBezTo>
                  <a:cubicBezTo>
                    <a:pt x="701" y="892"/>
                    <a:pt x="868" y="625"/>
                    <a:pt x="868" y="325"/>
                  </a:cubicBezTo>
                  <a:cubicBezTo>
                    <a:pt x="868" y="113"/>
                    <a:pt x="784" y="0"/>
                    <a:pt x="6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3218300" y="2077775"/>
              <a:ext cx="1446900" cy="884825"/>
            </a:xfrm>
            <a:custGeom>
              <a:rect b="b" l="l" r="r" t="t"/>
              <a:pathLst>
                <a:path extrusionOk="0" h="35393" w="57876">
                  <a:moveTo>
                    <a:pt x="54273" y="0"/>
                  </a:moveTo>
                  <a:lnTo>
                    <a:pt x="50937" y="1935"/>
                  </a:lnTo>
                  <a:lnTo>
                    <a:pt x="47501" y="1935"/>
                  </a:lnTo>
                  <a:lnTo>
                    <a:pt x="44132" y="3903"/>
                  </a:lnTo>
                  <a:lnTo>
                    <a:pt x="44099" y="3903"/>
                  </a:lnTo>
                  <a:lnTo>
                    <a:pt x="40796" y="7739"/>
                  </a:lnTo>
                  <a:lnTo>
                    <a:pt x="37461" y="3903"/>
                  </a:lnTo>
                  <a:cubicBezTo>
                    <a:pt x="37461" y="3903"/>
                    <a:pt x="37427" y="3869"/>
                    <a:pt x="37394" y="3869"/>
                  </a:cubicBezTo>
                  <a:cubicBezTo>
                    <a:pt x="37327" y="3869"/>
                    <a:pt x="37294" y="3903"/>
                    <a:pt x="37294" y="3936"/>
                  </a:cubicBezTo>
                  <a:lnTo>
                    <a:pt x="33958" y="11708"/>
                  </a:lnTo>
                  <a:lnTo>
                    <a:pt x="30556" y="11708"/>
                  </a:lnTo>
                  <a:lnTo>
                    <a:pt x="27187" y="14644"/>
                  </a:lnTo>
                  <a:lnTo>
                    <a:pt x="23818" y="15611"/>
                  </a:lnTo>
                  <a:cubicBezTo>
                    <a:pt x="23784" y="15611"/>
                    <a:pt x="23784" y="15645"/>
                    <a:pt x="23751" y="15645"/>
                  </a:cubicBezTo>
                  <a:lnTo>
                    <a:pt x="20382" y="19547"/>
                  </a:lnTo>
                  <a:lnTo>
                    <a:pt x="17013" y="22483"/>
                  </a:lnTo>
                  <a:lnTo>
                    <a:pt x="13677" y="23450"/>
                  </a:lnTo>
                  <a:lnTo>
                    <a:pt x="10341" y="21515"/>
                  </a:lnTo>
                  <a:cubicBezTo>
                    <a:pt x="10325" y="21499"/>
                    <a:pt x="10308" y="21490"/>
                    <a:pt x="10295" y="21490"/>
                  </a:cubicBezTo>
                  <a:cubicBezTo>
                    <a:pt x="10283" y="21490"/>
                    <a:pt x="10275" y="21499"/>
                    <a:pt x="10275" y="21515"/>
                  </a:cubicBezTo>
                  <a:cubicBezTo>
                    <a:pt x="10241" y="21515"/>
                    <a:pt x="10208" y="21515"/>
                    <a:pt x="10208" y="21549"/>
                  </a:cubicBezTo>
                  <a:lnTo>
                    <a:pt x="6839" y="28587"/>
                  </a:lnTo>
                  <a:lnTo>
                    <a:pt x="3503" y="29321"/>
                  </a:lnTo>
                  <a:cubicBezTo>
                    <a:pt x="3470" y="29321"/>
                    <a:pt x="3470" y="29321"/>
                    <a:pt x="3436" y="29354"/>
                  </a:cubicBezTo>
                  <a:lnTo>
                    <a:pt x="34" y="35225"/>
                  </a:lnTo>
                  <a:cubicBezTo>
                    <a:pt x="1" y="35292"/>
                    <a:pt x="34" y="35359"/>
                    <a:pt x="67" y="35392"/>
                  </a:cubicBezTo>
                  <a:lnTo>
                    <a:pt x="134" y="35392"/>
                  </a:lnTo>
                  <a:cubicBezTo>
                    <a:pt x="167" y="35359"/>
                    <a:pt x="201" y="35325"/>
                    <a:pt x="201" y="35292"/>
                  </a:cubicBezTo>
                  <a:lnTo>
                    <a:pt x="3570" y="29454"/>
                  </a:lnTo>
                  <a:lnTo>
                    <a:pt x="6906" y="28754"/>
                  </a:lnTo>
                  <a:cubicBezTo>
                    <a:pt x="6939" y="28754"/>
                    <a:pt x="6972" y="28721"/>
                    <a:pt x="6972" y="28721"/>
                  </a:cubicBezTo>
                  <a:lnTo>
                    <a:pt x="10308" y="21716"/>
                  </a:lnTo>
                  <a:lnTo>
                    <a:pt x="13610" y="23617"/>
                  </a:lnTo>
                  <a:lnTo>
                    <a:pt x="13710" y="23617"/>
                  </a:lnTo>
                  <a:lnTo>
                    <a:pt x="17079" y="22650"/>
                  </a:lnTo>
                  <a:lnTo>
                    <a:pt x="17113" y="22616"/>
                  </a:lnTo>
                  <a:lnTo>
                    <a:pt x="20515" y="19681"/>
                  </a:lnTo>
                  <a:lnTo>
                    <a:pt x="23884" y="15778"/>
                  </a:lnTo>
                  <a:lnTo>
                    <a:pt x="27253" y="14811"/>
                  </a:lnTo>
                  <a:lnTo>
                    <a:pt x="27287" y="14811"/>
                  </a:lnTo>
                  <a:lnTo>
                    <a:pt x="30689" y="11942"/>
                  </a:lnTo>
                  <a:lnTo>
                    <a:pt x="34025" y="11942"/>
                  </a:lnTo>
                  <a:cubicBezTo>
                    <a:pt x="34058" y="11942"/>
                    <a:pt x="34092" y="11909"/>
                    <a:pt x="34125" y="11875"/>
                  </a:cubicBezTo>
                  <a:lnTo>
                    <a:pt x="37461" y="4203"/>
                  </a:lnTo>
                  <a:lnTo>
                    <a:pt x="40730" y="7972"/>
                  </a:lnTo>
                  <a:cubicBezTo>
                    <a:pt x="40746" y="8006"/>
                    <a:pt x="40771" y="8022"/>
                    <a:pt x="40801" y="8022"/>
                  </a:cubicBezTo>
                  <a:cubicBezTo>
                    <a:pt x="40830" y="8022"/>
                    <a:pt x="40863" y="8006"/>
                    <a:pt x="40896" y="7972"/>
                  </a:cubicBezTo>
                  <a:lnTo>
                    <a:pt x="44266" y="4070"/>
                  </a:lnTo>
                  <a:lnTo>
                    <a:pt x="47635" y="2135"/>
                  </a:lnTo>
                  <a:lnTo>
                    <a:pt x="51037" y="2135"/>
                  </a:lnTo>
                  <a:lnTo>
                    <a:pt x="54373" y="200"/>
                  </a:lnTo>
                  <a:lnTo>
                    <a:pt x="57742" y="200"/>
                  </a:lnTo>
                  <a:cubicBezTo>
                    <a:pt x="57875" y="200"/>
                    <a:pt x="57875" y="0"/>
                    <a:pt x="5774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3210800" y="2945400"/>
              <a:ext cx="20875" cy="28500"/>
            </a:xfrm>
            <a:custGeom>
              <a:rect b="b" l="l" r="r" t="t"/>
              <a:pathLst>
                <a:path extrusionOk="0" h="1140" w="835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16"/>
                    <a:pt x="108" y="1140"/>
                    <a:pt x="257" y="1140"/>
                  </a:cubicBezTo>
                  <a:cubicBezTo>
                    <a:pt x="311" y="1140"/>
                    <a:pt x="371" y="1123"/>
                    <a:pt x="434" y="1087"/>
                  </a:cubicBezTo>
                  <a:cubicBezTo>
                    <a:pt x="668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3295850" y="2798950"/>
              <a:ext cx="21725" cy="28175"/>
            </a:xfrm>
            <a:custGeom>
              <a:rect b="b" l="l" r="r" t="t"/>
              <a:pathLst>
                <a:path extrusionOk="0" h="1127" w="869">
                  <a:moveTo>
                    <a:pt x="633" y="0"/>
                  </a:moveTo>
                  <a:cubicBezTo>
                    <a:pt x="573" y="0"/>
                    <a:pt x="505" y="23"/>
                    <a:pt x="434" y="74"/>
                  </a:cubicBezTo>
                  <a:cubicBezTo>
                    <a:pt x="168" y="240"/>
                    <a:pt x="1" y="507"/>
                    <a:pt x="1" y="808"/>
                  </a:cubicBezTo>
                  <a:cubicBezTo>
                    <a:pt x="1" y="1003"/>
                    <a:pt x="90" y="1127"/>
                    <a:pt x="243" y="1127"/>
                  </a:cubicBezTo>
                  <a:cubicBezTo>
                    <a:pt x="299" y="1127"/>
                    <a:pt x="363" y="1110"/>
                    <a:pt x="434" y="1074"/>
                  </a:cubicBezTo>
                  <a:cubicBezTo>
                    <a:pt x="668" y="908"/>
                    <a:pt x="835" y="607"/>
                    <a:pt x="868" y="307"/>
                  </a:cubicBezTo>
                  <a:cubicBezTo>
                    <a:pt x="868" y="121"/>
                    <a:pt x="771" y="0"/>
                    <a:pt x="6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3379250" y="2780875"/>
              <a:ext cx="23375" cy="28175"/>
            </a:xfrm>
            <a:custGeom>
              <a:rect b="b" l="l" r="r" t="t"/>
              <a:pathLst>
                <a:path extrusionOk="0" h="1127" w="935">
                  <a:moveTo>
                    <a:pt x="657" y="0"/>
                  </a:moveTo>
                  <a:cubicBezTo>
                    <a:pt x="498" y="0"/>
                    <a:pt x="301" y="150"/>
                    <a:pt x="167" y="363"/>
                  </a:cubicBezTo>
                  <a:cubicBezTo>
                    <a:pt x="1" y="663"/>
                    <a:pt x="1" y="997"/>
                    <a:pt x="167" y="1097"/>
                  </a:cubicBezTo>
                  <a:cubicBezTo>
                    <a:pt x="200" y="1117"/>
                    <a:pt x="237" y="1126"/>
                    <a:pt x="276" y="1126"/>
                  </a:cubicBezTo>
                  <a:cubicBezTo>
                    <a:pt x="435" y="1126"/>
                    <a:pt x="634" y="971"/>
                    <a:pt x="768" y="730"/>
                  </a:cubicBezTo>
                  <a:cubicBezTo>
                    <a:pt x="935" y="430"/>
                    <a:pt x="935" y="130"/>
                    <a:pt x="768" y="29"/>
                  </a:cubicBezTo>
                  <a:cubicBezTo>
                    <a:pt x="734" y="9"/>
                    <a:pt x="697" y="0"/>
                    <a:pt x="6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3465150" y="260297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614" y="0"/>
                  </a:moveTo>
                  <a:cubicBezTo>
                    <a:pt x="553" y="0"/>
                    <a:pt x="482" y="23"/>
                    <a:pt x="401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0"/>
                    <a:pt x="401" y="1074"/>
                  </a:cubicBezTo>
                  <a:cubicBezTo>
                    <a:pt x="667" y="874"/>
                    <a:pt x="834" y="607"/>
                    <a:pt x="834" y="307"/>
                  </a:cubicBezTo>
                  <a:cubicBezTo>
                    <a:pt x="834" y="121"/>
                    <a:pt x="753" y="0"/>
                    <a:pt x="6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3550200" y="2652175"/>
              <a:ext cx="20875" cy="28325"/>
            </a:xfrm>
            <a:custGeom>
              <a:rect b="b" l="l" r="r" t="t"/>
              <a:pathLst>
                <a:path extrusionOk="0" h="1133" w="835">
                  <a:moveTo>
                    <a:pt x="600" y="0"/>
                  </a:moveTo>
                  <a:cubicBezTo>
                    <a:pt x="540" y="0"/>
                    <a:pt x="472" y="23"/>
                    <a:pt x="401" y="74"/>
                  </a:cubicBezTo>
                  <a:cubicBezTo>
                    <a:pt x="168" y="241"/>
                    <a:pt x="1" y="507"/>
                    <a:pt x="1" y="808"/>
                  </a:cubicBezTo>
                  <a:cubicBezTo>
                    <a:pt x="1" y="1020"/>
                    <a:pt x="84" y="1133"/>
                    <a:pt x="216" y="1133"/>
                  </a:cubicBezTo>
                  <a:cubicBezTo>
                    <a:pt x="270" y="1133"/>
                    <a:pt x="333" y="1113"/>
                    <a:pt x="401" y="1075"/>
                  </a:cubicBezTo>
                  <a:cubicBezTo>
                    <a:pt x="668" y="908"/>
                    <a:pt x="801" y="608"/>
                    <a:pt x="835" y="307"/>
                  </a:cubicBezTo>
                  <a:cubicBezTo>
                    <a:pt x="835" y="121"/>
                    <a:pt x="738" y="0"/>
                    <a:pt x="6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3634425" y="262767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1" y="520"/>
                    <a:pt x="1" y="820"/>
                  </a:cubicBezTo>
                  <a:cubicBezTo>
                    <a:pt x="1" y="1006"/>
                    <a:pt x="82" y="1127"/>
                    <a:pt x="221" y="1127"/>
                  </a:cubicBezTo>
                  <a:cubicBezTo>
                    <a:pt x="282" y="1127"/>
                    <a:pt x="35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7"/>
            <p:cNvSpPr/>
            <p:nvPr/>
          </p:nvSpPr>
          <p:spPr>
            <a:xfrm>
              <a:off x="3719500" y="2554300"/>
              <a:ext cx="20875" cy="28500"/>
            </a:xfrm>
            <a:custGeom>
              <a:rect b="b" l="l" r="r" t="t"/>
              <a:pathLst>
                <a:path extrusionOk="0" h="1140" w="835">
                  <a:moveTo>
                    <a:pt x="578" y="0"/>
                  </a:moveTo>
                  <a:cubicBezTo>
                    <a:pt x="523" y="0"/>
                    <a:pt x="463" y="17"/>
                    <a:pt x="401" y="53"/>
                  </a:cubicBezTo>
                  <a:cubicBezTo>
                    <a:pt x="167" y="253"/>
                    <a:pt x="0" y="520"/>
                    <a:pt x="0" y="820"/>
                  </a:cubicBezTo>
                  <a:cubicBezTo>
                    <a:pt x="0" y="1015"/>
                    <a:pt x="90" y="1139"/>
                    <a:pt x="229" y="1139"/>
                  </a:cubicBezTo>
                  <a:cubicBezTo>
                    <a:pt x="280" y="1139"/>
                    <a:pt x="338" y="1123"/>
                    <a:pt x="401" y="1087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4"/>
                    <a:pt x="727" y="0"/>
                    <a:pt x="5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7"/>
            <p:cNvSpPr/>
            <p:nvPr/>
          </p:nvSpPr>
          <p:spPr>
            <a:xfrm>
              <a:off x="3803725" y="245702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25" y="1"/>
                  </a:moveTo>
                  <a:cubicBezTo>
                    <a:pt x="569" y="1"/>
                    <a:pt x="505" y="24"/>
                    <a:pt x="434" y="74"/>
                  </a:cubicBezTo>
                  <a:cubicBezTo>
                    <a:pt x="167" y="241"/>
                    <a:pt x="0" y="508"/>
                    <a:pt x="0" y="808"/>
                  </a:cubicBezTo>
                  <a:cubicBezTo>
                    <a:pt x="0" y="1003"/>
                    <a:pt x="90" y="1127"/>
                    <a:pt x="242" y="1127"/>
                  </a:cubicBezTo>
                  <a:cubicBezTo>
                    <a:pt x="298" y="1127"/>
                    <a:pt x="362" y="1111"/>
                    <a:pt x="434" y="1075"/>
                  </a:cubicBezTo>
                  <a:cubicBezTo>
                    <a:pt x="667" y="875"/>
                    <a:pt x="834" y="608"/>
                    <a:pt x="834" y="308"/>
                  </a:cubicBezTo>
                  <a:cubicBezTo>
                    <a:pt x="834" y="122"/>
                    <a:pt x="753" y="1"/>
                    <a:pt x="6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3888775" y="2432375"/>
              <a:ext cx="20875" cy="27975"/>
            </a:xfrm>
            <a:custGeom>
              <a:rect b="b" l="l" r="r" t="t"/>
              <a:pathLst>
                <a:path extrusionOk="0" h="1119" w="835">
                  <a:moveTo>
                    <a:pt x="597" y="1"/>
                  </a:moveTo>
                  <a:cubicBezTo>
                    <a:pt x="537" y="1"/>
                    <a:pt x="471" y="20"/>
                    <a:pt x="401" y="60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7"/>
            <p:cNvSpPr/>
            <p:nvPr/>
          </p:nvSpPr>
          <p:spPr>
            <a:xfrm>
              <a:off x="3973850" y="2359000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596" y="0"/>
                  </a:moveTo>
                  <a:cubicBezTo>
                    <a:pt x="537" y="0"/>
                    <a:pt x="470" y="19"/>
                    <a:pt x="400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0" y="1060"/>
                  </a:cubicBezTo>
                  <a:cubicBezTo>
                    <a:pt x="634" y="893"/>
                    <a:pt x="801" y="593"/>
                    <a:pt x="834" y="293"/>
                  </a:cubicBezTo>
                  <a:cubicBezTo>
                    <a:pt x="834" y="105"/>
                    <a:pt x="736" y="0"/>
                    <a:pt x="5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7"/>
            <p:cNvSpPr/>
            <p:nvPr/>
          </p:nvSpPr>
          <p:spPr>
            <a:xfrm>
              <a:off x="4058075" y="2359000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611" y="0"/>
                  </a:moveTo>
                  <a:cubicBezTo>
                    <a:pt x="551" y="0"/>
                    <a:pt x="480" y="19"/>
                    <a:pt x="401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1" y="1060"/>
                  </a:cubicBezTo>
                  <a:cubicBezTo>
                    <a:pt x="667" y="893"/>
                    <a:pt x="801" y="593"/>
                    <a:pt x="834" y="293"/>
                  </a:cubicBezTo>
                  <a:cubicBezTo>
                    <a:pt x="834" y="105"/>
                    <a:pt x="752" y="0"/>
                    <a:pt x="6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7"/>
            <p:cNvSpPr/>
            <p:nvPr/>
          </p:nvSpPr>
          <p:spPr>
            <a:xfrm>
              <a:off x="4142300" y="216317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06"/>
                    <a:pt x="97" y="1127"/>
                    <a:pt x="235" y="1127"/>
                  </a:cubicBezTo>
                  <a:cubicBezTo>
                    <a:pt x="295" y="1127"/>
                    <a:pt x="363" y="1104"/>
                    <a:pt x="434" y="1054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7"/>
            <p:cNvSpPr/>
            <p:nvPr/>
          </p:nvSpPr>
          <p:spPr>
            <a:xfrm>
              <a:off x="4226525" y="2260600"/>
              <a:ext cx="21700" cy="27950"/>
            </a:xfrm>
            <a:custGeom>
              <a:rect b="b" l="l" r="r" t="t"/>
              <a:pathLst>
                <a:path extrusionOk="0" h="1118" w="868">
                  <a:moveTo>
                    <a:pt x="644" y="0"/>
                  </a:moveTo>
                  <a:cubicBezTo>
                    <a:pt x="584" y="0"/>
                    <a:pt x="514" y="19"/>
                    <a:pt x="434" y="59"/>
                  </a:cubicBezTo>
                  <a:cubicBezTo>
                    <a:pt x="201" y="226"/>
                    <a:pt x="34" y="493"/>
                    <a:pt x="0" y="793"/>
                  </a:cubicBezTo>
                  <a:cubicBezTo>
                    <a:pt x="0" y="1005"/>
                    <a:pt x="101" y="1118"/>
                    <a:pt x="242" y="1118"/>
                  </a:cubicBezTo>
                  <a:cubicBezTo>
                    <a:pt x="301" y="1118"/>
                    <a:pt x="366" y="1099"/>
                    <a:pt x="434" y="1060"/>
                  </a:cubicBezTo>
                  <a:cubicBezTo>
                    <a:pt x="701" y="893"/>
                    <a:pt x="868" y="593"/>
                    <a:pt x="868" y="292"/>
                  </a:cubicBezTo>
                  <a:cubicBezTo>
                    <a:pt x="868" y="105"/>
                    <a:pt x="786" y="0"/>
                    <a:pt x="6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7"/>
            <p:cNvSpPr/>
            <p:nvPr/>
          </p:nvSpPr>
          <p:spPr>
            <a:xfrm>
              <a:off x="4311575" y="216317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34" y="520"/>
                    <a:pt x="1" y="820"/>
                  </a:cubicBezTo>
                  <a:cubicBezTo>
                    <a:pt x="1" y="1006"/>
                    <a:pt x="98" y="1127"/>
                    <a:pt x="236" y="1127"/>
                  </a:cubicBezTo>
                  <a:cubicBezTo>
                    <a:pt x="296" y="1127"/>
                    <a:pt x="36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7"/>
            <p:cNvSpPr/>
            <p:nvPr/>
          </p:nvSpPr>
          <p:spPr>
            <a:xfrm>
              <a:off x="4395800" y="2114650"/>
              <a:ext cx="21725" cy="27975"/>
            </a:xfrm>
            <a:custGeom>
              <a:rect b="b" l="l" r="r" t="t"/>
              <a:pathLst>
                <a:path extrusionOk="0" h="1119" w="869">
                  <a:moveTo>
                    <a:pt x="656" y="1"/>
                  </a:moveTo>
                  <a:cubicBezTo>
                    <a:pt x="601" y="1"/>
                    <a:pt x="538" y="20"/>
                    <a:pt x="468" y="59"/>
                  </a:cubicBezTo>
                  <a:cubicBezTo>
                    <a:pt x="201" y="226"/>
                    <a:pt x="34" y="493"/>
                    <a:pt x="1" y="793"/>
                  </a:cubicBezTo>
                  <a:cubicBezTo>
                    <a:pt x="1" y="1006"/>
                    <a:pt x="101" y="1118"/>
                    <a:pt x="255" y="1118"/>
                  </a:cubicBezTo>
                  <a:cubicBezTo>
                    <a:pt x="318" y="1118"/>
                    <a:pt x="390" y="1099"/>
                    <a:pt x="468" y="1060"/>
                  </a:cubicBezTo>
                  <a:cubicBezTo>
                    <a:pt x="701" y="893"/>
                    <a:pt x="868" y="593"/>
                    <a:pt x="868" y="293"/>
                  </a:cubicBezTo>
                  <a:cubicBezTo>
                    <a:pt x="868" y="106"/>
                    <a:pt x="786" y="1"/>
                    <a:pt x="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7"/>
            <p:cNvSpPr/>
            <p:nvPr/>
          </p:nvSpPr>
          <p:spPr>
            <a:xfrm>
              <a:off x="4481700" y="2114650"/>
              <a:ext cx="20875" cy="27975"/>
            </a:xfrm>
            <a:custGeom>
              <a:rect b="b" l="l" r="r" t="t"/>
              <a:pathLst>
                <a:path extrusionOk="0" h="1119" w="835">
                  <a:moveTo>
                    <a:pt x="597" y="1"/>
                  </a:moveTo>
                  <a:cubicBezTo>
                    <a:pt x="537" y="1"/>
                    <a:pt x="471" y="20"/>
                    <a:pt x="401" y="59"/>
                  </a:cubicBezTo>
                  <a:cubicBezTo>
                    <a:pt x="167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7"/>
            <p:cNvSpPr/>
            <p:nvPr/>
          </p:nvSpPr>
          <p:spPr>
            <a:xfrm>
              <a:off x="4565925" y="2065475"/>
              <a:ext cx="21725" cy="27950"/>
            </a:xfrm>
            <a:custGeom>
              <a:rect b="b" l="l" r="r" t="t"/>
              <a:pathLst>
                <a:path extrusionOk="0" h="1118" w="869">
                  <a:moveTo>
                    <a:pt x="614" y="0"/>
                  </a:moveTo>
                  <a:cubicBezTo>
                    <a:pt x="551" y="0"/>
                    <a:pt x="479" y="19"/>
                    <a:pt x="401" y="58"/>
                  </a:cubicBezTo>
                  <a:cubicBezTo>
                    <a:pt x="168" y="225"/>
                    <a:pt x="1" y="525"/>
                    <a:pt x="1" y="826"/>
                  </a:cubicBezTo>
                  <a:cubicBezTo>
                    <a:pt x="1" y="1013"/>
                    <a:pt x="83" y="1118"/>
                    <a:pt x="212" y="1118"/>
                  </a:cubicBezTo>
                  <a:cubicBezTo>
                    <a:pt x="268" y="1118"/>
                    <a:pt x="331" y="1099"/>
                    <a:pt x="401" y="1059"/>
                  </a:cubicBezTo>
                  <a:cubicBezTo>
                    <a:pt x="668" y="892"/>
                    <a:pt x="835" y="625"/>
                    <a:pt x="868" y="325"/>
                  </a:cubicBezTo>
                  <a:cubicBezTo>
                    <a:pt x="868" y="113"/>
                    <a:pt x="768" y="0"/>
                    <a:pt x="6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7"/>
            <p:cNvSpPr/>
            <p:nvPr/>
          </p:nvSpPr>
          <p:spPr>
            <a:xfrm>
              <a:off x="4650150" y="2065475"/>
              <a:ext cx="21725" cy="27950"/>
            </a:xfrm>
            <a:custGeom>
              <a:rect b="b" l="l" r="r" t="t"/>
              <a:pathLst>
                <a:path extrusionOk="0" h="1118" w="869">
                  <a:moveTo>
                    <a:pt x="653" y="0"/>
                  </a:moveTo>
                  <a:cubicBezTo>
                    <a:pt x="598" y="0"/>
                    <a:pt x="536" y="19"/>
                    <a:pt x="468" y="58"/>
                  </a:cubicBezTo>
                  <a:cubicBezTo>
                    <a:pt x="201" y="225"/>
                    <a:pt x="34" y="492"/>
                    <a:pt x="1" y="826"/>
                  </a:cubicBezTo>
                  <a:cubicBezTo>
                    <a:pt x="1" y="1013"/>
                    <a:pt x="99" y="1118"/>
                    <a:pt x="250" y="1118"/>
                  </a:cubicBezTo>
                  <a:cubicBezTo>
                    <a:pt x="315" y="1118"/>
                    <a:pt x="388" y="1099"/>
                    <a:pt x="468" y="1059"/>
                  </a:cubicBezTo>
                  <a:cubicBezTo>
                    <a:pt x="701" y="892"/>
                    <a:pt x="868" y="625"/>
                    <a:pt x="868" y="325"/>
                  </a:cubicBezTo>
                  <a:cubicBezTo>
                    <a:pt x="868" y="113"/>
                    <a:pt x="784" y="0"/>
                    <a:pt x="6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7"/>
            <p:cNvSpPr/>
            <p:nvPr/>
          </p:nvSpPr>
          <p:spPr>
            <a:xfrm>
              <a:off x="3218300" y="2077775"/>
              <a:ext cx="1446900" cy="884825"/>
            </a:xfrm>
            <a:custGeom>
              <a:rect b="b" l="l" r="r" t="t"/>
              <a:pathLst>
                <a:path extrusionOk="0" h="35393" w="57876">
                  <a:moveTo>
                    <a:pt x="54273" y="0"/>
                  </a:moveTo>
                  <a:lnTo>
                    <a:pt x="50937" y="1935"/>
                  </a:lnTo>
                  <a:lnTo>
                    <a:pt x="47501" y="1935"/>
                  </a:lnTo>
                  <a:lnTo>
                    <a:pt x="44132" y="3903"/>
                  </a:lnTo>
                  <a:lnTo>
                    <a:pt x="44099" y="3903"/>
                  </a:lnTo>
                  <a:lnTo>
                    <a:pt x="40796" y="7739"/>
                  </a:lnTo>
                  <a:lnTo>
                    <a:pt x="37461" y="3903"/>
                  </a:lnTo>
                  <a:cubicBezTo>
                    <a:pt x="37461" y="3903"/>
                    <a:pt x="37427" y="3869"/>
                    <a:pt x="37394" y="3869"/>
                  </a:cubicBezTo>
                  <a:cubicBezTo>
                    <a:pt x="37327" y="3869"/>
                    <a:pt x="37294" y="3903"/>
                    <a:pt x="37294" y="3936"/>
                  </a:cubicBezTo>
                  <a:lnTo>
                    <a:pt x="33958" y="11708"/>
                  </a:lnTo>
                  <a:lnTo>
                    <a:pt x="30556" y="11708"/>
                  </a:lnTo>
                  <a:lnTo>
                    <a:pt x="27187" y="14644"/>
                  </a:lnTo>
                  <a:lnTo>
                    <a:pt x="23818" y="15611"/>
                  </a:lnTo>
                  <a:cubicBezTo>
                    <a:pt x="23784" y="15611"/>
                    <a:pt x="23784" y="15645"/>
                    <a:pt x="23751" y="15645"/>
                  </a:cubicBezTo>
                  <a:lnTo>
                    <a:pt x="20382" y="19547"/>
                  </a:lnTo>
                  <a:lnTo>
                    <a:pt x="17013" y="22483"/>
                  </a:lnTo>
                  <a:lnTo>
                    <a:pt x="13677" y="23450"/>
                  </a:lnTo>
                  <a:lnTo>
                    <a:pt x="10341" y="21515"/>
                  </a:lnTo>
                  <a:cubicBezTo>
                    <a:pt x="10325" y="21499"/>
                    <a:pt x="10308" y="21490"/>
                    <a:pt x="10295" y="21490"/>
                  </a:cubicBezTo>
                  <a:cubicBezTo>
                    <a:pt x="10283" y="21490"/>
                    <a:pt x="10275" y="21499"/>
                    <a:pt x="10275" y="21515"/>
                  </a:cubicBezTo>
                  <a:cubicBezTo>
                    <a:pt x="10241" y="21515"/>
                    <a:pt x="10208" y="21515"/>
                    <a:pt x="10208" y="21549"/>
                  </a:cubicBezTo>
                  <a:lnTo>
                    <a:pt x="6839" y="28587"/>
                  </a:lnTo>
                  <a:lnTo>
                    <a:pt x="3503" y="29321"/>
                  </a:lnTo>
                  <a:cubicBezTo>
                    <a:pt x="3470" y="29321"/>
                    <a:pt x="3470" y="29321"/>
                    <a:pt x="3436" y="29354"/>
                  </a:cubicBezTo>
                  <a:lnTo>
                    <a:pt x="34" y="35225"/>
                  </a:lnTo>
                  <a:cubicBezTo>
                    <a:pt x="1" y="35292"/>
                    <a:pt x="34" y="35359"/>
                    <a:pt x="67" y="35392"/>
                  </a:cubicBezTo>
                  <a:lnTo>
                    <a:pt x="134" y="35392"/>
                  </a:lnTo>
                  <a:cubicBezTo>
                    <a:pt x="167" y="35359"/>
                    <a:pt x="201" y="35325"/>
                    <a:pt x="201" y="35292"/>
                  </a:cubicBezTo>
                  <a:lnTo>
                    <a:pt x="3570" y="29454"/>
                  </a:lnTo>
                  <a:lnTo>
                    <a:pt x="6906" y="28754"/>
                  </a:lnTo>
                  <a:cubicBezTo>
                    <a:pt x="6939" y="28754"/>
                    <a:pt x="6972" y="28721"/>
                    <a:pt x="6972" y="28721"/>
                  </a:cubicBezTo>
                  <a:lnTo>
                    <a:pt x="10308" y="21716"/>
                  </a:lnTo>
                  <a:lnTo>
                    <a:pt x="13610" y="23617"/>
                  </a:lnTo>
                  <a:lnTo>
                    <a:pt x="13710" y="23617"/>
                  </a:lnTo>
                  <a:lnTo>
                    <a:pt x="17079" y="22650"/>
                  </a:lnTo>
                  <a:lnTo>
                    <a:pt x="17113" y="22616"/>
                  </a:lnTo>
                  <a:lnTo>
                    <a:pt x="20515" y="19681"/>
                  </a:lnTo>
                  <a:lnTo>
                    <a:pt x="23884" y="15778"/>
                  </a:lnTo>
                  <a:lnTo>
                    <a:pt x="27253" y="14811"/>
                  </a:lnTo>
                  <a:lnTo>
                    <a:pt x="27287" y="14811"/>
                  </a:lnTo>
                  <a:lnTo>
                    <a:pt x="30689" y="11942"/>
                  </a:lnTo>
                  <a:lnTo>
                    <a:pt x="34025" y="11942"/>
                  </a:lnTo>
                  <a:cubicBezTo>
                    <a:pt x="34058" y="11942"/>
                    <a:pt x="34092" y="11909"/>
                    <a:pt x="34125" y="11875"/>
                  </a:cubicBezTo>
                  <a:lnTo>
                    <a:pt x="37461" y="4203"/>
                  </a:lnTo>
                  <a:lnTo>
                    <a:pt x="40730" y="7972"/>
                  </a:lnTo>
                  <a:cubicBezTo>
                    <a:pt x="40746" y="8006"/>
                    <a:pt x="40771" y="8022"/>
                    <a:pt x="40801" y="8022"/>
                  </a:cubicBezTo>
                  <a:cubicBezTo>
                    <a:pt x="40830" y="8022"/>
                    <a:pt x="40863" y="8006"/>
                    <a:pt x="40896" y="7972"/>
                  </a:cubicBezTo>
                  <a:lnTo>
                    <a:pt x="44266" y="4070"/>
                  </a:lnTo>
                  <a:lnTo>
                    <a:pt x="47635" y="2135"/>
                  </a:lnTo>
                  <a:lnTo>
                    <a:pt x="51037" y="2135"/>
                  </a:lnTo>
                  <a:lnTo>
                    <a:pt x="54373" y="200"/>
                  </a:lnTo>
                  <a:lnTo>
                    <a:pt x="57742" y="200"/>
                  </a:lnTo>
                  <a:cubicBezTo>
                    <a:pt x="57875" y="200"/>
                    <a:pt x="57875" y="0"/>
                    <a:pt x="5774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7"/>
            <p:cNvSpPr/>
            <p:nvPr/>
          </p:nvSpPr>
          <p:spPr>
            <a:xfrm>
              <a:off x="3258325" y="2535275"/>
              <a:ext cx="97600" cy="66525"/>
            </a:xfrm>
            <a:custGeom>
              <a:rect b="b" l="l" r="r" t="t"/>
              <a:pathLst>
                <a:path extrusionOk="0" h="2661" w="3904">
                  <a:moveTo>
                    <a:pt x="3746" y="1"/>
                  </a:moveTo>
                  <a:cubicBezTo>
                    <a:pt x="3703" y="1"/>
                    <a:pt x="3655" y="15"/>
                    <a:pt x="3603" y="46"/>
                  </a:cubicBezTo>
                  <a:lnTo>
                    <a:pt x="301" y="1948"/>
                  </a:lnTo>
                  <a:cubicBezTo>
                    <a:pt x="134" y="2081"/>
                    <a:pt x="34" y="2248"/>
                    <a:pt x="1" y="2448"/>
                  </a:cubicBezTo>
                  <a:cubicBezTo>
                    <a:pt x="1" y="2586"/>
                    <a:pt x="64" y="2661"/>
                    <a:pt x="159" y="2661"/>
                  </a:cubicBezTo>
                  <a:cubicBezTo>
                    <a:pt x="201" y="2661"/>
                    <a:pt x="249" y="2646"/>
                    <a:pt x="301" y="2615"/>
                  </a:cubicBezTo>
                  <a:lnTo>
                    <a:pt x="3603" y="714"/>
                  </a:lnTo>
                  <a:cubicBezTo>
                    <a:pt x="3770" y="614"/>
                    <a:pt x="3870" y="413"/>
                    <a:pt x="3904" y="213"/>
                  </a:cubicBezTo>
                  <a:cubicBezTo>
                    <a:pt x="3904" y="75"/>
                    <a:pt x="3840" y="1"/>
                    <a:pt x="37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7"/>
            <p:cNvSpPr/>
            <p:nvPr/>
          </p:nvSpPr>
          <p:spPr>
            <a:xfrm>
              <a:off x="3210800" y="260297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625" y="0"/>
                  </a:moveTo>
                  <a:cubicBezTo>
                    <a:pt x="570" y="0"/>
                    <a:pt x="505" y="23"/>
                    <a:pt x="434" y="74"/>
                  </a:cubicBezTo>
                  <a:cubicBezTo>
                    <a:pt x="167" y="207"/>
                    <a:pt x="0" y="507"/>
                    <a:pt x="0" y="808"/>
                  </a:cubicBezTo>
                  <a:cubicBezTo>
                    <a:pt x="0" y="1003"/>
                    <a:pt x="108" y="1127"/>
                    <a:pt x="257" y="1127"/>
                  </a:cubicBezTo>
                  <a:cubicBezTo>
                    <a:pt x="311" y="1127"/>
                    <a:pt x="371" y="1110"/>
                    <a:pt x="434" y="1074"/>
                  </a:cubicBezTo>
                  <a:cubicBezTo>
                    <a:pt x="668" y="908"/>
                    <a:pt x="834" y="607"/>
                    <a:pt x="834" y="307"/>
                  </a:cubicBezTo>
                  <a:cubicBezTo>
                    <a:pt x="834" y="121"/>
                    <a:pt x="753" y="0"/>
                    <a:pt x="6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7"/>
            <p:cNvSpPr/>
            <p:nvPr/>
          </p:nvSpPr>
          <p:spPr>
            <a:xfrm>
              <a:off x="3210800" y="260297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625" y="0"/>
                  </a:moveTo>
                  <a:cubicBezTo>
                    <a:pt x="570" y="0"/>
                    <a:pt x="505" y="23"/>
                    <a:pt x="434" y="74"/>
                  </a:cubicBezTo>
                  <a:cubicBezTo>
                    <a:pt x="167" y="207"/>
                    <a:pt x="0" y="507"/>
                    <a:pt x="0" y="808"/>
                  </a:cubicBezTo>
                  <a:cubicBezTo>
                    <a:pt x="0" y="1003"/>
                    <a:pt x="108" y="1127"/>
                    <a:pt x="257" y="1127"/>
                  </a:cubicBezTo>
                  <a:cubicBezTo>
                    <a:pt x="311" y="1127"/>
                    <a:pt x="371" y="1110"/>
                    <a:pt x="434" y="1074"/>
                  </a:cubicBezTo>
                  <a:cubicBezTo>
                    <a:pt x="668" y="908"/>
                    <a:pt x="834" y="607"/>
                    <a:pt x="834" y="307"/>
                  </a:cubicBezTo>
                  <a:cubicBezTo>
                    <a:pt x="834" y="121"/>
                    <a:pt x="753" y="0"/>
                    <a:pt x="6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3258325" y="2584450"/>
              <a:ext cx="96775" cy="65750"/>
            </a:xfrm>
            <a:custGeom>
              <a:rect b="b" l="l" r="r" t="t"/>
              <a:pathLst>
                <a:path extrusionOk="0" h="2630" w="3871">
                  <a:moveTo>
                    <a:pt x="3717" y="1"/>
                  </a:moveTo>
                  <a:cubicBezTo>
                    <a:pt x="3673" y="1"/>
                    <a:pt x="3623" y="15"/>
                    <a:pt x="3570" y="48"/>
                  </a:cubicBezTo>
                  <a:lnTo>
                    <a:pt x="301" y="1949"/>
                  </a:lnTo>
                  <a:cubicBezTo>
                    <a:pt x="134" y="2049"/>
                    <a:pt x="1" y="2249"/>
                    <a:pt x="1" y="2449"/>
                  </a:cubicBezTo>
                  <a:cubicBezTo>
                    <a:pt x="1" y="2563"/>
                    <a:pt x="62" y="2630"/>
                    <a:pt x="154" y="2630"/>
                  </a:cubicBezTo>
                  <a:cubicBezTo>
                    <a:pt x="197" y="2630"/>
                    <a:pt x="247" y="2615"/>
                    <a:pt x="301" y="2583"/>
                  </a:cubicBezTo>
                  <a:lnTo>
                    <a:pt x="3570" y="681"/>
                  </a:lnTo>
                  <a:cubicBezTo>
                    <a:pt x="3737" y="581"/>
                    <a:pt x="3870" y="381"/>
                    <a:pt x="3870" y="181"/>
                  </a:cubicBezTo>
                  <a:cubicBezTo>
                    <a:pt x="3870" y="68"/>
                    <a:pt x="3809" y="1"/>
                    <a:pt x="37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7"/>
            <p:cNvSpPr/>
            <p:nvPr/>
          </p:nvSpPr>
          <p:spPr>
            <a:xfrm>
              <a:off x="3210800" y="2652175"/>
              <a:ext cx="20875" cy="28325"/>
            </a:xfrm>
            <a:custGeom>
              <a:rect b="b" l="l" r="r" t="t"/>
              <a:pathLst>
                <a:path extrusionOk="0" h="1133" w="835">
                  <a:moveTo>
                    <a:pt x="625" y="0"/>
                  </a:moveTo>
                  <a:cubicBezTo>
                    <a:pt x="570" y="0"/>
                    <a:pt x="505" y="23"/>
                    <a:pt x="434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20"/>
                    <a:pt x="101" y="1133"/>
                    <a:pt x="242" y="1133"/>
                  </a:cubicBezTo>
                  <a:cubicBezTo>
                    <a:pt x="301" y="1133"/>
                    <a:pt x="366" y="1113"/>
                    <a:pt x="434" y="1075"/>
                  </a:cubicBezTo>
                  <a:cubicBezTo>
                    <a:pt x="668" y="908"/>
                    <a:pt x="834" y="608"/>
                    <a:pt x="834" y="307"/>
                  </a:cubicBezTo>
                  <a:cubicBezTo>
                    <a:pt x="834" y="121"/>
                    <a:pt x="753" y="0"/>
                    <a:pt x="6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7"/>
            <p:cNvSpPr/>
            <p:nvPr/>
          </p:nvSpPr>
          <p:spPr>
            <a:xfrm>
              <a:off x="3218300" y="3055350"/>
              <a:ext cx="386975" cy="249975"/>
            </a:xfrm>
            <a:custGeom>
              <a:rect b="b" l="l" r="r" t="t"/>
              <a:pathLst>
                <a:path extrusionOk="0" h="9999" w="15479">
                  <a:moveTo>
                    <a:pt x="15378" y="0"/>
                  </a:moveTo>
                  <a:cubicBezTo>
                    <a:pt x="15353" y="0"/>
                    <a:pt x="15328" y="8"/>
                    <a:pt x="15312" y="25"/>
                  </a:cubicBezTo>
                  <a:lnTo>
                    <a:pt x="13644" y="1493"/>
                  </a:lnTo>
                  <a:lnTo>
                    <a:pt x="11942" y="959"/>
                  </a:lnTo>
                  <a:lnTo>
                    <a:pt x="10208" y="3361"/>
                  </a:lnTo>
                  <a:lnTo>
                    <a:pt x="8507" y="4361"/>
                  </a:lnTo>
                  <a:lnTo>
                    <a:pt x="6839" y="5863"/>
                  </a:lnTo>
                  <a:lnTo>
                    <a:pt x="5138" y="5629"/>
                  </a:lnTo>
                  <a:lnTo>
                    <a:pt x="3436" y="7831"/>
                  </a:lnTo>
                  <a:lnTo>
                    <a:pt x="1769" y="8064"/>
                  </a:lnTo>
                  <a:lnTo>
                    <a:pt x="67" y="9832"/>
                  </a:lnTo>
                  <a:cubicBezTo>
                    <a:pt x="1" y="9865"/>
                    <a:pt x="1" y="9932"/>
                    <a:pt x="67" y="9965"/>
                  </a:cubicBezTo>
                  <a:cubicBezTo>
                    <a:pt x="67" y="9999"/>
                    <a:pt x="101" y="9999"/>
                    <a:pt x="134" y="9999"/>
                  </a:cubicBezTo>
                  <a:cubicBezTo>
                    <a:pt x="134" y="9999"/>
                    <a:pt x="167" y="9965"/>
                    <a:pt x="201" y="9932"/>
                  </a:cubicBezTo>
                  <a:lnTo>
                    <a:pt x="1869" y="8231"/>
                  </a:lnTo>
                  <a:lnTo>
                    <a:pt x="3637" y="8031"/>
                  </a:lnTo>
                  <a:lnTo>
                    <a:pt x="5304" y="5863"/>
                  </a:lnTo>
                  <a:lnTo>
                    <a:pt x="6972" y="6096"/>
                  </a:lnTo>
                  <a:lnTo>
                    <a:pt x="8673" y="4528"/>
                  </a:lnTo>
                  <a:lnTo>
                    <a:pt x="10375" y="3528"/>
                  </a:lnTo>
                  <a:lnTo>
                    <a:pt x="12043" y="1193"/>
                  </a:lnTo>
                  <a:lnTo>
                    <a:pt x="13710" y="1726"/>
                  </a:lnTo>
                  <a:lnTo>
                    <a:pt x="15445" y="192"/>
                  </a:lnTo>
                  <a:cubicBezTo>
                    <a:pt x="15478" y="125"/>
                    <a:pt x="15478" y="58"/>
                    <a:pt x="15445" y="25"/>
                  </a:cubicBezTo>
                  <a:cubicBezTo>
                    <a:pt x="15428" y="8"/>
                    <a:pt x="15403" y="0"/>
                    <a:pt x="1537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7"/>
            <p:cNvSpPr/>
            <p:nvPr/>
          </p:nvSpPr>
          <p:spPr>
            <a:xfrm>
              <a:off x="3224150" y="3135400"/>
              <a:ext cx="32550" cy="73200"/>
            </a:xfrm>
            <a:custGeom>
              <a:rect b="b" l="l" r="r" t="t"/>
              <a:pathLst>
                <a:path extrusionOk="0" h="2928" w="1302">
                  <a:moveTo>
                    <a:pt x="834" y="1293"/>
                  </a:moveTo>
                  <a:cubicBezTo>
                    <a:pt x="867" y="1293"/>
                    <a:pt x="901" y="1326"/>
                    <a:pt x="934" y="1360"/>
                  </a:cubicBezTo>
                  <a:cubicBezTo>
                    <a:pt x="1001" y="1393"/>
                    <a:pt x="1001" y="1426"/>
                    <a:pt x="1034" y="1493"/>
                  </a:cubicBezTo>
                  <a:cubicBezTo>
                    <a:pt x="1034" y="1560"/>
                    <a:pt x="1068" y="1626"/>
                    <a:pt x="1068" y="1693"/>
                  </a:cubicBezTo>
                  <a:cubicBezTo>
                    <a:pt x="1068" y="1860"/>
                    <a:pt x="1034" y="1993"/>
                    <a:pt x="934" y="2160"/>
                  </a:cubicBezTo>
                  <a:cubicBezTo>
                    <a:pt x="901" y="2227"/>
                    <a:pt x="867" y="2294"/>
                    <a:pt x="834" y="2360"/>
                  </a:cubicBezTo>
                  <a:cubicBezTo>
                    <a:pt x="767" y="2394"/>
                    <a:pt x="701" y="2460"/>
                    <a:pt x="634" y="2494"/>
                  </a:cubicBezTo>
                  <a:cubicBezTo>
                    <a:pt x="601" y="2527"/>
                    <a:pt x="534" y="2560"/>
                    <a:pt x="467" y="2560"/>
                  </a:cubicBezTo>
                  <a:cubicBezTo>
                    <a:pt x="434" y="2560"/>
                    <a:pt x="400" y="2527"/>
                    <a:pt x="367" y="2494"/>
                  </a:cubicBezTo>
                  <a:cubicBezTo>
                    <a:pt x="300" y="2460"/>
                    <a:pt x="300" y="2394"/>
                    <a:pt x="267" y="2360"/>
                  </a:cubicBezTo>
                  <a:cubicBezTo>
                    <a:pt x="267" y="2294"/>
                    <a:pt x="234" y="2227"/>
                    <a:pt x="234" y="2160"/>
                  </a:cubicBezTo>
                  <a:cubicBezTo>
                    <a:pt x="234" y="2093"/>
                    <a:pt x="267" y="1993"/>
                    <a:pt x="267" y="1927"/>
                  </a:cubicBezTo>
                  <a:cubicBezTo>
                    <a:pt x="300" y="1827"/>
                    <a:pt x="334" y="1760"/>
                    <a:pt x="367" y="1693"/>
                  </a:cubicBezTo>
                  <a:cubicBezTo>
                    <a:pt x="400" y="1626"/>
                    <a:pt x="434" y="1560"/>
                    <a:pt x="467" y="1493"/>
                  </a:cubicBezTo>
                  <a:cubicBezTo>
                    <a:pt x="534" y="1426"/>
                    <a:pt x="601" y="1393"/>
                    <a:pt x="634" y="1326"/>
                  </a:cubicBezTo>
                  <a:cubicBezTo>
                    <a:pt x="701" y="1326"/>
                    <a:pt x="767" y="1293"/>
                    <a:pt x="834" y="1293"/>
                  </a:cubicBezTo>
                  <a:close/>
                  <a:moveTo>
                    <a:pt x="851" y="0"/>
                  </a:moveTo>
                  <a:cubicBezTo>
                    <a:pt x="842" y="0"/>
                    <a:pt x="834" y="9"/>
                    <a:pt x="834" y="25"/>
                  </a:cubicBezTo>
                  <a:lnTo>
                    <a:pt x="701" y="92"/>
                  </a:lnTo>
                  <a:cubicBezTo>
                    <a:pt x="667" y="92"/>
                    <a:pt x="667" y="125"/>
                    <a:pt x="634" y="159"/>
                  </a:cubicBezTo>
                  <a:cubicBezTo>
                    <a:pt x="634" y="159"/>
                    <a:pt x="634" y="192"/>
                    <a:pt x="634" y="225"/>
                  </a:cubicBezTo>
                  <a:lnTo>
                    <a:pt x="167" y="1493"/>
                  </a:lnTo>
                  <a:cubicBezTo>
                    <a:pt x="134" y="1560"/>
                    <a:pt x="134" y="1626"/>
                    <a:pt x="100" y="1693"/>
                  </a:cubicBezTo>
                  <a:cubicBezTo>
                    <a:pt x="100" y="1760"/>
                    <a:pt x="33" y="1793"/>
                    <a:pt x="33" y="1860"/>
                  </a:cubicBezTo>
                  <a:cubicBezTo>
                    <a:pt x="33" y="1927"/>
                    <a:pt x="33" y="1993"/>
                    <a:pt x="0" y="2093"/>
                  </a:cubicBezTo>
                  <a:cubicBezTo>
                    <a:pt x="0" y="2160"/>
                    <a:pt x="0" y="2227"/>
                    <a:pt x="0" y="2294"/>
                  </a:cubicBezTo>
                  <a:cubicBezTo>
                    <a:pt x="0" y="2394"/>
                    <a:pt x="33" y="2527"/>
                    <a:pt x="67" y="2627"/>
                  </a:cubicBezTo>
                  <a:cubicBezTo>
                    <a:pt x="67" y="2694"/>
                    <a:pt x="134" y="2794"/>
                    <a:pt x="200" y="2827"/>
                  </a:cubicBezTo>
                  <a:cubicBezTo>
                    <a:pt x="234" y="2894"/>
                    <a:pt x="334" y="2927"/>
                    <a:pt x="400" y="2927"/>
                  </a:cubicBezTo>
                  <a:cubicBezTo>
                    <a:pt x="467" y="2927"/>
                    <a:pt x="567" y="2894"/>
                    <a:pt x="667" y="2827"/>
                  </a:cubicBezTo>
                  <a:cubicBezTo>
                    <a:pt x="734" y="2794"/>
                    <a:pt x="834" y="2694"/>
                    <a:pt x="901" y="2627"/>
                  </a:cubicBezTo>
                  <a:cubicBezTo>
                    <a:pt x="1001" y="2527"/>
                    <a:pt x="1068" y="2427"/>
                    <a:pt x="1101" y="2327"/>
                  </a:cubicBezTo>
                  <a:cubicBezTo>
                    <a:pt x="1168" y="2194"/>
                    <a:pt x="1201" y="2060"/>
                    <a:pt x="1234" y="1927"/>
                  </a:cubicBezTo>
                  <a:cubicBezTo>
                    <a:pt x="1268" y="1827"/>
                    <a:pt x="1301" y="1693"/>
                    <a:pt x="1301" y="1560"/>
                  </a:cubicBezTo>
                  <a:cubicBezTo>
                    <a:pt x="1301" y="1426"/>
                    <a:pt x="1268" y="1326"/>
                    <a:pt x="1234" y="1226"/>
                  </a:cubicBezTo>
                  <a:cubicBezTo>
                    <a:pt x="1201" y="1126"/>
                    <a:pt x="1168" y="1059"/>
                    <a:pt x="1101" y="993"/>
                  </a:cubicBezTo>
                  <a:cubicBezTo>
                    <a:pt x="1068" y="959"/>
                    <a:pt x="967" y="926"/>
                    <a:pt x="901" y="926"/>
                  </a:cubicBezTo>
                  <a:cubicBezTo>
                    <a:pt x="801" y="926"/>
                    <a:pt x="734" y="959"/>
                    <a:pt x="667" y="993"/>
                  </a:cubicBezTo>
                  <a:cubicBezTo>
                    <a:pt x="634" y="1026"/>
                    <a:pt x="634" y="1026"/>
                    <a:pt x="601" y="1026"/>
                  </a:cubicBezTo>
                  <a:cubicBezTo>
                    <a:pt x="601" y="1059"/>
                    <a:pt x="567" y="1059"/>
                    <a:pt x="567" y="1059"/>
                  </a:cubicBezTo>
                  <a:lnTo>
                    <a:pt x="867" y="125"/>
                  </a:lnTo>
                  <a:lnTo>
                    <a:pt x="867" y="92"/>
                  </a:lnTo>
                  <a:lnTo>
                    <a:pt x="867" y="59"/>
                  </a:lnTo>
                  <a:lnTo>
                    <a:pt x="867" y="25"/>
                  </a:lnTo>
                  <a:cubicBezTo>
                    <a:pt x="867" y="9"/>
                    <a:pt x="859" y="0"/>
                    <a:pt x="8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3260825" y="3111000"/>
              <a:ext cx="31725" cy="76750"/>
            </a:xfrm>
            <a:custGeom>
              <a:rect b="b" l="l" r="r" t="t"/>
              <a:pathLst>
                <a:path extrusionOk="0" h="3070" w="1269">
                  <a:moveTo>
                    <a:pt x="1135" y="1"/>
                  </a:moveTo>
                  <a:lnTo>
                    <a:pt x="168" y="568"/>
                  </a:lnTo>
                  <a:cubicBezTo>
                    <a:pt x="134" y="568"/>
                    <a:pt x="134" y="601"/>
                    <a:pt x="101" y="601"/>
                  </a:cubicBezTo>
                  <a:cubicBezTo>
                    <a:pt x="101" y="634"/>
                    <a:pt x="101" y="668"/>
                    <a:pt x="101" y="701"/>
                  </a:cubicBezTo>
                  <a:lnTo>
                    <a:pt x="101" y="835"/>
                  </a:lnTo>
                  <a:cubicBezTo>
                    <a:pt x="101" y="868"/>
                    <a:pt x="101" y="901"/>
                    <a:pt x="101" y="901"/>
                  </a:cubicBezTo>
                  <a:lnTo>
                    <a:pt x="168" y="901"/>
                  </a:lnTo>
                  <a:lnTo>
                    <a:pt x="868" y="468"/>
                  </a:lnTo>
                  <a:lnTo>
                    <a:pt x="434" y="1468"/>
                  </a:lnTo>
                  <a:lnTo>
                    <a:pt x="401" y="1535"/>
                  </a:lnTo>
                  <a:cubicBezTo>
                    <a:pt x="401" y="1568"/>
                    <a:pt x="401" y="1602"/>
                    <a:pt x="401" y="1602"/>
                  </a:cubicBezTo>
                  <a:lnTo>
                    <a:pt x="401" y="1735"/>
                  </a:lnTo>
                  <a:cubicBezTo>
                    <a:pt x="401" y="1769"/>
                    <a:pt x="401" y="1802"/>
                    <a:pt x="401" y="1802"/>
                  </a:cubicBezTo>
                  <a:cubicBezTo>
                    <a:pt x="401" y="1819"/>
                    <a:pt x="409" y="1827"/>
                    <a:pt x="418" y="1827"/>
                  </a:cubicBezTo>
                  <a:cubicBezTo>
                    <a:pt x="426" y="1827"/>
                    <a:pt x="434" y="1819"/>
                    <a:pt x="434" y="1802"/>
                  </a:cubicBezTo>
                  <a:lnTo>
                    <a:pt x="668" y="1702"/>
                  </a:lnTo>
                  <a:cubicBezTo>
                    <a:pt x="701" y="1668"/>
                    <a:pt x="768" y="1635"/>
                    <a:pt x="801" y="1635"/>
                  </a:cubicBezTo>
                  <a:cubicBezTo>
                    <a:pt x="818" y="1618"/>
                    <a:pt x="843" y="1610"/>
                    <a:pt x="868" y="1610"/>
                  </a:cubicBezTo>
                  <a:cubicBezTo>
                    <a:pt x="893" y="1610"/>
                    <a:pt x="918" y="1618"/>
                    <a:pt x="935" y="1635"/>
                  </a:cubicBezTo>
                  <a:cubicBezTo>
                    <a:pt x="968" y="1635"/>
                    <a:pt x="1002" y="1668"/>
                    <a:pt x="1002" y="1702"/>
                  </a:cubicBezTo>
                  <a:cubicBezTo>
                    <a:pt x="1035" y="1769"/>
                    <a:pt x="1035" y="1835"/>
                    <a:pt x="1035" y="1902"/>
                  </a:cubicBezTo>
                  <a:cubicBezTo>
                    <a:pt x="1035" y="1969"/>
                    <a:pt x="1035" y="2069"/>
                    <a:pt x="1002" y="2135"/>
                  </a:cubicBezTo>
                  <a:cubicBezTo>
                    <a:pt x="1002" y="2202"/>
                    <a:pt x="968" y="2269"/>
                    <a:pt x="935" y="2336"/>
                  </a:cubicBezTo>
                  <a:cubicBezTo>
                    <a:pt x="901" y="2402"/>
                    <a:pt x="835" y="2436"/>
                    <a:pt x="801" y="2502"/>
                  </a:cubicBezTo>
                  <a:cubicBezTo>
                    <a:pt x="768" y="2536"/>
                    <a:pt x="701" y="2569"/>
                    <a:pt x="668" y="2602"/>
                  </a:cubicBezTo>
                  <a:cubicBezTo>
                    <a:pt x="601" y="2636"/>
                    <a:pt x="535" y="2669"/>
                    <a:pt x="468" y="2703"/>
                  </a:cubicBezTo>
                  <a:lnTo>
                    <a:pt x="334" y="2703"/>
                  </a:lnTo>
                  <a:cubicBezTo>
                    <a:pt x="334" y="2669"/>
                    <a:pt x="301" y="2636"/>
                    <a:pt x="268" y="2636"/>
                  </a:cubicBezTo>
                  <a:cubicBezTo>
                    <a:pt x="268" y="2602"/>
                    <a:pt x="268" y="2569"/>
                    <a:pt x="234" y="2536"/>
                  </a:cubicBezTo>
                  <a:cubicBezTo>
                    <a:pt x="234" y="2502"/>
                    <a:pt x="234" y="2469"/>
                    <a:pt x="201" y="2469"/>
                  </a:cubicBezTo>
                  <a:lnTo>
                    <a:pt x="168" y="2469"/>
                  </a:lnTo>
                  <a:lnTo>
                    <a:pt x="34" y="2536"/>
                  </a:lnTo>
                  <a:cubicBezTo>
                    <a:pt x="34" y="2536"/>
                    <a:pt x="1" y="2569"/>
                    <a:pt x="1" y="2569"/>
                  </a:cubicBezTo>
                  <a:cubicBezTo>
                    <a:pt x="1" y="2602"/>
                    <a:pt x="1" y="2602"/>
                    <a:pt x="1" y="2636"/>
                  </a:cubicBezTo>
                  <a:cubicBezTo>
                    <a:pt x="1" y="2703"/>
                    <a:pt x="34" y="2803"/>
                    <a:pt x="34" y="2869"/>
                  </a:cubicBezTo>
                  <a:cubicBezTo>
                    <a:pt x="68" y="2936"/>
                    <a:pt x="101" y="2969"/>
                    <a:pt x="168" y="3003"/>
                  </a:cubicBezTo>
                  <a:cubicBezTo>
                    <a:pt x="234" y="3036"/>
                    <a:pt x="301" y="3069"/>
                    <a:pt x="368" y="3069"/>
                  </a:cubicBezTo>
                  <a:cubicBezTo>
                    <a:pt x="468" y="3036"/>
                    <a:pt x="568" y="3003"/>
                    <a:pt x="635" y="2936"/>
                  </a:cubicBezTo>
                  <a:cubicBezTo>
                    <a:pt x="735" y="2903"/>
                    <a:pt x="835" y="2836"/>
                    <a:pt x="901" y="2769"/>
                  </a:cubicBezTo>
                  <a:cubicBezTo>
                    <a:pt x="968" y="2669"/>
                    <a:pt x="1035" y="2569"/>
                    <a:pt x="1068" y="2469"/>
                  </a:cubicBezTo>
                  <a:cubicBezTo>
                    <a:pt x="1135" y="2369"/>
                    <a:pt x="1202" y="2269"/>
                    <a:pt x="1202" y="2135"/>
                  </a:cubicBezTo>
                  <a:cubicBezTo>
                    <a:pt x="1268" y="2035"/>
                    <a:pt x="1268" y="1902"/>
                    <a:pt x="1268" y="1769"/>
                  </a:cubicBezTo>
                  <a:cubicBezTo>
                    <a:pt x="1268" y="1668"/>
                    <a:pt x="1268" y="1568"/>
                    <a:pt x="1235" y="1468"/>
                  </a:cubicBezTo>
                  <a:cubicBezTo>
                    <a:pt x="1202" y="1402"/>
                    <a:pt x="1168" y="1335"/>
                    <a:pt x="1102" y="1302"/>
                  </a:cubicBezTo>
                  <a:cubicBezTo>
                    <a:pt x="1068" y="1235"/>
                    <a:pt x="1002" y="1235"/>
                    <a:pt x="935" y="1235"/>
                  </a:cubicBezTo>
                  <a:cubicBezTo>
                    <a:pt x="868" y="1235"/>
                    <a:pt x="768" y="1268"/>
                    <a:pt x="701" y="1302"/>
                  </a:cubicBezTo>
                  <a:lnTo>
                    <a:pt x="1135" y="334"/>
                  </a:lnTo>
                  <a:cubicBezTo>
                    <a:pt x="1168" y="301"/>
                    <a:pt x="1168" y="267"/>
                    <a:pt x="1168" y="234"/>
                  </a:cubicBezTo>
                  <a:cubicBezTo>
                    <a:pt x="1168" y="234"/>
                    <a:pt x="1168" y="201"/>
                    <a:pt x="1168" y="167"/>
                  </a:cubicBezTo>
                  <a:lnTo>
                    <a:pt x="1168" y="67"/>
                  </a:lnTo>
                  <a:cubicBezTo>
                    <a:pt x="1202" y="34"/>
                    <a:pt x="1202" y="1"/>
                    <a:pt x="11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7"/>
            <p:cNvSpPr/>
            <p:nvPr/>
          </p:nvSpPr>
          <p:spPr>
            <a:xfrm>
              <a:off x="3298350" y="3089325"/>
              <a:ext cx="31725" cy="77575"/>
            </a:xfrm>
            <a:custGeom>
              <a:rect b="b" l="l" r="r" t="t"/>
              <a:pathLst>
                <a:path extrusionOk="0" h="3103" w="1269">
                  <a:moveTo>
                    <a:pt x="1102" y="0"/>
                  </a:moveTo>
                  <a:lnTo>
                    <a:pt x="134" y="567"/>
                  </a:lnTo>
                  <a:cubicBezTo>
                    <a:pt x="101" y="567"/>
                    <a:pt x="101" y="601"/>
                    <a:pt x="68" y="634"/>
                  </a:cubicBezTo>
                  <a:cubicBezTo>
                    <a:pt x="68" y="667"/>
                    <a:pt x="68" y="667"/>
                    <a:pt x="68" y="701"/>
                  </a:cubicBezTo>
                  <a:lnTo>
                    <a:pt x="68" y="834"/>
                  </a:lnTo>
                  <a:cubicBezTo>
                    <a:pt x="68" y="868"/>
                    <a:pt x="68" y="901"/>
                    <a:pt x="68" y="901"/>
                  </a:cubicBezTo>
                  <a:cubicBezTo>
                    <a:pt x="84" y="918"/>
                    <a:pt x="101" y="926"/>
                    <a:pt x="113" y="926"/>
                  </a:cubicBezTo>
                  <a:cubicBezTo>
                    <a:pt x="126" y="926"/>
                    <a:pt x="134" y="918"/>
                    <a:pt x="134" y="901"/>
                  </a:cubicBezTo>
                  <a:lnTo>
                    <a:pt x="835" y="501"/>
                  </a:lnTo>
                  <a:lnTo>
                    <a:pt x="401" y="1501"/>
                  </a:lnTo>
                  <a:cubicBezTo>
                    <a:pt x="401" y="1501"/>
                    <a:pt x="368" y="1535"/>
                    <a:pt x="368" y="1568"/>
                  </a:cubicBezTo>
                  <a:cubicBezTo>
                    <a:pt x="368" y="1568"/>
                    <a:pt x="368" y="1601"/>
                    <a:pt x="368" y="1635"/>
                  </a:cubicBezTo>
                  <a:lnTo>
                    <a:pt x="368" y="1768"/>
                  </a:lnTo>
                  <a:cubicBezTo>
                    <a:pt x="368" y="1768"/>
                    <a:pt x="368" y="1802"/>
                    <a:pt x="368" y="1835"/>
                  </a:cubicBezTo>
                  <a:lnTo>
                    <a:pt x="435" y="1835"/>
                  </a:lnTo>
                  <a:lnTo>
                    <a:pt x="635" y="1702"/>
                  </a:lnTo>
                  <a:cubicBezTo>
                    <a:pt x="668" y="1668"/>
                    <a:pt x="735" y="1668"/>
                    <a:pt x="768" y="1635"/>
                  </a:cubicBezTo>
                  <a:lnTo>
                    <a:pt x="902" y="1635"/>
                  </a:lnTo>
                  <a:cubicBezTo>
                    <a:pt x="935" y="1668"/>
                    <a:pt x="968" y="1702"/>
                    <a:pt x="968" y="1735"/>
                  </a:cubicBezTo>
                  <a:cubicBezTo>
                    <a:pt x="1002" y="1802"/>
                    <a:pt x="1002" y="1868"/>
                    <a:pt x="1002" y="1935"/>
                  </a:cubicBezTo>
                  <a:cubicBezTo>
                    <a:pt x="1002" y="2002"/>
                    <a:pt x="1002" y="2068"/>
                    <a:pt x="968" y="2169"/>
                  </a:cubicBezTo>
                  <a:cubicBezTo>
                    <a:pt x="968" y="2235"/>
                    <a:pt x="935" y="2302"/>
                    <a:pt x="902" y="2369"/>
                  </a:cubicBezTo>
                  <a:cubicBezTo>
                    <a:pt x="868" y="2402"/>
                    <a:pt x="835" y="2469"/>
                    <a:pt x="768" y="2502"/>
                  </a:cubicBezTo>
                  <a:cubicBezTo>
                    <a:pt x="735" y="2569"/>
                    <a:pt x="668" y="2602"/>
                    <a:pt x="635" y="2636"/>
                  </a:cubicBezTo>
                  <a:cubicBezTo>
                    <a:pt x="568" y="2669"/>
                    <a:pt x="501" y="2702"/>
                    <a:pt x="435" y="2702"/>
                  </a:cubicBezTo>
                  <a:cubicBezTo>
                    <a:pt x="418" y="2719"/>
                    <a:pt x="401" y="2727"/>
                    <a:pt x="385" y="2727"/>
                  </a:cubicBezTo>
                  <a:cubicBezTo>
                    <a:pt x="368" y="2727"/>
                    <a:pt x="351" y="2719"/>
                    <a:pt x="334" y="2702"/>
                  </a:cubicBezTo>
                  <a:cubicBezTo>
                    <a:pt x="301" y="2702"/>
                    <a:pt x="268" y="2669"/>
                    <a:pt x="268" y="2636"/>
                  </a:cubicBezTo>
                  <a:cubicBezTo>
                    <a:pt x="234" y="2602"/>
                    <a:pt x="234" y="2569"/>
                    <a:pt x="234" y="2535"/>
                  </a:cubicBezTo>
                  <a:cubicBezTo>
                    <a:pt x="234" y="2535"/>
                    <a:pt x="201" y="2502"/>
                    <a:pt x="201" y="2502"/>
                  </a:cubicBezTo>
                  <a:cubicBezTo>
                    <a:pt x="201" y="2485"/>
                    <a:pt x="193" y="2477"/>
                    <a:pt x="184" y="2477"/>
                  </a:cubicBezTo>
                  <a:cubicBezTo>
                    <a:pt x="176" y="2477"/>
                    <a:pt x="168" y="2485"/>
                    <a:pt x="168" y="2502"/>
                  </a:cubicBezTo>
                  <a:lnTo>
                    <a:pt x="34" y="2569"/>
                  </a:lnTo>
                  <a:cubicBezTo>
                    <a:pt x="34" y="2569"/>
                    <a:pt x="1" y="2602"/>
                    <a:pt x="1" y="2602"/>
                  </a:cubicBezTo>
                  <a:cubicBezTo>
                    <a:pt x="1" y="2636"/>
                    <a:pt x="1" y="2636"/>
                    <a:pt x="1" y="2669"/>
                  </a:cubicBezTo>
                  <a:cubicBezTo>
                    <a:pt x="1" y="2736"/>
                    <a:pt x="1" y="2836"/>
                    <a:pt x="34" y="2902"/>
                  </a:cubicBezTo>
                  <a:cubicBezTo>
                    <a:pt x="68" y="2969"/>
                    <a:pt x="101" y="3002"/>
                    <a:pt x="168" y="3036"/>
                  </a:cubicBezTo>
                  <a:cubicBezTo>
                    <a:pt x="234" y="3069"/>
                    <a:pt x="301" y="3103"/>
                    <a:pt x="368" y="3103"/>
                  </a:cubicBezTo>
                  <a:cubicBezTo>
                    <a:pt x="468" y="3069"/>
                    <a:pt x="568" y="3036"/>
                    <a:pt x="635" y="2969"/>
                  </a:cubicBezTo>
                  <a:cubicBezTo>
                    <a:pt x="735" y="2936"/>
                    <a:pt x="801" y="2869"/>
                    <a:pt x="902" y="2802"/>
                  </a:cubicBezTo>
                  <a:cubicBezTo>
                    <a:pt x="968" y="2702"/>
                    <a:pt x="1035" y="2602"/>
                    <a:pt x="1068" y="2502"/>
                  </a:cubicBezTo>
                  <a:cubicBezTo>
                    <a:pt x="1135" y="2402"/>
                    <a:pt x="1168" y="2302"/>
                    <a:pt x="1202" y="2169"/>
                  </a:cubicBezTo>
                  <a:cubicBezTo>
                    <a:pt x="1235" y="2068"/>
                    <a:pt x="1268" y="1935"/>
                    <a:pt x="1268" y="1802"/>
                  </a:cubicBezTo>
                  <a:cubicBezTo>
                    <a:pt x="1268" y="1702"/>
                    <a:pt x="1235" y="1601"/>
                    <a:pt x="1235" y="1501"/>
                  </a:cubicBezTo>
                  <a:cubicBezTo>
                    <a:pt x="1202" y="1435"/>
                    <a:pt x="1168" y="1368"/>
                    <a:pt x="1102" y="1335"/>
                  </a:cubicBezTo>
                  <a:cubicBezTo>
                    <a:pt x="1068" y="1268"/>
                    <a:pt x="1002" y="1268"/>
                    <a:pt x="935" y="1268"/>
                  </a:cubicBezTo>
                  <a:cubicBezTo>
                    <a:pt x="835" y="1268"/>
                    <a:pt x="768" y="1301"/>
                    <a:pt x="701" y="1335"/>
                  </a:cubicBezTo>
                  <a:lnTo>
                    <a:pt x="1135" y="367"/>
                  </a:lnTo>
                  <a:cubicBezTo>
                    <a:pt x="1168" y="334"/>
                    <a:pt x="1168" y="301"/>
                    <a:pt x="1168" y="267"/>
                  </a:cubicBezTo>
                  <a:cubicBezTo>
                    <a:pt x="1168" y="267"/>
                    <a:pt x="1168" y="234"/>
                    <a:pt x="1168" y="200"/>
                  </a:cubicBezTo>
                  <a:lnTo>
                    <a:pt x="1168" y="67"/>
                  </a:lnTo>
                  <a:cubicBezTo>
                    <a:pt x="1168" y="34"/>
                    <a:pt x="1168" y="34"/>
                    <a:pt x="11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7"/>
            <p:cNvSpPr/>
            <p:nvPr/>
          </p:nvSpPr>
          <p:spPr>
            <a:xfrm>
              <a:off x="3221650" y="3125675"/>
              <a:ext cx="381125" cy="230325"/>
            </a:xfrm>
            <a:custGeom>
              <a:rect b="b" l="l" r="r" t="t"/>
              <a:pathLst>
                <a:path extrusionOk="0" h="9213" w="15245">
                  <a:moveTo>
                    <a:pt x="15091" y="0"/>
                  </a:moveTo>
                  <a:cubicBezTo>
                    <a:pt x="15048" y="0"/>
                    <a:pt x="14998" y="15"/>
                    <a:pt x="14944" y="47"/>
                  </a:cubicBezTo>
                  <a:lnTo>
                    <a:pt x="300" y="8520"/>
                  </a:lnTo>
                  <a:cubicBezTo>
                    <a:pt x="133" y="8620"/>
                    <a:pt x="0" y="8820"/>
                    <a:pt x="0" y="9020"/>
                  </a:cubicBezTo>
                  <a:cubicBezTo>
                    <a:pt x="0" y="9144"/>
                    <a:pt x="73" y="9213"/>
                    <a:pt x="179" y="9213"/>
                  </a:cubicBezTo>
                  <a:cubicBezTo>
                    <a:pt x="216" y="9213"/>
                    <a:pt x="257" y="9204"/>
                    <a:pt x="300" y="9187"/>
                  </a:cubicBezTo>
                  <a:lnTo>
                    <a:pt x="14944" y="681"/>
                  </a:lnTo>
                  <a:cubicBezTo>
                    <a:pt x="15111" y="581"/>
                    <a:pt x="15211" y="414"/>
                    <a:pt x="15244" y="181"/>
                  </a:cubicBezTo>
                  <a:cubicBezTo>
                    <a:pt x="15244" y="67"/>
                    <a:pt x="15183" y="0"/>
                    <a:pt x="150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7"/>
            <p:cNvSpPr/>
            <p:nvPr/>
          </p:nvSpPr>
          <p:spPr>
            <a:xfrm>
              <a:off x="3221650" y="3045650"/>
              <a:ext cx="96750" cy="66025"/>
            </a:xfrm>
            <a:custGeom>
              <a:rect b="b" l="l" r="r" t="t"/>
              <a:pathLst>
                <a:path extrusionOk="0" h="2641" w="3870">
                  <a:moveTo>
                    <a:pt x="3712" y="0"/>
                  </a:moveTo>
                  <a:cubicBezTo>
                    <a:pt x="3669" y="0"/>
                    <a:pt x="3621" y="15"/>
                    <a:pt x="3569" y="46"/>
                  </a:cubicBezTo>
                  <a:lnTo>
                    <a:pt x="300" y="1947"/>
                  </a:lnTo>
                  <a:cubicBezTo>
                    <a:pt x="133" y="2048"/>
                    <a:pt x="0" y="2248"/>
                    <a:pt x="0" y="2448"/>
                  </a:cubicBezTo>
                  <a:cubicBezTo>
                    <a:pt x="0" y="2572"/>
                    <a:pt x="73" y="2640"/>
                    <a:pt x="179" y="2640"/>
                  </a:cubicBezTo>
                  <a:cubicBezTo>
                    <a:pt x="216" y="2640"/>
                    <a:pt x="257" y="2632"/>
                    <a:pt x="300" y="2615"/>
                  </a:cubicBezTo>
                  <a:lnTo>
                    <a:pt x="3569" y="713"/>
                  </a:lnTo>
                  <a:cubicBezTo>
                    <a:pt x="3736" y="580"/>
                    <a:pt x="3869" y="413"/>
                    <a:pt x="3869" y="213"/>
                  </a:cubicBezTo>
                  <a:cubicBezTo>
                    <a:pt x="3869" y="75"/>
                    <a:pt x="3806" y="0"/>
                    <a:pt x="37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7"/>
            <p:cNvSpPr/>
            <p:nvPr/>
          </p:nvSpPr>
          <p:spPr>
            <a:xfrm>
              <a:off x="3218300" y="3312900"/>
              <a:ext cx="388650" cy="285150"/>
            </a:xfrm>
            <a:custGeom>
              <a:rect b="b" l="l" r="r" t="t"/>
              <a:pathLst>
                <a:path extrusionOk="0" h="11406" w="15546">
                  <a:moveTo>
                    <a:pt x="15407" y="1"/>
                  </a:moveTo>
                  <a:cubicBezTo>
                    <a:pt x="15371" y="1"/>
                    <a:pt x="15334" y="19"/>
                    <a:pt x="15312" y="64"/>
                  </a:cubicBezTo>
                  <a:lnTo>
                    <a:pt x="13644" y="2932"/>
                  </a:lnTo>
                  <a:lnTo>
                    <a:pt x="12009" y="3266"/>
                  </a:lnTo>
                  <a:lnTo>
                    <a:pt x="11976" y="3266"/>
                  </a:lnTo>
                  <a:lnTo>
                    <a:pt x="10308" y="4734"/>
                  </a:lnTo>
                  <a:lnTo>
                    <a:pt x="8573" y="3900"/>
                  </a:lnTo>
                  <a:lnTo>
                    <a:pt x="6839" y="7302"/>
                  </a:lnTo>
                  <a:lnTo>
                    <a:pt x="5171" y="7769"/>
                  </a:lnTo>
                  <a:lnTo>
                    <a:pt x="3470" y="9270"/>
                  </a:lnTo>
                  <a:lnTo>
                    <a:pt x="1769" y="9470"/>
                  </a:lnTo>
                  <a:lnTo>
                    <a:pt x="67" y="11238"/>
                  </a:lnTo>
                  <a:cubicBezTo>
                    <a:pt x="1" y="11272"/>
                    <a:pt x="1" y="11338"/>
                    <a:pt x="67" y="11372"/>
                  </a:cubicBezTo>
                  <a:cubicBezTo>
                    <a:pt x="67" y="11405"/>
                    <a:pt x="101" y="11405"/>
                    <a:pt x="134" y="11405"/>
                  </a:cubicBezTo>
                  <a:cubicBezTo>
                    <a:pt x="167" y="11405"/>
                    <a:pt x="201" y="11405"/>
                    <a:pt x="234" y="11372"/>
                  </a:cubicBezTo>
                  <a:lnTo>
                    <a:pt x="1902" y="9671"/>
                  </a:lnTo>
                  <a:lnTo>
                    <a:pt x="3570" y="9437"/>
                  </a:lnTo>
                  <a:lnTo>
                    <a:pt x="5271" y="7936"/>
                  </a:lnTo>
                  <a:lnTo>
                    <a:pt x="7006" y="7469"/>
                  </a:lnTo>
                  <a:lnTo>
                    <a:pt x="8673" y="4133"/>
                  </a:lnTo>
                  <a:lnTo>
                    <a:pt x="10341" y="4967"/>
                  </a:lnTo>
                  <a:lnTo>
                    <a:pt x="12076" y="3466"/>
                  </a:lnTo>
                  <a:lnTo>
                    <a:pt x="13777" y="3133"/>
                  </a:lnTo>
                  <a:lnTo>
                    <a:pt x="15478" y="164"/>
                  </a:lnTo>
                  <a:cubicBezTo>
                    <a:pt x="15545" y="75"/>
                    <a:pt x="15478" y="1"/>
                    <a:pt x="1540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7"/>
            <p:cNvSpPr/>
            <p:nvPr/>
          </p:nvSpPr>
          <p:spPr>
            <a:xfrm>
              <a:off x="3218300" y="3312900"/>
              <a:ext cx="388650" cy="285150"/>
            </a:xfrm>
            <a:custGeom>
              <a:rect b="b" l="l" r="r" t="t"/>
              <a:pathLst>
                <a:path extrusionOk="0" h="11406" w="15546">
                  <a:moveTo>
                    <a:pt x="15407" y="1"/>
                  </a:moveTo>
                  <a:cubicBezTo>
                    <a:pt x="15371" y="1"/>
                    <a:pt x="15334" y="19"/>
                    <a:pt x="15312" y="64"/>
                  </a:cubicBezTo>
                  <a:lnTo>
                    <a:pt x="13644" y="2932"/>
                  </a:lnTo>
                  <a:lnTo>
                    <a:pt x="12009" y="3266"/>
                  </a:lnTo>
                  <a:lnTo>
                    <a:pt x="11976" y="3266"/>
                  </a:lnTo>
                  <a:lnTo>
                    <a:pt x="10308" y="4734"/>
                  </a:lnTo>
                  <a:lnTo>
                    <a:pt x="8573" y="3900"/>
                  </a:lnTo>
                  <a:lnTo>
                    <a:pt x="6839" y="7302"/>
                  </a:lnTo>
                  <a:lnTo>
                    <a:pt x="5171" y="7769"/>
                  </a:lnTo>
                  <a:lnTo>
                    <a:pt x="3470" y="9270"/>
                  </a:lnTo>
                  <a:lnTo>
                    <a:pt x="1769" y="9470"/>
                  </a:lnTo>
                  <a:lnTo>
                    <a:pt x="67" y="11238"/>
                  </a:lnTo>
                  <a:cubicBezTo>
                    <a:pt x="1" y="11272"/>
                    <a:pt x="1" y="11338"/>
                    <a:pt x="67" y="11372"/>
                  </a:cubicBezTo>
                  <a:cubicBezTo>
                    <a:pt x="67" y="11405"/>
                    <a:pt x="101" y="11405"/>
                    <a:pt x="134" y="11405"/>
                  </a:cubicBezTo>
                  <a:cubicBezTo>
                    <a:pt x="167" y="11405"/>
                    <a:pt x="201" y="11405"/>
                    <a:pt x="234" y="11372"/>
                  </a:cubicBezTo>
                  <a:lnTo>
                    <a:pt x="1902" y="9671"/>
                  </a:lnTo>
                  <a:lnTo>
                    <a:pt x="3570" y="9437"/>
                  </a:lnTo>
                  <a:lnTo>
                    <a:pt x="5271" y="7936"/>
                  </a:lnTo>
                  <a:lnTo>
                    <a:pt x="7006" y="7469"/>
                  </a:lnTo>
                  <a:lnTo>
                    <a:pt x="8673" y="4133"/>
                  </a:lnTo>
                  <a:lnTo>
                    <a:pt x="10341" y="4967"/>
                  </a:lnTo>
                  <a:lnTo>
                    <a:pt x="12076" y="3466"/>
                  </a:lnTo>
                  <a:lnTo>
                    <a:pt x="13777" y="3133"/>
                  </a:lnTo>
                  <a:lnTo>
                    <a:pt x="15478" y="164"/>
                  </a:lnTo>
                  <a:cubicBezTo>
                    <a:pt x="15545" y="75"/>
                    <a:pt x="15478" y="1"/>
                    <a:pt x="154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7"/>
            <p:cNvSpPr/>
            <p:nvPr/>
          </p:nvSpPr>
          <p:spPr>
            <a:xfrm>
              <a:off x="3223300" y="3431450"/>
              <a:ext cx="20050" cy="68200"/>
            </a:xfrm>
            <a:custGeom>
              <a:rect b="b" l="l" r="r" t="t"/>
              <a:pathLst>
                <a:path extrusionOk="0" h="2728" w="802">
                  <a:moveTo>
                    <a:pt x="785" y="0"/>
                  </a:moveTo>
                  <a:cubicBezTo>
                    <a:pt x="776" y="0"/>
                    <a:pt x="768" y="8"/>
                    <a:pt x="768" y="25"/>
                  </a:cubicBezTo>
                  <a:lnTo>
                    <a:pt x="668" y="92"/>
                  </a:lnTo>
                  <a:lnTo>
                    <a:pt x="635" y="92"/>
                  </a:lnTo>
                  <a:cubicBezTo>
                    <a:pt x="601" y="125"/>
                    <a:pt x="601" y="125"/>
                    <a:pt x="568" y="159"/>
                  </a:cubicBezTo>
                  <a:lnTo>
                    <a:pt x="34" y="1093"/>
                  </a:lnTo>
                  <a:cubicBezTo>
                    <a:pt x="34" y="1126"/>
                    <a:pt x="34" y="1126"/>
                    <a:pt x="34" y="1159"/>
                  </a:cubicBezTo>
                  <a:cubicBezTo>
                    <a:pt x="1" y="1193"/>
                    <a:pt x="1" y="1226"/>
                    <a:pt x="34" y="1226"/>
                  </a:cubicBezTo>
                  <a:lnTo>
                    <a:pt x="67" y="1326"/>
                  </a:lnTo>
                  <a:lnTo>
                    <a:pt x="134" y="1326"/>
                  </a:lnTo>
                  <a:cubicBezTo>
                    <a:pt x="134" y="1326"/>
                    <a:pt x="168" y="1293"/>
                    <a:pt x="168" y="1259"/>
                  </a:cubicBezTo>
                  <a:lnTo>
                    <a:pt x="601" y="559"/>
                  </a:lnTo>
                  <a:lnTo>
                    <a:pt x="601" y="2660"/>
                  </a:lnTo>
                  <a:cubicBezTo>
                    <a:pt x="601" y="2660"/>
                    <a:pt x="601" y="2694"/>
                    <a:pt x="601" y="2727"/>
                  </a:cubicBezTo>
                  <a:lnTo>
                    <a:pt x="635" y="2727"/>
                  </a:lnTo>
                  <a:lnTo>
                    <a:pt x="735" y="2660"/>
                  </a:lnTo>
                  <a:cubicBezTo>
                    <a:pt x="768" y="2660"/>
                    <a:pt x="768" y="2627"/>
                    <a:pt x="801" y="2594"/>
                  </a:cubicBezTo>
                  <a:cubicBezTo>
                    <a:pt x="801" y="2594"/>
                    <a:pt x="801" y="2560"/>
                    <a:pt x="801" y="2527"/>
                  </a:cubicBezTo>
                  <a:lnTo>
                    <a:pt x="801" y="92"/>
                  </a:lnTo>
                  <a:cubicBezTo>
                    <a:pt x="801" y="58"/>
                    <a:pt x="801" y="25"/>
                    <a:pt x="801" y="25"/>
                  </a:cubicBezTo>
                  <a:cubicBezTo>
                    <a:pt x="801" y="8"/>
                    <a:pt x="793" y="0"/>
                    <a:pt x="78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7"/>
            <p:cNvSpPr/>
            <p:nvPr/>
          </p:nvSpPr>
          <p:spPr>
            <a:xfrm>
              <a:off x="3250825" y="3413725"/>
              <a:ext cx="30050" cy="78200"/>
            </a:xfrm>
            <a:custGeom>
              <a:rect b="b" l="l" r="r" t="t"/>
              <a:pathLst>
                <a:path extrusionOk="0" h="3128" w="1202">
                  <a:moveTo>
                    <a:pt x="868" y="0"/>
                  </a:moveTo>
                  <a:cubicBezTo>
                    <a:pt x="768" y="34"/>
                    <a:pt x="701" y="34"/>
                    <a:pt x="634" y="100"/>
                  </a:cubicBezTo>
                  <a:cubicBezTo>
                    <a:pt x="534" y="134"/>
                    <a:pt x="434" y="234"/>
                    <a:pt x="367" y="300"/>
                  </a:cubicBezTo>
                  <a:cubicBezTo>
                    <a:pt x="301" y="401"/>
                    <a:pt x="234" y="501"/>
                    <a:pt x="201" y="601"/>
                  </a:cubicBezTo>
                  <a:cubicBezTo>
                    <a:pt x="134" y="701"/>
                    <a:pt x="101" y="834"/>
                    <a:pt x="67" y="934"/>
                  </a:cubicBezTo>
                  <a:cubicBezTo>
                    <a:pt x="34" y="1034"/>
                    <a:pt x="34" y="1134"/>
                    <a:pt x="34" y="1268"/>
                  </a:cubicBezTo>
                  <a:cubicBezTo>
                    <a:pt x="34" y="1268"/>
                    <a:pt x="34" y="1301"/>
                    <a:pt x="34" y="1301"/>
                  </a:cubicBezTo>
                  <a:lnTo>
                    <a:pt x="67" y="1301"/>
                  </a:lnTo>
                  <a:lnTo>
                    <a:pt x="201" y="1234"/>
                  </a:lnTo>
                  <a:cubicBezTo>
                    <a:pt x="201" y="1234"/>
                    <a:pt x="201" y="1201"/>
                    <a:pt x="234" y="1201"/>
                  </a:cubicBezTo>
                  <a:cubicBezTo>
                    <a:pt x="234" y="1168"/>
                    <a:pt x="234" y="1134"/>
                    <a:pt x="267" y="1101"/>
                  </a:cubicBezTo>
                  <a:cubicBezTo>
                    <a:pt x="267" y="1034"/>
                    <a:pt x="267" y="968"/>
                    <a:pt x="301" y="901"/>
                  </a:cubicBezTo>
                  <a:cubicBezTo>
                    <a:pt x="301" y="834"/>
                    <a:pt x="334" y="767"/>
                    <a:pt x="367" y="734"/>
                  </a:cubicBezTo>
                  <a:cubicBezTo>
                    <a:pt x="367" y="667"/>
                    <a:pt x="401" y="601"/>
                    <a:pt x="468" y="567"/>
                  </a:cubicBezTo>
                  <a:cubicBezTo>
                    <a:pt x="501" y="501"/>
                    <a:pt x="534" y="467"/>
                    <a:pt x="601" y="434"/>
                  </a:cubicBezTo>
                  <a:cubicBezTo>
                    <a:pt x="651" y="401"/>
                    <a:pt x="701" y="384"/>
                    <a:pt x="743" y="384"/>
                  </a:cubicBezTo>
                  <a:cubicBezTo>
                    <a:pt x="784" y="384"/>
                    <a:pt x="818" y="401"/>
                    <a:pt x="834" y="434"/>
                  </a:cubicBezTo>
                  <a:cubicBezTo>
                    <a:pt x="901" y="534"/>
                    <a:pt x="935" y="634"/>
                    <a:pt x="935" y="734"/>
                  </a:cubicBezTo>
                  <a:cubicBezTo>
                    <a:pt x="935" y="834"/>
                    <a:pt x="901" y="934"/>
                    <a:pt x="901" y="1034"/>
                  </a:cubicBezTo>
                  <a:cubicBezTo>
                    <a:pt x="868" y="1134"/>
                    <a:pt x="834" y="1201"/>
                    <a:pt x="768" y="1301"/>
                  </a:cubicBezTo>
                  <a:lnTo>
                    <a:pt x="67" y="2736"/>
                  </a:lnTo>
                  <a:cubicBezTo>
                    <a:pt x="34" y="2769"/>
                    <a:pt x="34" y="2802"/>
                    <a:pt x="34" y="2836"/>
                  </a:cubicBezTo>
                  <a:cubicBezTo>
                    <a:pt x="1" y="2869"/>
                    <a:pt x="1" y="2902"/>
                    <a:pt x="34" y="2902"/>
                  </a:cubicBezTo>
                  <a:lnTo>
                    <a:pt x="34" y="3036"/>
                  </a:lnTo>
                  <a:cubicBezTo>
                    <a:pt x="34" y="3069"/>
                    <a:pt x="34" y="3102"/>
                    <a:pt x="34" y="3102"/>
                  </a:cubicBezTo>
                  <a:cubicBezTo>
                    <a:pt x="51" y="3119"/>
                    <a:pt x="59" y="3128"/>
                    <a:pt x="67" y="3128"/>
                  </a:cubicBezTo>
                  <a:cubicBezTo>
                    <a:pt x="76" y="3128"/>
                    <a:pt x="84" y="3119"/>
                    <a:pt x="101" y="3102"/>
                  </a:cubicBezTo>
                  <a:lnTo>
                    <a:pt x="1168" y="2502"/>
                  </a:lnTo>
                  <a:cubicBezTo>
                    <a:pt x="1168" y="2469"/>
                    <a:pt x="1201" y="2469"/>
                    <a:pt x="1201" y="2435"/>
                  </a:cubicBezTo>
                  <a:cubicBezTo>
                    <a:pt x="1201" y="2402"/>
                    <a:pt x="1201" y="2369"/>
                    <a:pt x="1201" y="2335"/>
                  </a:cubicBezTo>
                  <a:lnTo>
                    <a:pt x="1201" y="2202"/>
                  </a:lnTo>
                  <a:lnTo>
                    <a:pt x="1201" y="2168"/>
                  </a:lnTo>
                  <a:cubicBezTo>
                    <a:pt x="1201" y="2152"/>
                    <a:pt x="1193" y="2143"/>
                    <a:pt x="1185" y="2143"/>
                  </a:cubicBezTo>
                  <a:cubicBezTo>
                    <a:pt x="1176" y="2143"/>
                    <a:pt x="1168" y="2152"/>
                    <a:pt x="1168" y="2168"/>
                  </a:cubicBezTo>
                  <a:lnTo>
                    <a:pt x="401" y="2602"/>
                  </a:lnTo>
                  <a:lnTo>
                    <a:pt x="968" y="1468"/>
                  </a:lnTo>
                  <a:cubicBezTo>
                    <a:pt x="1001" y="1401"/>
                    <a:pt x="1035" y="1335"/>
                    <a:pt x="1068" y="1234"/>
                  </a:cubicBezTo>
                  <a:cubicBezTo>
                    <a:pt x="1101" y="1168"/>
                    <a:pt x="1101" y="1101"/>
                    <a:pt x="1135" y="1034"/>
                  </a:cubicBezTo>
                  <a:cubicBezTo>
                    <a:pt x="1135" y="968"/>
                    <a:pt x="1168" y="901"/>
                    <a:pt x="1168" y="801"/>
                  </a:cubicBezTo>
                  <a:cubicBezTo>
                    <a:pt x="1168" y="734"/>
                    <a:pt x="1168" y="667"/>
                    <a:pt x="1168" y="601"/>
                  </a:cubicBezTo>
                  <a:cubicBezTo>
                    <a:pt x="1168" y="501"/>
                    <a:pt x="1168" y="401"/>
                    <a:pt x="1135" y="300"/>
                  </a:cubicBezTo>
                  <a:cubicBezTo>
                    <a:pt x="1135" y="200"/>
                    <a:pt x="1068" y="134"/>
                    <a:pt x="1035" y="100"/>
                  </a:cubicBezTo>
                  <a:cubicBezTo>
                    <a:pt x="1001" y="34"/>
                    <a:pt x="935" y="34"/>
                    <a:pt x="8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7"/>
            <p:cNvSpPr/>
            <p:nvPr/>
          </p:nvSpPr>
          <p:spPr>
            <a:xfrm>
              <a:off x="3287525" y="3392025"/>
              <a:ext cx="31700" cy="73425"/>
            </a:xfrm>
            <a:custGeom>
              <a:rect b="b" l="l" r="r" t="t"/>
              <a:pathLst>
                <a:path extrusionOk="0" h="2937" w="1268">
                  <a:moveTo>
                    <a:pt x="809" y="393"/>
                  </a:moveTo>
                  <a:cubicBezTo>
                    <a:pt x="859" y="393"/>
                    <a:pt x="901" y="418"/>
                    <a:pt x="934" y="468"/>
                  </a:cubicBezTo>
                  <a:cubicBezTo>
                    <a:pt x="1001" y="601"/>
                    <a:pt x="1034" y="768"/>
                    <a:pt x="1034" y="935"/>
                  </a:cubicBezTo>
                  <a:lnTo>
                    <a:pt x="1034" y="1569"/>
                  </a:lnTo>
                  <a:cubicBezTo>
                    <a:pt x="1034" y="1769"/>
                    <a:pt x="1001" y="1969"/>
                    <a:pt x="934" y="2169"/>
                  </a:cubicBezTo>
                  <a:cubicBezTo>
                    <a:pt x="868" y="2303"/>
                    <a:pt x="767" y="2436"/>
                    <a:pt x="634" y="2503"/>
                  </a:cubicBezTo>
                  <a:cubicBezTo>
                    <a:pt x="567" y="2553"/>
                    <a:pt x="509" y="2578"/>
                    <a:pt x="459" y="2578"/>
                  </a:cubicBezTo>
                  <a:cubicBezTo>
                    <a:pt x="409" y="2578"/>
                    <a:pt x="367" y="2553"/>
                    <a:pt x="334" y="2503"/>
                  </a:cubicBezTo>
                  <a:cubicBezTo>
                    <a:pt x="267" y="2369"/>
                    <a:pt x="234" y="2203"/>
                    <a:pt x="234" y="2036"/>
                  </a:cubicBezTo>
                  <a:lnTo>
                    <a:pt x="234" y="1402"/>
                  </a:lnTo>
                  <a:cubicBezTo>
                    <a:pt x="234" y="1202"/>
                    <a:pt x="267" y="1002"/>
                    <a:pt x="334" y="802"/>
                  </a:cubicBezTo>
                  <a:cubicBezTo>
                    <a:pt x="401" y="668"/>
                    <a:pt x="501" y="535"/>
                    <a:pt x="634" y="468"/>
                  </a:cubicBezTo>
                  <a:cubicBezTo>
                    <a:pt x="701" y="418"/>
                    <a:pt x="759" y="393"/>
                    <a:pt x="809" y="393"/>
                  </a:cubicBezTo>
                  <a:close/>
                  <a:moveTo>
                    <a:pt x="901" y="1"/>
                  </a:moveTo>
                  <a:cubicBezTo>
                    <a:pt x="801" y="1"/>
                    <a:pt x="701" y="34"/>
                    <a:pt x="634" y="68"/>
                  </a:cubicBezTo>
                  <a:cubicBezTo>
                    <a:pt x="534" y="134"/>
                    <a:pt x="434" y="234"/>
                    <a:pt x="367" y="335"/>
                  </a:cubicBezTo>
                  <a:cubicBezTo>
                    <a:pt x="267" y="435"/>
                    <a:pt x="200" y="535"/>
                    <a:pt x="167" y="668"/>
                  </a:cubicBezTo>
                  <a:cubicBezTo>
                    <a:pt x="100" y="802"/>
                    <a:pt x="67" y="935"/>
                    <a:pt x="34" y="1068"/>
                  </a:cubicBezTo>
                  <a:cubicBezTo>
                    <a:pt x="34" y="1235"/>
                    <a:pt x="0" y="1369"/>
                    <a:pt x="0" y="1535"/>
                  </a:cubicBezTo>
                  <a:lnTo>
                    <a:pt x="0" y="2169"/>
                  </a:lnTo>
                  <a:cubicBezTo>
                    <a:pt x="0" y="2303"/>
                    <a:pt x="0" y="2436"/>
                    <a:pt x="34" y="2569"/>
                  </a:cubicBezTo>
                  <a:cubicBezTo>
                    <a:pt x="67" y="2670"/>
                    <a:pt x="100" y="2770"/>
                    <a:pt x="167" y="2836"/>
                  </a:cubicBezTo>
                  <a:cubicBezTo>
                    <a:pt x="200" y="2903"/>
                    <a:pt x="267" y="2936"/>
                    <a:pt x="367" y="2936"/>
                  </a:cubicBezTo>
                  <a:cubicBezTo>
                    <a:pt x="467" y="2936"/>
                    <a:pt x="534" y="2903"/>
                    <a:pt x="634" y="2870"/>
                  </a:cubicBezTo>
                  <a:cubicBezTo>
                    <a:pt x="734" y="2803"/>
                    <a:pt x="834" y="2703"/>
                    <a:pt x="901" y="2603"/>
                  </a:cubicBezTo>
                  <a:cubicBezTo>
                    <a:pt x="1001" y="2503"/>
                    <a:pt x="1068" y="2403"/>
                    <a:pt x="1101" y="2269"/>
                  </a:cubicBezTo>
                  <a:cubicBezTo>
                    <a:pt x="1168" y="2136"/>
                    <a:pt x="1201" y="2002"/>
                    <a:pt x="1234" y="1869"/>
                  </a:cubicBezTo>
                  <a:cubicBezTo>
                    <a:pt x="1268" y="1736"/>
                    <a:pt x="1268" y="1569"/>
                    <a:pt x="1268" y="1435"/>
                  </a:cubicBezTo>
                  <a:lnTo>
                    <a:pt x="1268" y="1102"/>
                  </a:lnTo>
                  <a:lnTo>
                    <a:pt x="1268" y="802"/>
                  </a:lnTo>
                  <a:cubicBezTo>
                    <a:pt x="1268" y="668"/>
                    <a:pt x="1268" y="501"/>
                    <a:pt x="1234" y="368"/>
                  </a:cubicBezTo>
                  <a:cubicBezTo>
                    <a:pt x="1201" y="268"/>
                    <a:pt x="1168" y="201"/>
                    <a:pt x="1101" y="101"/>
                  </a:cubicBezTo>
                  <a:cubicBezTo>
                    <a:pt x="1068" y="34"/>
                    <a:pt x="1001" y="1"/>
                    <a:pt x="9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7"/>
            <p:cNvSpPr/>
            <p:nvPr/>
          </p:nvSpPr>
          <p:spPr>
            <a:xfrm>
              <a:off x="3221650" y="3418925"/>
              <a:ext cx="381125" cy="230325"/>
            </a:xfrm>
            <a:custGeom>
              <a:rect b="b" l="l" r="r" t="t"/>
              <a:pathLst>
                <a:path extrusionOk="0" h="9213" w="15245">
                  <a:moveTo>
                    <a:pt x="15065" y="0"/>
                  </a:moveTo>
                  <a:cubicBezTo>
                    <a:pt x="15028" y="0"/>
                    <a:pt x="14987" y="9"/>
                    <a:pt x="14944" y="26"/>
                  </a:cubicBezTo>
                  <a:lnTo>
                    <a:pt x="300" y="8532"/>
                  </a:lnTo>
                  <a:cubicBezTo>
                    <a:pt x="133" y="8632"/>
                    <a:pt x="0" y="8799"/>
                    <a:pt x="0" y="9032"/>
                  </a:cubicBezTo>
                  <a:cubicBezTo>
                    <a:pt x="0" y="9146"/>
                    <a:pt x="62" y="9213"/>
                    <a:pt x="153" y="9213"/>
                  </a:cubicBezTo>
                  <a:cubicBezTo>
                    <a:pt x="197" y="9213"/>
                    <a:pt x="247" y="9198"/>
                    <a:pt x="300" y="9166"/>
                  </a:cubicBezTo>
                  <a:lnTo>
                    <a:pt x="14944" y="693"/>
                  </a:lnTo>
                  <a:cubicBezTo>
                    <a:pt x="15111" y="593"/>
                    <a:pt x="15211" y="393"/>
                    <a:pt x="15244" y="193"/>
                  </a:cubicBezTo>
                  <a:cubicBezTo>
                    <a:pt x="15244" y="69"/>
                    <a:pt x="15171" y="0"/>
                    <a:pt x="1506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7"/>
            <p:cNvSpPr/>
            <p:nvPr/>
          </p:nvSpPr>
          <p:spPr>
            <a:xfrm>
              <a:off x="3221650" y="3338500"/>
              <a:ext cx="96750" cy="66375"/>
            </a:xfrm>
            <a:custGeom>
              <a:rect b="b" l="l" r="r" t="t"/>
              <a:pathLst>
                <a:path extrusionOk="0" h="2655" w="3870">
                  <a:moveTo>
                    <a:pt x="3697" y="1"/>
                  </a:moveTo>
                  <a:cubicBezTo>
                    <a:pt x="3659" y="1"/>
                    <a:pt x="3615" y="13"/>
                    <a:pt x="3569" y="40"/>
                  </a:cubicBezTo>
                  <a:lnTo>
                    <a:pt x="300" y="1942"/>
                  </a:lnTo>
                  <a:cubicBezTo>
                    <a:pt x="133" y="2075"/>
                    <a:pt x="0" y="2242"/>
                    <a:pt x="0" y="2442"/>
                  </a:cubicBezTo>
                  <a:cubicBezTo>
                    <a:pt x="0" y="2580"/>
                    <a:pt x="64" y="2655"/>
                    <a:pt x="158" y="2655"/>
                  </a:cubicBezTo>
                  <a:cubicBezTo>
                    <a:pt x="200" y="2655"/>
                    <a:pt x="249" y="2640"/>
                    <a:pt x="300" y="2609"/>
                  </a:cubicBezTo>
                  <a:lnTo>
                    <a:pt x="3569" y="708"/>
                  </a:lnTo>
                  <a:cubicBezTo>
                    <a:pt x="3736" y="608"/>
                    <a:pt x="3869" y="407"/>
                    <a:pt x="3869" y="207"/>
                  </a:cubicBezTo>
                  <a:cubicBezTo>
                    <a:pt x="3869" y="86"/>
                    <a:pt x="3799" y="1"/>
                    <a:pt x="369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7"/>
            <p:cNvSpPr/>
            <p:nvPr/>
          </p:nvSpPr>
          <p:spPr>
            <a:xfrm>
              <a:off x="3726175" y="2760950"/>
              <a:ext cx="386950" cy="250000"/>
            </a:xfrm>
            <a:custGeom>
              <a:rect b="b" l="l" r="r" t="t"/>
              <a:pathLst>
                <a:path extrusionOk="0" h="10000" w="15478">
                  <a:moveTo>
                    <a:pt x="15361" y="1"/>
                  </a:moveTo>
                  <a:cubicBezTo>
                    <a:pt x="15328" y="1"/>
                    <a:pt x="15294" y="9"/>
                    <a:pt x="15278" y="26"/>
                  </a:cubicBezTo>
                  <a:lnTo>
                    <a:pt x="13610" y="1527"/>
                  </a:lnTo>
                  <a:lnTo>
                    <a:pt x="11909" y="1494"/>
                  </a:lnTo>
                  <a:lnTo>
                    <a:pt x="10241" y="4162"/>
                  </a:lnTo>
                  <a:lnTo>
                    <a:pt x="8573" y="3862"/>
                  </a:lnTo>
                  <a:lnTo>
                    <a:pt x="6838" y="5897"/>
                  </a:lnTo>
                  <a:lnTo>
                    <a:pt x="5170" y="6264"/>
                  </a:lnTo>
                  <a:lnTo>
                    <a:pt x="3469" y="6497"/>
                  </a:lnTo>
                  <a:lnTo>
                    <a:pt x="1735" y="8465"/>
                  </a:lnTo>
                  <a:lnTo>
                    <a:pt x="67" y="9800"/>
                  </a:lnTo>
                  <a:cubicBezTo>
                    <a:pt x="0" y="9866"/>
                    <a:pt x="0" y="9933"/>
                    <a:pt x="67" y="9966"/>
                  </a:cubicBezTo>
                  <a:cubicBezTo>
                    <a:pt x="67" y="9966"/>
                    <a:pt x="100" y="10000"/>
                    <a:pt x="134" y="10000"/>
                  </a:cubicBezTo>
                  <a:lnTo>
                    <a:pt x="200" y="10000"/>
                  </a:lnTo>
                  <a:lnTo>
                    <a:pt x="1901" y="8599"/>
                  </a:lnTo>
                  <a:lnTo>
                    <a:pt x="3569" y="6697"/>
                  </a:lnTo>
                  <a:lnTo>
                    <a:pt x="5237" y="6464"/>
                  </a:lnTo>
                  <a:lnTo>
                    <a:pt x="6972" y="6064"/>
                  </a:lnTo>
                  <a:lnTo>
                    <a:pt x="8640" y="4096"/>
                  </a:lnTo>
                  <a:lnTo>
                    <a:pt x="10341" y="4396"/>
                  </a:lnTo>
                  <a:lnTo>
                    <a:pt x="12042" y="1694"/>
                  </a:lnTo>
                  <a:lnTo>
                    <a:pt x="13710" y="1727"/>
                  </a:lnTo>
                  <a:lnTo>
                    <a:pt x="15444" y="193"/>
                  </a:lnTo>
                  <a:cubicBezTo>
                    <a:pt x="15478" y="159"/>
                    <a:pt x="15478" y="93"/>
                    <a:pt x="15444" y="26"/>
                  </a:cubicBezTo>
                  <a:cubicBezTo>
                    <a:pt x="15428" y="9"/>
                    <a:pt x="15394" y="1"/>
                    <a:pt x="1536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7"/>
            <p:cNvSpPr/>
            <p:nvPr/>
          </p:nvSpPr>
          <p:spPr>
            <a:xfrm>
              <a:off x="3732000" y="2841650"/>
              <a:ext cx="32550" cy="73400"/>
            </a:xfrm>
            <a:custGeom>
              <a:rect b="b" l="l" r="r" t="t"/>
              <a:pathLst>
                <a:path extrusionOk="0" h="2936" w="1302">
                  <a:moveTo>
                    <a:pt x="835" y="1268"/>
                  </a:moveTo>
                  <a:cubicBezTo>
                    <a:pt x="868" y="1301"/>
                    <a:pt x="935" y="1301"/>
                    <a:pt x="968" y="1335"/>
                  </a:cubicBezTo>
                  <a:cubicBezTo>
                    <a:pt x="1001" y="1368"/>
                    <a:pt x="1035" y="1435"/>
                    <a:pt x="1035" y="1468"/>
                  </a:cubicBezTo>
                  <a:cubicBezTo>
                    <a:pt x="1068" y="1535"/>
                    <a:pt x="1068" y="1601"/>
                    <a:pt x="1068" y="1668"/>
                  </a:cubicBezTo>
                  <a:cubicBezTo>
                    <a:pt x="1068" y="1768"/>
                    <a:pt x="1068" y="1835"/>
                    <a:pt x="1035" y="1902"/>
                  </a:cubicBezTo>
                  <a:cubicBezTo>
                    <a:pt x="1035" y="2002"/>
                    <a:pt x="1001" y="2068"/>
                    <a:pt x="968" y="2135"/>
                  </a:cubicBezTo>
                  <a:cubicBezTo>
                    <a:pt x="935" y="2202"/>
                    <a:pt x="868" y="2269"/>
                    <a:pt x="835" y="2335"/>
                  </a:cubicBezTo>
                  <a:cubicBezTo>
                    <a:pt x="768" y="2402"/>
                    <a:pt x="734" y="2435"/>
                    <a:pt x="668" y="2502"/>
                  </a:cubicBezTo>
                  <a:cubicBezTo>
                    <a:pt x="601" y="2535"/>
                    <a:pt x="568" y="2535"/>
                    <a:pt x="501" y="2535"/>
                  </a:cubicBezTo>
                  <a:cubicBezTo>
                    <a:pt x="434" y="2535"/>
                    <a:pt x="401" y="2535"/>
                    <a:pt x="368" y="2502"/>
                  </a:cubicBezTo>
                  <a:cubicBezTo>
                    <a:pt x="334" y="2435"/>
                    <a:pt x="301" y="2402"/>
                    <a:pt x="301" y="2335"/>
                  </a:cubicBezTo>
                  <a:cubicBezTo>
                    <a:pt x="267" y="2269"/>
                    <a:pt x="267" y="2202"/>
                    <a:pt x="267" y="2135"/>
                  </a:cubicBezTo>
                  <a:cubicBezTo>
                    <a:pt x="267" y="2068"/>
                    <a:pt x="267" y="2002"/>
                    <a:pt x="301" y="1902"/>
                  </a:cubicBezTo>
                  <a:cubicBezTo>
                    <a:pt x="301" y="1835"/>
                    <a:pt x="334" y="1768"/>
                    <a:pt x="368" y="1701"/>
                  </a:cubicBezTo>
                  <a:cubicBezTo>
                    <a:pt x="401" y="1601"/>
                    <a:pt x="434" y="1535"/>
                    <a:pt x="501" y="1468"/>
                  </a:cubicBezTo>
                  <a:cubicBezTo>
                    <a:pt x="534" y="1435"/>
                    <a:pt x="601" y="1368"/>
                    <a:pt x="668" y="1335"/>
                  </a:cubicBezTo>
                  <a:cubicBezTo>
                    <a:pt x="701" y="1301"/>
                    <a:pt x="768" y="1301"/>
                    <a:pt x="835" y="1268"/>
                  </a:cubicBezTo>
                  <a:close/>
                  <a:moveTo>
                    <a:pt x="868" y="0"/>
                  </a:moveTo>
                  <a:lnTo>
                    <a:pt x="701" y="67"/>
                  </a:lnTo>
                  <a:cubicBezTo>
                    <a:pt x="701" y="67"/>
                    <a:pt x="668" y="100"/>
                    <a:pt x="668" y="134"/>
                  </a:cubicBezTo>
                  <a:lnTo>
                    <a:pt x="634" y="200"/>
                  </a:lnTo>
                  <a:lnTo>
                    <a:pt x="167" y="1468"/>
                  </a:lnTo>
                  <a:cubicBezTo>
                    <a:pt x="167" y="1535"/>
                    <a:pt x="134" y="1601"/>
                    <a:pt x="101" y="1668"/>
                  </a:cubicBezTo>
                  <a:lnTo>
                    <a:pt x="67" y="1835"/>
                  </a:lnTo>
                  <a:cubicBezTo>
                    <a:pt x="34" y="1902"/>
                    <a:pt x="34" y="1968"/>
                    <a:pt x="34" y="2068"/>
                  </a:cubicBezTo>
                  <a:cubicBezTo>
                    <a:pt x="1" y="2135"/>
                    <a:pt x="1" y="2202"/>
                    <a:pt x="34" y="2269"/>
                  </a:cubicBezTo>
                  <a:cubicBezTo>
                    <a:pt x="1" y="2369"/>
                    <a:pt x="34" y="2502"/>
                    <a:pt x="67" y="2602"/>
                  </a:cubicBezTo>
                  <a:cubicBezTo>
                    <a:pt x="67" y="2702"/>
                    <a:pt x="134" y="2769"/>
                    <a:pt x="167" y="2836"/>
                  </a:cubicBezTo>
                  <a:cubicBezTo>
                    <a:pt x="234" y="2902"/>
                    <a:pt x="301" y="2936"/>
                    <a:pt x="401" y="2936"/>
                  </a:cubicBezTo>
                  <a:cubicBezTo>
                    <a:pt x="468" y="2936"/>
                    <a:pt x="568" y="2902"/>
                    <a:pt x="634" y="2836"/>
                  </a:cubicBezTo>
                  <a:cubicBezTo>
                    <a:pt x="734" y="2802"/>
                    <a:pt x="835" y="2702"/>
                    <a:pt x="901" y="2635"/>
                  </a:cubicBezTo>
                  <a:cubicBezTo>
                    <a:pt x="968" y="2535"/>
                    <a:pt x="1035" y="2435"/>
                    <a:pt x="1101" y="2335"/>
                  </a:cubicBezTo>
                  <a:cubicBezTo>
                    <a:pt x="1168" y="2202"/>
                    <a:pt x="1201" y="2068"/>
                    <a:pt x="1235" y="1935"/>
                  </a:cubicBezTo>
                  <a:cubicBezTo>
                    <a:pt x="1268" y="1835"/>
                    <a:pt x="1268" y="1701"/>
                    <a:pt x="1302" y="1568"/>
                  </a:cubicBezTo>
                  <a:cubicBezTo>
                    <a:pt x="1302" y="1435"/>
                    <a:pt x="1268" y="1335"/>
                    <a:pt x="1235" y="1234"/>
                  </a:cubicBezTo>
                  <a:cubicBezTo>
                    <a:pt x="1201" y="1134"/>
                    <a:pt x="1168" y="1068"/>
                    <a:pt x="1101" y="1001"/>
                  </a:cubicBezTo>
                  <a:cubicBezTo>
                    <a:pt x="1035" y="968"/>
                    <a:pt x="968" y="934"/>
                    <a:pt x="901" y="934"/>
                  </a:cubicBezTo>
                  <a:cubicBezTo>
                    <a:pt x="801" y="934"/>
                    <a:pt x="734" y="968"/>
                    <a:pt x="668" y="1001"/>
                  </a:cubicBezTo>
                  <a:lnTo>
                    <a:pt x="601" y="1034"/>
                  </a:lnTo>
                  <a:lnTo>
                    <a:pt x="568" y="1068"/>
                  </a:lnTo>
                  <a:lnTo>
                    <a:pt x="901" y="100"/>
                  </a:lnTo>
                  <a:cubicBezTo>
                    <a:pt x="901" y="100"/>
                    <a:pt x="901" y="67"/>
                    <a:pt x="901" y="67"/>
                  </a:cubicBezTo>
                  <a:cubicBezTo>
                    <a:pt x="901" y="67"/>
                    <a:pt x="901" y="34"/>
                    <a:pt x="901" y="34"/>
                  </a:cubicBezTo>
                  <a:cubicBezTo>
                    <a:pt x="901" y="34"/>
                    <a:pt x="901" y="0"/>
                    <a:pt x="9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7"/>
            <p:cNvSpPr/>
            <p:nvPr/>
          </p:nvSpPr>
          <p:spPr>
            <a:xfrm>
              <a:off x="3770375" y="2820800"/>
              <a:ext cx="30025" cy="77575"/>
            </a:xfrm>
            <a:custGeom>
              <a:rect b="b" l="l" r="r" t="t"/>
              <a:pathLst>
                <a:path extrusionOk="0" h="3103" w="1201">
                  <a:moveTo>
                    <a:pt x="834" y="0"/>
                  </a:moveTo>
                  <a:cubicBezTo>
                    <a:pt x="734" y="0"/>
                    <a:pt x="667" y="34"/>
                    <a:pt x="600" y="67"/>
                  </a:cubicBezTo>
                  <a:cubicBezTo>
                    <a:pt x="500" y="134"/>
                    <a:pt x="434" y="200"/>
                    <a:pt x="367" y="301"/>
                  </a:cubicBezTo>
                  <a:cubicBezTo>
                    <a:pt x="267" y="401"/>
                    <a:pt x="200" y="501"/>
                    <a:pt x="167" y="601"/>
                  </a:cubicBezTo>
                  <a:cubicBezTo>
                    <a:pt x="133" y="701"/>
                    <a:pt x="67" y="801"/>
                    <a:pt x="67" y="934"/>
                  </a:cubicBezTo>
                  <a:cubicBezTo>
                    <a:pt x="33" y="1034"/>
                    <a:pt x="0" y="1134"/>
                    <a:pt x="0" y="1235"/>
                  </a:cubicBezTo>
                  <a:cubicBezTo>
                    <a:pt x="0" y="1235"/>
                    <a:pt x="0" y="1268"/>
                    <a:pt x="0" y="1301"/>
                  </a:cubicBezTo>
                  <a:lnTo>
                    <a:pt x="67" y="1301"/>
                  </a:lnTo>
                  <a:lnTo>
                    <a:pt x="167" y="1235"/>
                  </a:lnTo>
                  <a:cubicBezTo>
                    <a:pt x="167" y="1201"/>
                    <a:pt x="200" y="1201"/>
                    <a:pt x="200" y="1168"/>
                  </a:cubicBezTo>
                  <a:cubicBezTo>
                    <a:pt x="234" y="1134"/>
                    <a:pt x="234" y="1134"/>
                    <a:pt x="234" y="1101"/>
                  </a:cubicBezTo>
                  <a:cubicBezTo>
                    <a:pt x="234" y="1034"/>
                    <a:pt x="267" y="968"/>
                    <a:pt x="267" y="901"/>
                  </a:cubicBezTo>
                  <a:cubicBezTo>
                    <a:pt x="300" y="834"/>
                    <a:pt x="300" y="768"/>
                    <a:pt x="334" y="701"/>
                  </a:cubicBezTo>
                  <a:cubicBezTo>
                    <a:pt x="367" y="634"/>
                    <a:pt x="400" y="601"/>
                    <a:pt x="434" y="534"/>
                  </a:cubicBezTo>
                  <a:cubicBezTo>
                    <a:pt x="467" y="501"/>
                    <a:pt x="534" y="434"/>
                    <a:pt x="600" y="434"/>
                  </a:cubicBezTo>
                  <a:cubicBezTo>
                    <a:pt x="651" y="401"/>
                    <a:pt x="692" y="384"/>
                    <a:pt x="730" y="384"/>
                  </a:cubicBezTo>
                  <a:cubicBezTo>
                    <a:pt x="767" y="384"/>
                    <a:pt x="801" y="401"/>
                    <a:pt x="834" y="434"/>
                  </a:cubicBezTo>
                  <a:cubicBezTo>
                    <a:pt x="901" y="501"/>
                    <a:pt x="901" y="601"/>
                    <a:pt x="901" y="701"/>
                  </a:cubicBezTo>
                  <a:cubicBezTo>
                    <a:pt x="901" y="801"/>
                    <a:pt x="901" y="901"/>
                    <a:pt x="867" y="1001"/>
                  </a:cubicBezTo>
                  <a:cubicBezTo>
                    <a:pt x="834" y="1101"/>
                    <a:pt x="801" y="1201"/>
                    <a:pt x="767" y="1301"/>
                  </a:cubicBezTo>
                  <a:lnTo>
                    <a:pt x="67" y="2702"/>
                  </a:lnTo>
                  <a:cubicBezTo>
                    <a:pt x="33" y="2736"/>
                    <a:pt x="33" y="2769"/>
                    <a:pt x="0" y="2802"/>
                  </a:cubicBezTo>
                  <a:cubicBezTo>
                    <a:pt x="0" y="2836"/>
                    <a:pt x="0" y="2869"/>
                    <a:pt x="0" y="2902"/>
                  </a:cubicBezTo>
                  <a:lnTo>
                    <a:pt x="0" y="3036"/>
                  </a:lnTo>
                  <a:cubicBezTo>
                    <a:pt x="0" y="3036"/>
                    <a:pt x="0" y="3069"/>
                    <a:pt x="0" y="3103"/>
                  </a:cubicBezTo>
                  <a:lnTo>
                    <a:pt x="67" y="3103"/>
                  </a:lnTo>
                  <a:lnTo>
                    <a:pt x="1134" y="2469"/>
                  </a:lnTo>
                  <a:cubicBezTo>
                    <a:pt x="1168" y="2469"/>
                    <a:pt x="1168" y="2435"/>
                    <a:pt x="1168" y="2435"/>
                  </a:cubicBezTo>
                  <a:cubicBezTo>
                    <a:pt x="1201" y="2402"/>
                    <a:pt x="1201" y="2369"/>
                    <a:pt x="1201" y="2335"/>
                  </a:cubicBezTo>
                  <a:lnTo>
                    <a:pt x="1201" y="2202"/>
                  </a:lnTo>
                  <a:cubicBezTo>
                    <a:pt x="1201" y="2169"/>
                    <a:pt x="1201" y="2169"/>
                    <a:pt x="1168" y="2135"/>
                  </a:cubicBezTo>
                  <a:lnTo>
                    <a:pt x="1134" y="2135"/>
                  </a:lnTo>
                  <a:lnTo>
                    <a:pt x="367" y="2569"/>
                  </a:lnTo>
                  <a:lnTo>
                    <a:pt x="934" y="1468"/>
                  </a:lnTo>
                  <a:cubicBezTo>
                    <a:pt x="967" y="1368"/>
                    <a:pt x="1001" y="1301"/>
                    <a:pt x="1034" y="1235"/>
                  </a:cubicBezTo>
                  <a:cubicBezTo>
                    <a:pt x="1067" y="1168"/>
                    <a:pt x="1101" y="1101"/>
                    <a:pt x="1101" y="1001"/>
                  </a:cubicBezTo>
                  <a:cubicBezTo>
                    <a:pt x="1134" y="934"/>
                    <a:pt x="1134" y="868"/>
                    <a:pt x="1134" y="801"/>
                  </a:cubicBezTo>
                  <a:cubicBezTo>
                    <a:pt x="1168" y="734"/>
                    <a:pt x="1168" y="634"/>
                    <a:pt x="1134" y="567"/>
                  </a:cubicBezTo>
                  <a:cubicBezTo>
                    <a:pt x="1168" y="467"/>
                    <a:pt x="1134" y="367"/>
                    <a:pt x="1101" y="267"/>
                  </a:cubicBezTo>
                  <a:cubicBezTo>
                    <a:pt x="1101" y="200"/>
                    <a:pt x="1067" y="134"/>
                    <a:pt x="1001" y="67"/>
                  </a:cubicBezTo>
                  <a:cubicBezTo>
                    <a:pt x="967" y="34"/>
                    <a:pt x="901" y="0"/>
                    <a:pt x="8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7"/>
            <p:cNvSpPr/>
            <p:nvPr/>
          </p:nvSpPr>
          <p:spPr>
            <a:xfrm>
              <a:off x="3804550" y="2796600"/>
              <a:ext cx="28375" cy="77600"/>
            </a:xfrm>
            <a:custGeom>
              <a:rect b="b" l="l" r="r" t="t"/>
              <a:pathLst>
                <a:path extrusionOk="0" h="3104" w="1135">
                  <a:moveTo>
                    <a:pt x="1068" y="1"/>
                  </a:moveTo>
                  <a:lnTo>
                    <a:pt x="67" y="635"/>
                  </a:lnTo>
                  <a:cubicBezTo>
                    <a:pt x="67" y="668"/>
                    <a:pt x="34" y="668"/>
                    <a:pt x="34" y="701"/>
                  </a:cubicBezTo>
                  <a:cubicBezTo>
                    <a:pt x="34" y="735"/>
                    <a:pt x="1" y="768"/>
                    <a:pt x="1" y="768"/>
                  </a:cubicBezTo>
                  <a:lnTo>
                    <a:pt x="1" y="935"/>
                  </a:lnTo>
                  <a:cubicBezTo>
                    <a:pt x="1" y="935"/>
                    <a:pt x="1" y="968"/>
                    <a:pt x="34" y="1002"/>
                  </a:cubicBezTo>
                  <a:lnTo>
                    <a:pt x="67" y="1002"/>
                  </a:lnTo>
                  <a:lnTo>
                    <a:pt x="901" y="501"/>
                  </a:lnTo>
                  <a:lnTo>
                    <a:pt x="368" y="3003"/>
                  </a:lnTo>
                  <a:cubicBezTo>
                    <a:pt x="368" y="3036"/>
                    <a:pt x="368" y="3036"/>
                    <a:pt x="368" y="3036"/>
                  </a:cubicBezTo>
                  <a:cubicBezTo>
                    <a:pt x="368" y="3070"/>
                    <a:pt x="368" y="3070"/>
                    <a:pt x="368" y="3103"/>
                  </a:cubicBezTo>
                  <a:lnTo>
                    <a:pt x="401" y="3103"/>
                  </a:lnTo>
                  <a:lnTo>
                    <a:pt x="501" y="3036"/>
                  </a:lnTo>
                  <a:cubicBezTo>
                    <a:pt x="534" y="3036"/>
                    <a:pt x="568" y="3003"/>
                    <a:pt x="568" y="2970"/>
                  </a:cubicBezTo>
                  <a:cubicBezTo>
                    <a:pt x="568" y="2970"/>
                    <a:pt x="568" y="2936"/>
                    <a:pt x="601" y="2903"/>
                  </a:cubicBezTo>
                  <a:lnTo>
                    <a:pt x="1135" y="401"/>
                  </a:lnTo>
                  <a:cubicBezTo>
                    <a:pt x="1135" y="368"/>
                    <a:pt x="1135" y="334"/>
                    <a:pt x="1135" y="301"/>
                  </a:cubicBezTo>
                  <a:cubicBezTo>
                    <a:pt x="1135" y="301"/>
                    <a:pt x="1135" y="268"/>
                    <a:pt x="1135" y="234"/>
                  </a:cubicBezTo>
                  <a:lnTo>
                    <a:pt x="1135" y="68"/>
                  </a:lnTo>
                  <a:cubicBezTo>
                    <a:pt x="1135" y="68"/>
                    <a:pt x="1135" y="34"/>
                    <a:pt x="11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7"/>
            <p:cNvSpPr/>
            <p:nvPr/>
          </p:nvSpPr>
          <p:spPr>
            <a:xfrm>
              <a:off x="3729500" y="2831825"/>
              <a:ext cx="381125" cy="230350"/>
            </a:xfrm>
            <a:custGeom>
              <a:rect b="b" l="l" r="r" t="t"/>
              <a:pathLst>
                <a:path extrusionOk="0" h="9214" w="15245">
                  <a:moveTo>
                    <a:pt x="15065" y="1"/>
                  </a:moveTo>
                  <a:cubicBezTo>
                    <a:pt x="15028" y="1"/>
                    <a:pt x="14988" y="9"/>
                    <a:pt x="14945" y="26"/>
                  </a:cubicBezTo>
                  <a:lnTo>
                    <a:pt x="301" y="8532"/>
                  </a:lnTo>
                  <a:cubicBezTo>
                    <a:pt x="134" y="8632"/>
                    <a:pt x="34" y="8833"/>
                    <a:pt x="1" y="9033"/>
                  </a:cubicBezTo>
                  <a:cubicBezTo>
                    <a:pt x="1" y="9146"/>
                    <a:pt x="62" y="9213"/>
                    <a:pt x="154" y="9213"/>
                  </a:cubicBezTo>
                  <a:cubicBezTo>
                    <a:pt x="197" y="9213"/>
                    <a:pt x="247" y="9198"/>
                    <a:pt x="301" y="9166"/>
                  </a:cubicBezTo>
                  <a:lnTo>
                    <a:pt x="14945" y="693"/>
                  </a:lnTo>
                  <a:cubicBezTo>
                    <a:pt x="15111" y="593"/>
                    <a:pt x="15245" y="393"/>
                    <a:pt x="15245" y="193"/>
                  </a:cubicBezTo>
                  <a:cubicBezTo>
                    <a:pt x="15245" y="69"/>
                    <a:pt x="15171" y="1"/>
                    <a:pt x="1506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3729500" y="2751775"/>
              <a:ext cx="97600" cy="66025"/>
            </a:xfrm>
            <a:custGeom>
              <a:rect b="b" l="l" r="r" t="t"/>
              <a:pathLst>
                <a:path extrusionOk="0" h="2641" w="3904">
                  <a:moveTo>
                    <a:pt x="3724" y="0"/>
                  </a:moveTo>
                  <a:cubicBezTo>
                    <a:pt x="3687" y="0"/>
                    <a:pt x="3646" y="9"/>
                    <a:pt x="3603" y="26"/>
                  </a:cubicBezTo>
                  <a:lnTo>
                    <a:pt x="301" y="1927"/>
                  </a:lnTo>
                  <a:cubicBezTo>
                    <a:pt x="134" y="2061"/>
                    <a:pt x="34" y="2228"/>
                    <a:pt x="1" y="2428"/>
                  </a:cubicBezTo>
                  <a:cubicBezTo>
                    <a:pt x="1" y="2566"/>
                    <a:pt x="64" y="2640"/>
                    <a:pt x="158" y="2640"/>
                  </a:cubicBezTo>
                  <a:cubicBezTo>
                    <a:pt x="201" y="2640"/>
                    <a:pt x="249" y="2625"/>
                    <a:pt x="301" y="2595"/>
                  </a:cubicBezTo>
                  <a:lnTo>
                    <a:pt x="3603" y="693"/>
                  </a:lnTo>
                  <a:cubicBezTo>
                    <a:pt x="3770" y="593"/>
                    <a:pt x="3870" y="393"/>
                    <a:pt x="3903" y="193"/>
                  </a:cubicBezTo>
                  <a:cubicBezTo>
                    <a:pt x="3903" y="69"/>
                    <a:pt x="3830" y="0"/>
                    <a:pt x="372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3727000" y="3055275"/>
              <a:ext cx="386475" cy="249225"/>
            </a:xfrm>
            <a:custGeom>
              <a:rect b="b" l="l" r="r" t="t"/>
              <a:pathLst>
                <a:path extrusionOk="0" h="9969" w="15459">
                  <a:moveTo>
                    <a:pt x="15305" y="1"/>
                  </a:moveTo>
                  <a:cubicBezTo>
                    <a:pt x="15285" y="1"/>
                    <a:pt x="15264" y="9"/>
                    <a:pt x="15245" y="28"/>
                  </a:cubicBezTo>
                  <a:lnTo>
                    <a:pt x="13577" y="1529"/>
                  </a:lnTo>
                  <a:lnTo>
                    <a:pt x="11942" y="1829"/>
                  </a:lnTo>
                  <a:lnTo>
                    <a:pt x="10208" y="1329"/>
                  </a:lnTo>
                  <a:lnTo>
                    <a:pt x="8473" y="4364"/>
                  </a:lnTo>
                  <a:lnTo>
                    <a:pt x="6805" y="4798"/>
                  </a:lnTo>
                  <a:lnTo>
                    <a:pt x="5137" y="6833"/>
                  </a:lnTo>
                  <a:lnTo>
                    <a:pt x="3503" y="7300"/>
                  </a:lnTo>
                  <a:lnTo>
                    <a:pt x="1735" y="6966"/>
                  </a:lnTo>
                  <a:lnTo>
                    <a:pt x="0" y="9802"/>
                  </a:lnTo>
                  <a:cubicBezTo>
                    <a:pt x="0" y="9868"/>
                    <a:pt x="0" y="9935"/>
                    <a:pt x="34" y="9968"/>
                  </a:cubicBezTo>
                  <a:lnTo>
                    <a:pt x="101" y="9968"/>
                  </a:lnTo>
                  <a:cubicBezTo>
                    <a:pt x="134" y="9968"/>
                    <a:pt x="167" y="9935"/>
                    <a:pt x="201" y="9902"/>
                  </a:cubicBezTo>
                  <a:lnTo>
                    <a:pt x="1868" y="7200"/>
                  </a:lnTo>
                  <a:lnTo>
                    <a:pt x="3470" y="7500"/>
                  </a:lnTo>
                  <a:lnTo>
                    <a:pt x="3503" y="7500"/>
                  </a:lnTo>
                  <a:lnTo>
                    <a:pt x="5238" y="7033"/>
                  </a:lnTo>
                  <a:lnTo>
                    <a:pt x="6939" y="4965"/>
                  </a:lnTo>
                  <a:lnTo>
                    <a:pt x="8640" y="4565"/>
                  </a:lnTo>
                  <a:lnTo>
                    <a:pt x="10308" y="1562"/>
                  </a:lnTo>
                  <a:lnTo>
                    <a:pt x="11942" y="2029"/>
                  </a:lnTo>
                  <a:lnTo>
                    <a:pt x="13644" y="1696"/>
                  </a:lnTo>
                  <a:lnTo>
                    <a:pt x="13677" y="1696"/>
                  </a:lnTo>
                  <a:lnTo>
                    <a:pt x="15378" y="195"/>
                  </a:lnTo>
                  <a:cubicBezTo>
                    <a:pt x="15459" y="141"/>
                    <a:pt x="15388" y="1"/>
                    <a:pt x="1530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7"/>
            <p:cNvSpPr/>
            <p:nvPr/>
          </p:nvSpPr>
          <p:spPr>
            <a:xfrm>
              <a:off x="3727000" y="3055275"/>
              <a:ext cx="386475" cy="249225"/>
            </a:xfrm>
            <a:custGeom>
              <a:rect b="b" l="l" r="r" t="t"/>
              <a:pathLst>
                <a:path extrusionOk="0" h="9969" w="15459">
                  <a:moveTo>
                    <a:pt x="15305" y="1"/>
                  </a:moveTo>
                  <a:cubicBezTo>
                    <a:pt x="15285" y="1"/>
                    <a:pt x="15264" y="9"/>
                    <a:pt x="15245" y="28"/>
                  </a:cubicBezTo>
                  <a:lnTo>
                    <a:pt x="13577" y="1529"/>
                  </a:lnTo>
                  <a:lnTo>
                    <a:pt x="11942" y="1829"/>
                  </a:lnTo>
                  <a:lnTo>
                    <a:pt x="10208" y="1329"/>
                  </a:lnTo>
                  <a:lnTo>
                    <a:pt x="8473" y="4364"/>
                  </a:lnTo>
                  <a:lnTo>
                    <a:pt x="6805" y="4798"/>
                  </a:lnTo>
                  <a:lnTo>
                    <a:pt x="5137" y="6833"/>
                  </a:lnTo>
                  <a:lnTo>
                    <a:pt x="3503" y="7300"/>
                  </a:lnTo>
                  <a:lnTo>
                    <a:pt x="1735" y="6966"/>
                  </a:lnTo>
                  <a:lnTo>
                    <a:pt x="0" y="9802"/>
                  </a:lnTo>
                  <a:cubicBezTo>
                    <a:pt x="0" y="9868"/>
                    <a:pt x="0" y="9935"/>
                    <a:pt x="34" y="9968"/>
                  </a:cubicBezTo>
                  <a:lnTo>
                    <a:pt x="101" y="9968"/>
                  </a:lnTo>
                  <a:cubicBezTo>
                    <a:pt x="134" y="9968"/>
                    <a:pt x="167" y="9935"/>
                    <a:pt x="201" y="9902"/>
                  </a:cubicBezTo>
                  <a:lnTo>
                    <a:pt x="1868" y="7200"/>
                  </a:lnTo>
                  <a:lnTo>
                    <a:pt x="3470" y="7500"/>
                  </a:lnTo>
                  <a:lnTo>
                    <a:pt x="3503" y="7500"/>
                  </a:lnTo>
                  <a:lnTo>
                    <a:pt x="5238" y="7033"/>
                  </a:lnTo>
                  <a:lnTo>
                    <a:pt x="6939" y="4965"/>
                  </a:lnTo>
                  <a:lnTo>
                    <a:pt x="8640" y="4565"/>
                  </a:lnTo>
                  <a:lnTo>
                    <a:pt x="10308" y="1562"/>
                  </a:lnTo>
                  <a:lnTo>
                    <a:pt x="11942" y="2029"/>
                  </a:lnTo>
                  <a:lnTo>
                    <a:pt x="13644" y="1696"/>
                  </a:lnTo>
                  <a:lnTo>
                    <a:pt x="13677" y="1696"/>
                  </a:lnTo>
                  <a:lnTo>
                    <a:pt x="15378" y="195"/>
                  </a:lnTo>
                  <a:cubicBezTo>
                    <a:pt x="15459" y="141"/>
                    <a:pt x="15388" y="1"/>
                    <a:pt x="153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7"/>
            <p:cNvSpPr/>
            <p:nvPr/>
          </p:nvSpPr>
          <p:spPr>
            <a:xfrm>
              <a:off x="3732000" y="3135175"/>
              <a:ext cx="31725" cy="73425"/>
            </a:xfrm>
            <a:custGeom>
              <a:rect b="b" l="l" r="r" t="t"/>
              <a:pathLst>
                <a:path extrusionOk="0" h="2937" w="1269">
                  <a:moveTo>
                    <a:pt x="768" y="401"/>
                  </a:moveTo>
                  <a:cubicBezTo>
                    <a:pt x="835" y="401"/>
                    <a:pt x="868" y="435"/>
                    <a:pt x="901" y="468"/>
                  </a:cubicBezTo>
                  <a:cubicBezTo>
                    <a:pt x="935" y="468"/>
                    <a:pt x="968" y="535"/>
                    <a:pt x="968" y="568"/>
                  </a:cubicBezTo>
                  <a:cubicBezTo>
                    <a:pt x="1001" y="635"/>
                    <a:pt x="1001" y="701"/>
                    <a:pt x="1001" y="768"/>
                  </a:cubicBezTo>
                  <a:cubicBezTo>
                    <a:pt x="1001" y="868"/>
                    <a:pt x="1001" y="935"/>
                    <a:pt x="968" y="1035"/>
                  </a:cubicBezTo>
                  <a:cubicBezTo>
                    <a:pt x="968" y="1102"/>
                    <a:pt x="935" y="1168"/>
                    <a:pt x="901" y="1235"/>
                  </a:cubicBezTo>
                  <a:cubicBezTo>
                    <a:pt x="868" y="1302"/>
                    <a:pt x="835" y="1369"/>
                    <a:pt x="768" y="1435"/>
                  </a:cubicBezTo>
                  <a:cubicBezTo>
                    <a:pt x="734" y="1502"/>
                    <a:pt x="668" y="1535"/>
                    <a:pt x="634" y="1569"/>
                  </a:cubicBezTo>
                  <a:cubicBezTo>
                    <a:pt x="568" y="1602"/>
                    <a:pt x="534" y="1602"/>
                    <a:pt x="468" y="1602"/>
                  </a:cubicBezTo>
                  <a:cubicBezTo>
                    <a:pt x="434" y="1602"/>
                    <a:pt x="368" y="1602"/>
                    <a:pt x="334" y="1569"/>
                  </a:cubicBezTo>
                  <a:cubicBezTo>
                    <a:pt x="301" y="1535"/>
                    <a:pt x="267" y="1502"/>
                    <a:pt x="267" y="1435"/>
                  </a:cubicBezTo>
                  <a:cubicBezTo>
                    <a:pt x="234" y="1369"/>
                    <a:pt x="234" y="1302"/>
                    <a:pt x="234" y="1235"/>
                  </a:cubicBezTo>
                  <a:cubicBezTo>
                    <a:pt x="234" y="1068"/>
                    <a:pt x="267" y="902"/>
                    <a:pt x="334" y="768"/>
                  </a:cubicBezTo>
                  <a:cubicBezTo>
                    <a:pt x="368" y="701"/>
                    <a:pt x="401" y="635"/>
                    <a:pt x="468" y="601"/>
                  </a:cubicBezTo>
                  <a:cubicBezTo>
                    <a:pt x="501" y="535"/>
                    <a:pt x="568" y="501"/>
                    <a:pt x="634" y="468"/>
                  </a:cubicBezTo>
                  <a:cubicBezTo>
                    <a:pt x="668" y="435"/>
                    <a:pt x="734" y="401"/>
                    <a:pt x="768" y="401"/>
                  </a:cubicBezTo>
                  <a:close/>
                  <a:moveTo>
                    <a:pt x="901" y="1"/>
                  </a:moveTo>
                  <a:cubicBezTo>
                    <a:pt x="801" y="1"/>
                    <a:pt x="701" y="34"/>
                    <a:pt x="634" y="101"/>
                  </a:cubicBezTo>
                  <a:cubicBezTo>
                    <a:pt x="534" y="134"/>
                    <a:pt x="468" y="201"/>
                    <a:pt x="401" y="301"/>
                  </a:cubicBezTo>
                  <a:cubicBezTo>
                    <a:pt x="334" y="401"/>
                    <a:pt x="267" y="501"/>
                    <a:pt x="201" y="601"/>
                  </a:cubicBezTo>
                  <a:cubicBezTo>
                    <a:pt x="134" y="701"/>
                    <a:pt x="101" y="835"/>
                    <a:pt x="67" y="968"/>
                  </a:cubicBezTo>
                  <a:cubicBezTo>
                    <a:pt x="34" y="1102"/>
                    <a:pt x="1" y="1202"/>
                    <a:pt x="1" y="1335"/>
                  </a:cubicBezTo>
                  <a:cubicBezTo>
                    <a:pt x="1" y="1469"/>
                    <a:pt x="34" y="1602"/>
                    <a:pt x="67" y="1702"/>
                  </a:cubicBezTo>
                  <a:cubicBezTo>
                    <a:pt x="101" y="1769"/>
                    <a:pt x="134" y="1836"/>
                    <a:pt x="201" y="1902"/>
                  </a:cubicBezTo>
                  <a:cubicBezTo>
                    <a:pt x="234" y="1936"/>
                    <a:pt x="301" y="1936"/>
                    <a:pt x="401" y="1936"/>
                  </a:cubicBezTo>
                  <a:cubicBezTo>
                    <a:pt x="468" y="1936"/>
                    <a:pt x="534" y="1902"/>
                    <a:pt x="601" y="1869"/>
                  </a:cubicBezTo>
                  <a:lnTo>
                    <a:pt x="634" y="1869"/>
                  </a:lnTo>
                  <a:lnTo>
                    <a:pt x="701" y="1836"/>
                  </a:lnTo>
                  <a:lnTo>
                    <a:pt x="368" y="2836"/>
                  </a:lnTo>
                  <a:cubicBezTo>
                    <a:pt x="368" y="2836"/>
                    <a:pt x="368" y="2836"/>
                    <a:pt x="368" y="2870"/>
                  </a:cubicBezTo>
                  <a:cubicBezTo>
                    <a:pt x="368" y="2903"/>
                    <a:pt x="368" y="2936"/>
                    <a:pt x="368" y="2936"/>
                  </a:cubicBezTo>
                  <a:lnTo>
                    <a:pt x="401" y="2936"/>
                  </a:lnTo>
                  <a:lnTo>
                    <a:pt x="534" y="2870"/>
                  </a:lnTo>
                  <a:cubicBezTo>
                    <a:pt x="568" y="2836"/>
                    <a:pt x="601" y="2836"/>
                    <a:pt x="601" y="2803"/>
                  </a:cubicBezTo>
                  <a:lnTo>
                    <a:pt x="634" y="2736"/>
                  </a:lnTo>
                  <a:lnTo>
                    <a:pt x="1068" y="1435"/>
                  </a:lnTo>
                  <a:cubicBezTo>
                    <a:pt x="1101" y="1402"/>
                    <a:pt x="1101" y="1335"/>
                    <a:pt x="1135" y="1269"/>
                  </a:cubicBezTo>
                  <a:cubicBezTo>
                    <a:pt x="1168" y="1202"/>
                    <a:pt x="1201" y="1135"/>
                    <a:pt x="1201" y="1035"/>
                  </a:cubicBezTo>
                  <a:cubicBezTo>
                    <a:pt x="1235" y="968"/>
                    <a:pt x="1268" y="902"/>
                    <a:pt x="1268" y="835"/>
                  </a:cubicBezTo>
                  <a:cubicBezTo>
                    <a:pt x="1268" y="768"/>
                    <a:pt x="1268" y="701"/>
                    <a:pt x="1268" y="635"/>
                  </a:cubicBezTo>
                  <a:cubicBezTo>
                    <a:pt x="1268" y="501"/>
                    <a:pt x="1235" y="401"/>
                    <a:pt x="1201" y="301"/>
                  </a:cubicBezTo>
                  <a:cubicBezTo>
                    <a:pt x="1201" y="201"/>
                    <a:pt x="1135" y="134"/>
                    <a:pt x="1101" y="68"/>
                  </a:cubicBezTo>
                  <a:cubicBezTo>
                    <a:pt x="1035" y="34"/>
                    <a:pt x="968" y="1"/>
                    <a:pt x="9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7"/>
            <p:cNvSpPr/>
            <p:nvPr/>
          </p:nvSpPr>
          <p:spPr>
            <a:xfrm>
              <a:off x="3767850" y="3111000"/>
              <a:ext cx="31725" cy="77100"/>
            </a:xfrm>
            <a:custGeom>
              <a:rect b="b" l="l" r="r" t="t"/>
              <a:pathLst>
                <a:path extrusionOk="0" h="3084" w="1269">
                  <a:moveTo>
                    <a:pt x="1102" y="1"/>
                  </a:moveTo>
                  <a:lnTo>
                    <a:pt x="134" y="568"/>
                  </a:lnTo>
                  <a:cubicBezTo>
                    <a:pt x="101" y="568"/>
                    <a:pt x="101" y="601"/>
                    <a:pt x="68" y="634"/>
                  </a:cubicBezTo>
                  <a:cubicBezTo>
                    <a:pt x="68" y="634"/>
                    <a:pt x="68" y="668"/>
                    <a:pt x="68" y="701"/>
                  </a:cubicBezTo>
                  <a:lnTo>
                    <a:pt x="68" y="835"/>
                  </a:lnTo>
                  <a:cubicBezTo>
                    <a:pt x="68" y="868"/>
                    <a:pt x="68" y="868"/>
                    <a:pt x="68" y="901"/>
                  </a:cubicBezTo>
                  <a:lnTo>
                    <a:pt x="134" y="901"/>
                  </a:lnTo>
                  <a:lnTo>
                    <a:pt x="835" y="501"/>
                  </a:lnTo>
                  <a:lnTo>
                    <a:pt x="835" y="501"/>
                  </a:lnTo>
                  <a:lnTo>
                    <a:pt x="401" y="1502"/>
                  </a:lnTo>
                  <a:lnTo>
                    <a:pt x="368" y="1568"/>
                  </a:lnTo>
                  <a:cubicBezTo>
                    <a:pt x="368" y="1568"/>
                    <a:pt x="368" y="1602"/>
                    <a:pt x="368" y="1635"/>
                  </a:cubicBezTo>
                  <a:lnTo>
                    <a:pt x="368" y="1769"/>
                  </a:lnTo>
                  <a:cubicBezTo>
                    <a:pt x="368" y="1769"/>
                    <a:pt x="368" y="1802"/>
                    <a:pt x="368" y="1835"/>
                  </a:cubicBezTo>
                  <a:lnTo>
                    <a:pt x="401" y="1835"/>
                  </a:lnTo>
                  <a:lnTo>
                    <a:pt x="635" y="1702"/>
                  </a:lnTo>
                  <a:cubicBezTo>
                    <a:pt x="668" y="1668"/>
                    <a:pt x="735" y="1635"/>
                    <a:pt x="768" y="1635"/>
                  </a:cubicBezTo>
                  <a:lnTo>
                    <a:pt x="902" y="1635"/>
                  </a:lnTo>
                  <a:cubicBezTo>
                    <a:pt x="935" y="1668"/>
                    <a:pt x="968" y="1702"/>
                    <a:pt x="968" y="1735"/>
                  </a:cubicBezTo>
                  <a:cubicBezTo>
                    <a:pt x="1002" y="1802"/>
                    <a:pt x="1002" y="1869"/>
                    <a:pt x="1002" y="1935"/>
                  </a:cubicBezTo>
                  <a:cubicBezTo>
                    <a:pt x="1002" y="2002"/>
                    <a:pt x="1002" y="2069"/>
                    <a:pt x="968" y="2169"/>
                  </a:cubicBezTo>
                  <a:cubicBezTo>
                    <a:pt x="968" y="2236"/>
                    <a:pt x="935" y="2302"/>
                    <a:pt x="902" y="2369"/>
                  </a:cubicBezTo>
                  <a:cubicBezTo>
                    <a:pt x="868" y="2402"/>
                    <a:pt x="802" y="2469"/>
                    <a:pt x="768" y="2502"/>
                  </a:cubicBezTo>
                  <a:cubicBezTo>
                    <a:pt x="735" y="2569"/>
                    <a:pt x="668" y="2602"/>
                    <a:pt x="635" y="2636"/>
                  </a:cubicBezTo>
                  <a:cubicBezTo>
                    <a:pt x="568" y="2669"/>
                    <a:pt x="501" y="2703"/>
                    <a:pt x="435" y="2703"/>
                  </a:cubicBezTo>
                  <a:lnTo>
                    <a:pt x="335" y="2703"/>
                  </a:lnTo>
                  <a:cubicBezTo>
                    <a:pt x="301" y="2703"/>
                    <a:pt x="268" y="2669"/>
                    <a:pt x="268" y="2636"/>
                  </a:cubicBezTo>
                  <a:cubicBezTo>
                    <a:pt x="234" y="2602"/>
                    <a:pt x="234" y="2569"/>
                    <a:pt x="201" y="2536"/>
                  </a:cubicBezTo>
                  <a:cubicBezTo>
                    <a:pt x="201" y="2502"/>
                    <a:pt x="201" y="2502"/>
                    <a:pt x="201" y="2502"/>
                  </a:cubicBezTo>
                  <a:lnTo>
                    <a:pt x="168" y="2502"/>
                  </a:lnTo>
                  <a:lnTo>
                    <a:pt x="34" y="2569"/>
                  </a:lnTo>
                  <a:cubicBezTo>
                    <a:pt x="34" y="2569"/>
                    <a:pt x="1" y="2569"/>
                    <a:pt x="1" y="2602"/>
                  </a:cubicBezTo>
                  <a:cubicBezTo>
                    <a:pt x="1" y="2636"/>
                    <a:pt x="1" y="2636"/>
                    <a:pt x="1" y="2669"/>
                  </a:cubicBezTo>
                  <a:cubicBezTo>
                    <a:pt x="1" y="2736"/>
                    <a:pt x="1" y="2836"/>
                    <a:pt x="34" y="2903"/>
                  </a:cubicBezTo>
                  <a:cubicBezTo>
                    <a:pt x="68" y="2936"/>
                    <a:pt x="101" y="3003"/>
                    <a:pt x="168" y="3036"/>
                  </a:cubicBezTo>
                  <a:cubicBezTo>
                    <a:pt x="215" y="3060"/>
                    <a:pt x="262" y="3083"/>
                    <a:pt x="309" y="3083"/>
                  </a:cubicBezTo>
                  <a:cubicBezTo>
                    <a:pt x="329" y="3083"/>
                    <a:pt x="348" y="3079"/>
                    <a:pt x="368" y="3069"/>
                  </a:cubicBezTo>
                  <a:cubicBezTo>
                    <a:pt x="468" y="3069"/>
                    <a:pt x="568" y="3036"/>
                    <a:pt x="635" y="2969"/>
                  </a:cubicBezTo>
                  <a:cubicBezTo>
                    <a:pt x="735" y="2936"/>
                    <a:pt x="802" y="2869"/>
                    <a:pt x="868" y="2769"/>
                  </a:cubicBezTo>
                  <a:cubicBezTo>
                    <a:pt x="968" y="2703"/>
                    <a:pt x="1035" y="2602"/>
                    <a:pt x="1068" y="2502"/>
                  </a:cubicBezTo>
                  <a:cubicBezTo>
                    <a:pt x="1135" y="2402"/>
                    <a:pt x="1168" y="2302"/>
                    <a:pt x="1202" y="2169"/>
                  </a:cubicBezTo>
                  <a:cubicBezTo>
                    <a:pt x="1235" y="2035"/>
                    <a:pt x="1269" y="1902"/>
                    <a:pt x="1269" y="1802"/>
                  </a:cubicBezTo>
                  <a:cubicBezTo>
                    <a:pt x="1269" y="1702"/>
                    <a:pt x="1235" y="1602"/>
                    <a:pt x="1235" y="1502"/>
                  </a:cubicBezTo>
                  <a:cubicBezTo>
                    <a:pt x="1202" y="1435"/>
                    <a:pt x="1168" y="1368"/>
                    <a:pt x="1102" y="1302"/>
                  </a:cubicBezTo>
                  <a:cubicBezTo>
                    <a:pt x="1068" y="1268"/>
                    <a:pt x="1002" y="1268"/>
                    <a:pt x="935" y="1268"/>
                  </a:cubicBezTo>
                  <a:cubicBezTo>
                    <a:pt x="835" y="1268"/>
                    <a:pt x="768" y="1302"/>
                    <a:pt x="701" y="1335"/>
                  </a:cubicBezTo>
                  <a:lnTo>
                    <a:pt x="1135" y="334"/>
                  </a:lnTo>
                  <a:cubicBezTo>
                    <a:pt x="1168" y="334"/>
                    <a:pt x="1168" y="301"/>
                    <a:pt x="1168" y="267"/>
                  </a:cubicBezTo>
                  <a:cubicBezTo>
                    <a:pt x="1168" y="234"/>
                    <a:pt x="1168" y="201"/>
                    <a:pt x="1168" y="201"/>
                  </a:cubicBezTo>
                  <a:lnTo>
                    <a:pt x="1168" y="67"/>
                  </a:lnTo>
                  <a:cubicBezTo>
                    <a:pt x="1168" y="34"/>
                    <a:pt x="1168" y="1"/>
                    <a:pt x="11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7"/>
            <p:cNvSpPr/>
            <p:nvPr/>
          </p:nvSpPr>
          <p:spPr>
            <a:xfrm>
              <a:off x="3729500" y="3124850"/>
              <a:ext cx="381125" cy="230025"/>
            </a:xfrm>
            <a:custGeom>
              <a:rect b="b" l="l" r="r" t="t"/>
              <a:pathLst>
                <a:path extrusionOk="0" h="9201" w="15245">
                  <a:moveTo>
                    <a:pt x="15091" y="0"/>
                  </a:moveTo>
                  <a:cubicBezTo>
                    <a:pt x="15048" y="0"/>
                    <a:pt x="14998" y="15"/>
                    <a:pt x="14945" y="47"/>
                  </a:cubicBezTo>
                  <a:lnTo>
                    <a:pt x="301" y="8520"/>
                  </a:lnTo>
                  <a:cubicBezTo>
                    <a:pt x="134" y="8620"/>
                    <a:pt x="34" y="8820"/>
                    <a:pt x="1" y="9020"/>
                  </a:cubicBezTo>
                  <a:cubicBezTo>
                    <a:pt x="1" y="9133"/>
                    <a:pt x="62" y="9201"/>
                    <a:pt x="154" y="9201"/>
                  </a:cubicBezTo>
                  <a:cubicBezTo>
                    <a:pt x="197" y="9201"/>
                    <a:pt x="247" y="9186"/>
                    <a:pt x="301" y="9154"/>
                  </a:cubicBezTo>
                  <a:lnTo>
                    <a:pt x="14945" y="681"/>
                  </a:lnTo>
                  <a:cubicBezTo>
                    <a:pt x="15111" y="581"/>
                    <a:pt x="15245" y="381"/>
                    <a:pt x="15245" y="180"/>
                  </a:cubicBezTo>
                  <a:cubicBezTo>
                    <a:pt x="15245" y="67"/>
                    <a:pt x="15183" y="0"/>
                    <a:pt x="150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7"/>
            <p:cNvSpPr/>
            <p:nvPr/>
          </p:nvSpPr>
          <p:spPr>
            <a:xfrm>
              <a:off x="3729500" y="3044775"/>
              <a:ext cx="97600" cy="65750"/>
            </a:xfrm>
            <a:custGeom>
              <a:rect b="b" l="l" r="r" t="t"/>
              <a:pathLst>
                <a:path extrusionOk="0" h="2630" w="3904">
                  <a:moveTo>
                    <a:pt x="3750" y="1"/>
                  </a:moveTo>
                  <a:cubicBezTo>
                    <a:pt x="3707" y="1"/>
                    <a:pt x="3657" y="16"/>
                    <a:pt x="3603" y="48"/>
                  </a:cubicBezTo>
                  <a:lnTo>
                    <a:pt x="301" y="1949"/>
                  </a:lnTo>
                  <a:cubicBezTo>
                    <a:pt x="134" y="2049"/>
                    <a:pt x="34" y="2249"/>
                    <a:pt x="1" y="2449"/>
                  </a:cubicBezTo>
                  <a:cubicBezTo>
                    <a:pt x="1" y="2563"/>
                    <a:pt x="62" y="2630"/>
                    <a:pt x="154" y="2630"/>
                  </a:cubicBezTo>
                  <a:cubicBezTo>
                    <a:pt x="197" y="2630"/>
                    <a:pt x="247" y="2615"/>
                    <a:pt x="301" y="2583"/>
                  </a:cubicBezTo>
                  <a:lnTo>
                    <a:pt x="3603" y="682"/>
                  </a:lnTo>
                  <a:cubicBezTo>
                    <a:pt x="3770" y="581"/>
                    <a:pt x="3870" y="415"/>
                    <a:pt x="3903" y="181"/>
                  </a:cubicBezTo>
                  <a:cubicBezTo>
                    <a:pt x="3903" y="68"/>
                    <a:pt x="3842" y="1"/>
                    <a:pt x="375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7"/>
            <p:cNvSpPr/>
            <p:nvPr/>
          </p:nvSpPr>
          <p:spPr>
            <a:xfrm>
              <a:off x="4279900" y="2526750"/>
              <a:ext cx="48375" cy="134800"/>
            </a:xfrm>
            <a:custGeom>
              <a:rect b="b" l="l" r="r" t="t"/>
              <a:pathLst>
                <a:path extrusionOk="0" h="5392" w="1935">
                  <a:moveTo>
                    <a:pt x="1109" y="1"/>
                  </a:moveTo>
                  <a:cubicBezTo>
                    <a:pt x="718" y="1"/>
                    <a:pt x="331" y="121"/>
                    <a:pt x="0" y="354"/>
                  </a:cubicBezTo>
                  <a:lnTo>
                    <a:pt x="0" y="5391"/>
                  </a:lnTo>
                  <a:lnTo>
                    <a:pt x="1935" y="187"/>
                  </a:lnTo>
                  <a:cubicBezTo>
                    <a:pt x="1671" y="62"/>
                    <a:pt x="1389" y="1"/>
                    <a:pt x="1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7"/>
            <p:cNvSpPr/>
            <p:nvPr/>
          </p:nvSpPr>
          <p:spPr>
            <a:xfrm>
              <a:off x="4231525" y="2535600"/>
              <a:ext cx="48400" cy="126775"/>
            </a:xfrm>
            <a:custGeom>
              <a:rect b="b" l="l" r="r" t="t"/>
              <a:pathLst>
                <a:path extrusionOk="0" h="5071" w="1936">
                  <a:moveTo>
                    <a:pt x="1935" y="0"/>
                  </a:moveTo>
                  <a:cubicBezTo>
                    <a:pt x="1135" y="500"/>
                    <a:pt x="468" y="1234"/>
                    <a:pt x="1" y="2068"/>
                  </a:cubicBezTo>
                  <a:lnTo>
                    <a:pt x="1935" y="5070"/>
                  </a:lnTo>
                  <a:lnTo>
                    <a:pt x="19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4201500" y="2587300"/>
              <a:ext cx="78425" cy="80900"/>
            </a:xfrm>
            <a:custGeom>
              <a:rect b="b" l="l" r="r" t="t"/>
              <a:pathLst>
                <a:path extrusionOk="0" h="3236" w="3137">
                  <a:moveTo>
                    <a:pt x="1202" y="0"/>
                  </a:moveTo>
                  <a:cubicBezTo>
                    <a:pt x="634" y="1001"/>
                    <a:pt x="234" y="2102"/>
                    <a:pt x="1" y="3236"/>
                  </a:cubicBezTo>
                  <a:lnTo>
                    <a:pt x="3136" y="3002"/>
                  </a:lnTo>
                  <a:lnTo>
                    <a:pt x="12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4201500" y="2535600"/>
              <a:ext cx="78425" cy="132600"/>
            </a:xfrm>
            <a:custGeom>
              <a:rect b="b" l="l" r="r" t="t"/>
              <a:pathLst>
                <a:path extrusionOk="0" h="5304" w="3137">
                  <a:moveTo>
                    <a:pt x="3136" y="0"/>
                  </a:moveTo>
                  <a:cubicBezTo>
                    <a:pt x="2336" y="500"/>
                    <a:pt x="1669" y="1234"/>
                    <a:pt x="1202" y="2068"/>
                  </a:cubicBezTo>
                  <a:cubicBezTo>
                    <a:pt x="634" y="3069"/>
                    <a:pt x="234" y="4170"/>
                    <a:pt x="1" y="5304"/>
                  </a:cubicBezTo>
                  <a:lnTo>
                    <a:pt x="3136" y="5070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7"/>
            <p:cNvSpPr/>
            <p:nvPr/>
          </p:nvSpPr>
          <p:spPr>
            <a:xfrm>
              <a:off x="4279900" y="2531425"/>
              <a:ext cx="77575" cy="130125"/>
            </a:xfrm>
            <a:custGeom>
              <a:rect b="b" l="l" r="r" t="t"/>
              <a:pathLst>
                <a:path extrusionOk="0" h="5205" w="3103">
                  <a:moveTo>
                    <a:pt x="1935" y="0"/>
                  </a:moveTo>
                  <a:lnTo>
                    <a:pt x="0" y="5204"/>
                  </a:lnTo>
                  <a:lnTo>
                    <a:pt x="3102" y="1835"/>
                  </a:lnTo>
                  <a:cubicBezTo>
                    <a:pt x="3002" y="1068"/>
                    <a:pt x="2569" y="401"/>
                    <a:pt x="193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4197325" y="2661525"/>
              <a:ext cx="82600" cy="85075"/>
            </a:xfrm>
            <a:custGeom>
              <a:rect b="b" l="l" r="r" t="t"/>
              <a:pathLst>
                <a:path extrusionOk="0" h="3403" w="3304">
                  <a:moveTo>
                    <a:pt x="3303" y="0"/>
                  </a:moveTo>
                  <a:lnTo>
                    <a:pt x="168" y="234"/>
                  </a:lnTo>
                  <a:cubicBezTo>
                    <a:pt x="68" y="801"/>
                    <a:pt x="34" y="1368"/>
                    <a:pt x="34" y="1901"/>
                  </a:cubicBezTo>
                  <a:cubicBezTo>
                    <a:pt x="1" y="2402"/>
                    <a:pt x="68" y="2902"/>
                    <a:pt x="168" y="3402"/>
                  </a:cubicBezTo>
                  <a:lnTo>
                    <a:pt x="3303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4279900" y="2655675"/>
              <a:ext cx="78400" cy="80925"/>
            </a:xfrm>
            <a:custGeom>
              <a:rect b="b" l="l" r="r" t="t"/>
              <a:pathLst>
                <a:path extrusionOk="0" h="3237" w="3136">
                  <a:moveTo>
                    <a:pt x="3136" y="1"/>
                  </a:moveTo>
                  <a:lnTo>
                    <a:pt x="0" y="267"/>
                  </a:lnTo>
                  <a:lnTo>
                    <a:pt x="1935" y="3236"/>
                  </a:lnTo>
                  <a:cubicBezTo>
                    <a:pt x="2502" y="2235"/>
                    <a:pt x="2902" y="1135"/>
                    <a:pt x="31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7"/>
            <p:cNvSpPr/>
            <p:nvPr/>
          </p:nvSpPr>
          <p:spPr>
            <a:xfrm>
              <a:off x="4231525" y="2662350"/>
              <a:ext cx="48400" cy="134775"/>
            </a:xfrm>
            <a:custGeom>
              <a:rect b="b" l="l" r="r" t="t"/>
              <a:pathLst>
                <a:path extrusionOk="0" h="5391" w="1936">
                  <a:moveTo>
                    <a:pt x="1935" y="0"/>
                  </a:moveTo>
                  <a:lnTo>
                    <a:pt x="1" y="5204"/>
                  </a:lnTo>
                  <a:cubicBezTo>
                    <a:pt x="265" y="5329"/>
                    <a:pt x="547" y="5391"/>
                    <a:pt x="826" y="5391"/>
                  </a:cubicBezTo>
                  <a:cubicBezTo>
                    <a:pt x="1217" y="5391"/>
                    <a:pt x="1605" y="5271"/>
                    <a:pt x="1935" y="5037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7"/>
            <p:cNvSpPr/>
            <p:nvPr/>
          </p:nvSpPr>
          <p:spPr>
            <a:xfrm>
              <a:off x="4201500" y="2662350"/>
              <a:ext cx="78425" cy="130125"/>
            </a:xfrm>
            <a:custGeom>
              <a:rect b="b" l="l" r="r" t="t"/>
              <a:pathLst>
                <a:path extrusionOk="0" h="5205" w="3137">
                  <a:moveTo>
                    <a:pt x="3136" y="0"/>
                  </a:moveTo>
                  <a:lnTo>
                    <a:pt x="1" y="3369"/>
                  </a:lnTo>
                  <a:cubicBezTo>
                    <a:pt x="134" y="4103"/>
                    <a:pt x="568" y="4770"/>
                    <a:pt x="1202" y="5204"/>
                  </a:cubicBezTo>
                  <a:lnTo>
                    <a:pt x="3136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7"/>
            <p:cNvSpPr/>
            <p:nvPr/>
          </p:nvSpPr>
          <p:spPr>
            <a:xfrm>
              <a:off x="4279900" y="2578125"/>
              <a:ext cx="82575" cy="84250"/>
            </a:xfrm>
            <a:custGeom>
              <a:rect b="b" l="l" r="r" t="t"/>
              <a:pathLst>
                <a:path extrusionOk="0" h="3370" w="3303">
                  <a:moveTo>
                    <a:pt x="3136" y="0"/>
                  </a:moveTo>
                  <a:lnTo>
                    <a:pt x="0" y="3369"/>
                  </a:lnTo>
                  <a:lnTo>
                    <a:pt x="3136" y="3136"/>
                  </a:lnTo>
                  <a:cubicBezTo>
                    <a:pt x="3236" y="2569"/>
                    <a:pt x="3303" y="2002"/>
                    <a:pt x="3303" y="1468"/>
                  </a:cubicBezTo>
                  <a:cubicBezTo>
                    <a:pt x="3303" y="968"/>
                    <a:pt x="3236" y="467"/>
                    <a:pt x="313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7"/>
            <p:cNvSpPr/>
            <p:nvPr/>
          </p:nvSpPr>
          <p:spPr>
            <a:xfrm>
              <a:off x="4279900" y="2662350"/>
              <a:ext cx="48375" cy="125950"/>
            </a:xfrm>
            <a:custGeom>
              <a:rect b="b" l="l" r="r" t="t"/>
              <a:pathLst>
                <a:path extrusionOk="0" h="5038" w="1935">
                  <a:moveTo>
                    <a:pt x="0" y="0"/>
                  </a:moveTo>
                  <a:lnTo>
                    <a:pt x="0" y="5037"/>
                  </a:lnTo>
                  <a:cubicBezTo>
                    <a:pt x="801" y="4537"/>
                    <a:pt x="1468" y="3803"/>
                    <a:pt x="1935" y="296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7"/>
            <p:cNvSpPr/>
            <p:nvPr/>
          </p:nvSpPr>
          <p:spPr>
            <a:xfrm>
              <a:off x="4231525" y="2804600"/>
              <a:ext cx="96750" cy="65775"/>
            </a:xfrm>
            <a:custGeom>
              <a:rect b="b" l="l" r="r" t="t"/>
              <a:pathLst>
                <a:path extrusionOk="0" h="2631" w="3870">
                  <a:moveTo>
                    <a:pt x="3717" y="1"/>
                  </a:moveTo>
                  <a:cubicBezTo>
                    <a:pt x="3673" y="1"/>
                    <a:pt x="3623" y="16"/>
                    <a:pt x="3570" y="48"/>
                  </a:cubicBezTo>
                  <a:lnTo>
                    <a:pt x="301" y="1949"/>
                  </a:lnTo>
                  <a:cubicBezTo>
                    <a:pt x="134" y="2049"/>
                    <a:pt x="1" y="2216"/>
                    <a:pt x="1" y="2450"/>
                  </a:cubicBezTo>
                  <a:cubicBezTo>
                    <a:pt x="1" y="2563"/>
                    <a:pt x="62" y="2630"/>
                    <a:pt x="154" y="2630"/>
                  </a:cubicBezTo>
                  <a:cubicBezTo>
                    <a:pt x="197" y="2630"/>
                    <a:pt x="247" y="2615"/>
                    <a:pt x="301" y="2583"/>
                  </a:cubicBezTo>
                  <a:lnTo>
                    <a:pt x="3570" y="682"/>
                  </a:lnTo>
                  <a:cubicBezTo>
                    <a:pt x="3737" y="582"/>
                    <a:pt x="3870" y="381"/>
                    <a:pt x="3870" y="181"/>
                  </a:cubicBezTo>
                  <a:cubicBezTo>
                    <a:pt x="3870" y="68"/>
                    <a:pt x="3808" y="1"/>
                    <a:pt x="371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7"/>
            <p:cNvSpPr/>
            <p:nvPr/>
          </p:nvSpPr>
          <p:spPr>
            <a:xfrm>
              <a:off x="4213175" y="2843000"/>
              <a:ext cx="133450" cy="87375"/>
            </a:xfrm>
            <a:custGeom>
              <a:rect b="b" l="l" r="r" t="t"/>
              <a:pathLst>
                <a:path extrusionOk="0" h="3495" w="5338">
                  <a:moveTo>
                    <a:pt x="5180" y="0"/>
                  </a:moveTo>
                  <a:cubicBezTo>
                    <a:pt x="5138" y="0"/>
                    <a:pt x="5089" y="15"/>
                    <a:pt x="5038" y="46"/>
                  </a:cubicBezTo>
                  <a:lnTo>
                    <a:pt x="301" y="2782"/>
                  </a:lnTo>
                  <a:cubicBezTo>
                    <a:pt x="134" y="2882"/>
                    <a:pt x="34" y="3082"/>
                    <a:pt x="1" y="3282"/>
                  </a:cubicBezTo>
                  <a:cubicBezTo>
                    <a:pt x="1" y="3420"/>
                    <a:pt x="64" y="3495"/>
                    <a:pt x="159" y="3495"/>
                  </a:cubicBezTo>
                  <a:cubicBezTo>
                    <a:pt x="201" y="3495"/>
                    <a:pt x="249" y="3480"/>
                    <a:pt x="301" y="3449"/>
                  </a:cubicBezTo>
                  <a:lnTo>
                    <a:pt x="5038" y="713"/>
                  </a:lnTo>
                  <a:cubicBezTo>
                    <a:pt x="5204" y="580"/>
                    <a:pt x="5338" y="413"/>
                    <a:pt x="5338" y="213"/>
                  </a:cubicBezTo>
                  <a:cubicBezTo>
                    <a:pt x="5338" y="75"/>
                    <a:pt x="5274" y="0"/>
                    <a:pt x="51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7"/>
            <p:cNvSpPr/>
            <p:nvPr/>
          </p:nvSpPr>
          <p:spPr>
            <a:xfrm>
              <a:off x="4213175" y="2891875"/>
              <a:ext cx="133450" cy="86900"/>
            </a:xfrm>
            <a:custGeom>
              <a:rect b="b" l="l" r="r" t="t"/>
              <a:pathLst>
                <a:path extrusionOk="0" h="3476" w="5338">
                  <a:moveTo>
                    <a:pt x="5158" y="0"/>
                  </a:moveTo>
                  <a:cubicBezTo>
                    <a:pt x="5122" y="0"/>
                    <a:pt x="5081" y="9"/>
                    <a:pt x="5038" y="26"/>
                  </a:cubicBezTo>
                  <a:lnTo>
                    <a:pt x="301" y="2795"/>
                  </a:lnTo>
                  <a:cubicBezTo>
                    <a:pt x="134" y="2895"/>
                    <a:pt x="34" y="3095"/>
                    <a:pt x="1" y="3295"/>
                  </a:cubicBezTo>
                  <a:cubicBezTo>
                    <a:pt x="1" y="3408"/>
                    <a:pt x="62" y="3475"/>
                    <a:pt x="154" y="3475"/>
                  </a:cubicBezTo>
                  <a:cubicBezTo>
                    <a:pt x="197" y="3475"/>
                    <a:pt x="247" y="3461"/>
                    <a:pt x="301" y="3428"/>
                  </a:cubicBezTo>
                  <a:lnTo>
                    <a:pt x="5038" y="693"/>
                  </a:lnTo>
                  <a:cubicBezTo>
                    <a:pt x="5204" y="593"/>
                    <a:pt x="5338" y="393"/>
                    <a:pt x="5338" y="193"/>
                  </a:cubicBezTo>
                  <a:cubicBezTo>
                    <a:pt x="5338" y="69"/>
                    <a:pt x="5264" y="0"/>
                    <a:pt x="51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7"/>
            <p:cNvSpPr/>
            <p:nvPr/>
          </p:nvSpPr>
          <p:spPr>
            <a:xfrm>
              <a:off x="4213175" y="2941375"/>
              <a:ext cx="133450" cy="86900"/>
            </a:xfrm>
            <a:custGeom>
              <a:rect b="b" l="l" r="r" t="t"/>
              <a:pathLst>
                <a:path extrusionOk="0" h="3476" w="5338">
                  <a:moveTo>
                    <a:pt x="5184" y="0"/>
                  </a:moveTo>
                  <a:cubicBezTo>
                    <a:pt x="5141" y="0"/>
                    <a:pt x="5091" y="15"/>
                    <a:pt x="5038" y="47"/>
                  </a:cubicBezTo>
                  <a:lnTo>
                    <a:pt x="301" y="2783"/>
                  </a:lnTo>
                  <a:cubicBezTo>
                    <a:pt x="134" y="2883"/>
                    <a:pt x="34" y="3083"/>
                    <a:pt x="1" y="3283"/>
                  </a:cubicBezTo>
                  <a:cubicBezTo>
                    <a:pt x="1" y="3407"/>
                    <a:pt x="74" y="3475"/>
                    <a:pt x="180" y="3475"/>
                  </a:cubicBezTo>
                  <a:cubicBezTo>
                    <a:pt x="217" y="3475"/>
                    <a:pt x="258" y="3467"/>
                    <a:pt x="301" y="3450"/>
                  </a:cubicBezTo>
                  <a:lnTo>
                    <a:pt x="5038" y="681"/>
                  </a:lnTo>
                  <a:cubicBezTo>
                    <a:pt x="5204" y="581"/>
                    <a:pt x="5338" y="414"/>
                    <a:pt x="5338" y="181"/>
                  </a:cubicBezTo>
                  <a:cubicBezTo>
                    <a:pt x="5338" y="68"/>
                    <a:pt x="5276" y="0"/>
                    <a:pt x="51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7"/>
            <p:cNvSpPr/>
            <p:nvPr/>
          </p:nvSpPr>
          <p:spPr>
            <a:xfrm>
              <a:off x="4575950" y="2355125"/>
              <a:ext cx="48375" cy="134625"/>
            </a:xfrm>
            <a:custGeom>
              <a:rect b="b" l="l" r="r" t="t"/>
              <a:pathLst>
                <a:path extrusionOk="0" h="5385" w="1935">
                  <a:moveTo>
                    <a:pt x="1103" y="1"/>
                  </a:moveTo>
                  <a:cubicBezTo>
                    <a:pt x="725" y="1"/>
                    <a:pt x="341" y="120"/>
                    <a:pt x="0" y="348"/>
                  </a:cubicBezTo>
                  <a:lnTo>
                    <a:pt x="0" y="5384"/>
                  </a:lnTo>
                  <a:lnTo>
                    <a:pt x="1935" y="214"/>
                  </a:lnTo>
                  <a:cubicBezTo>
                    <a:pt x="1675" y="70"/>
                    <a:pt x="1391" y="1"/>
                    <a:pt x="110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7"/>
            <p:cNvSpPr/>
            <p:nvPr/>
          </p:nvSpPr>
          <p:spPr>
            <a:xfrm>
              <a:off x="4528400" y="2363800"/>
              <a:ext cx="47575" cy="125950"/>
            </a:xfrm>
            <a:custGeom>
              <a:rect b="b" l="l" r="r" t="t"/>
              <a:pathLst>
                <a:path extrusionOk="0" h="5038" w="1903">
                  <a:moveTo>
                    <a:pt x="1902" y="1"/>
                  </a:moveTo>
                  <a:cubicBezTo>
                    <a:pt x="1101" y="501"/>
                    <a:pt x="434" y="1235"/>
                    <a:pt x="1" y="2069"/>
                  </a:cubicBezTo>
                  <a:lnTo>
                    <a:pt x="1902" y="5037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7"/>
            <p:cNvSpPr/>
            <p:nvPr/>
          </p:nvSpPr>
          <p:spPr>
            <a:xfrm>
              <a:off x="4498375" y="2415500"/>
              <a:ext cx="78425" cy="80925"/>
            </a:xfrm>
            <a:custGeom>
              <a:rect b="b" l="l" r="r" t="t"/>
              <a:pathLst>
                <a:path extrusionOk="0" h="3237" w="3137">
                  <a:moveTo>
                    <a:pt x="1202" y="1"/>
                  </a:moveTo>
                  <a:cubicBezTo>
                    <a:pt x="601" y="1001"/>
                    <a:pt x="201" y="2102"/>
                    <a:pt x="1" y="3236"/>
                  </a:cubicBezTo>
                  <a:lnTo>
                    <a:pt x="3136" y="3003"/>
                  </a:lnTo>
                  <a:lnTo>
                    <a:pt x="12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7"/>
            <p:cNvSpPr/>
            <p:nvPr/>
          </p:nvSpPr>
          <p:spPr>
            <a:xfrm>
              <a:off x="4576775" y="2360475"/>
              <a:ext cx="77575" cy="130100"/>
            </a:xfrm>
            <a:custGeom>
              <a:rect b="b" l="l" r="r" t="t"/>
              <a:pathLst>
                <a:path extrusionOk="0" h="5204" w="3103">
                  <a:moveTo>
                    <a:pt x="1902" y="0"/>
                  </a:moveTo>
                  <a:lnTo>
                    <a:pt x="0" y="5204"/>
                  </a:lnTo>
                  <a:lnTo>
                    <a:pt x="3103" y="1835"/>
                  </a:lnTo>
                  <a:cubicBezTo>
                    <a:pt x="3003" y="1068"/>
                    <a:pt x="2569" y="400"/>
                    <a:pt x="190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7"/>
            <p:cNvSpPr/>
            <p:nvPr/>
          </p:nvSpPr>
          <p:spPr>
            <a:xfrm>
              <a:off x="4494225" y="2489725"/>
              <a:ext cx="82575" cy="85075"/>
            </a:xfrm>
            <a:custGeom>
              <a:rect b="b" l="l" r="r" t="t"/>
              <a:pathLst>
                <a:path extrusionOk="0" h="3403" w="3303">
                  <a:moveTo>
                    <a:pt x="3302" y="0"/>
                  </a:moveTo>
                  <a:lnTo>
                    <a:pt x="167" y="234"/>
                  </a:lnTo>
                  <a:cubicBezTo>
                    <a:pt x="67" y="801"/>
                    <a:pt x="0" y="1368"/>
                    <a:pt x="0" y="1902"/>
                  </a:cubicBezTo>
                  <a:cubicBezTo>
                    <a:pt x="0" y="2402"/>
                    <a:pt x="67" y="2903"/>
                    <a:pt x="167" y="3403"/>
                  </a:cubicBezTo>
                  <a:lnTo>
                    <a:pt x="33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7"/>
            <p:cNvSpPr/>
            <p:nvPr/>
          </p:nvSpPr>
          <p:spPr>
            <a:xfrm>
              <a:off x="4575950" y="2483875"/>
              <a:ext cx="78400" cy="80925"/>
            </a:xfrm>
            <a:custGeom>
              <a:rect b="b" l="l" r="r" t="t"/>
              <a:pathLst>
                <a:path extrusionOk="0" h="3237" w="3136">
                  <a:moveTo>
                    <a:pt x="3136" y="1"/>
                  </a:moveTo>
                  <a:lnTo>
                    <a:pt x="0" y="234"/>
                  </a:lnTo>
                  <a:lnTo>
                    <a:pt x="1935" y="3237"/>
                  </a:lnTo>
                  <a:cubicBezTo>
                    <a:pt x="2535" y="2236"/>
                    <a:pt x="2935" y="1135"/>
                    <a:pt x="31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7"/>
            <p:cNvSpPr/>
            <p:nvPr/>
          </p:nvSpPr>
          <p:spPr>
            <a:xfrm>
              <a:off x="4528400" y="2489725"/>
              <a:ext cx="47575" cy="135625"/>
            </a:xfrm>
            <a:custGeom>
              <a:rect b="b" l="l" r="r" t="t"/>
              <a:pathLst>
                <a:path extrusionOk="0" h="5425" w="1903">
                  <a:moveTo>
                    <a:pt x="1902" y="0"/>
                  </a:moveTo>
                  <a:lnTo>
                    <a:pt x="1" y="5238"/>
                  </a:lnTo>
                  <a:cubicBezTo>
                    <a:pt x="251" y="5363"/>
                    <a:pt x="525" y="5424"/>
                    <a:pt x="800" y="5424"/>
                  </a:cubicBezTo>
                  <a:cubicBezTo>
                    <a:pt x="1184" y="5424"/>
                    <a:pt x="1571" y="5304"/>
                    <a:pt x="1902" y="5071"/>
                  </a:cubicBezTo>
                  <a:lnTo>
                    <a:pt x="19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7"/>
            <p:cNvSpPr/>
            <p:nvPr/>
          </p:nvSpPr>
          <p:spPr>
            <a:xfrm>
              <a:off x="4498375" y="2490550"/>
              <a:ext cx="78425" cy="130125"/>
            </a:xfrm>
            <a:custGeom>
              <a:rect b="b" l="l" r="r" t="t"/>
              <a:pathLst>
                <a:path extrusionOk="0" h="5205" w="3137">
                  <a:moveTo>
                    <a:pt x="3136" y="1"/>
                  </a:moveTo>
                  <a:lnTo>
                    <a:pt x="1" y="3370"/>
                  </a:lnTo>
                  <a:cubicBezTo>
                    <a:pt x="134" y="4104"/>
                    <a:pt x="568" y="4771"/>
                    <a:pt x="1202" y="5205"/>
                  </a:cubicBezTo>
                  <a:lnTo>
                    <a:pt x="31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4494225" y="2363800"/>
              <a:ext cx="81750" cy="256875"/>
            </a:xfrm>
            <a:custGeom>
              <a:rect b="b" l="l" r="r" t="t"/>
              <a:pathLst>
                <a:path extrusionOk="0" h="10275" w="3270">
                  <a:moveTo>
                    <a:pt x="3269" y="1"/>
                  </a:moveTo>
                  <a:cubicBezTo>
                    <a:pt x="2468" y="501"/>
                    <a:pt x="1801" y="1235"/>
                    <a:pt x="1368" y="2069"/>
                  </a:cubicBezTo>
                  <a:cubicBezTo>
                    <a:pt x="767" y="3069"/>
                    <a:pt x="367" y="4170"/>
                    <a:pt x="167" y="5304"/>
                  </a:cubicBezTo>
                  <a:cubicBezTo>
                    <a:pt x="67" y="5838"/>
                    <a:pt x="0" y="6405"/>
                    <a:pt x="0" y="6972"/>
                  </a:cubicBezTo>
                  <a:cubicBezTo>
                    <a:pt x="0" y="7473"/>
                    <a:pt x="67" y="7940"/>
                    <a:pt x="167" y="8440"/>
                  </a:cubicBezTo>
                  <a:cubicBezTo>
                    <a:pt x="300" y="9174"/>
                    <a:pt x="734" y="9841"/>
                    <a:pt x="1368" y="10275"/>
                  </a:cubicBezTo>
                  <a:lnTo>
                    <a:pt x="3269" y="5037"/>
                  </a:lnTo>
                  <a:lnTo>
                    <a:pt x="326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4575950" y="2406325"/>
              <a:ext cx="82575" cy="84250"/>
            </a:xfrm>
            <a:custGeom>
              <a:rect b="b" l="l" r="r" t="t"/>
              <a:pathLst>
                <a:path extrusionOk="0" h="3370" w="3303">
                  <a:moveTo>
                    <a:pt x="3136" y="1"/>
                  </a:moveTo>
                  <a:lnTo>
                    <a:pt x="0" y="3370"/>
                  </a:lnTo>
                  <a:lnTo>
                    <a:pt x="3136" y="3136"/>
                  </a:lnTo>
                  <a:cubicBezTo>
                    <a:pt x="3236" y="2603"/>
                    <a:pt x="3302" y="2036"/>
                    <a:pt x="3302" y="1468"/>
                  </a:cubicBezTo>
                  <a:cubicBezTo>
                    <a:pt x="3302" y="968"/>
                    <a:pt x="3269" y="468"/>
                    <a:pt x="31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4576775" y="2489725"/>
              <a:ext cx="47550" cy="126775"/>
            </a:xfrm>
            <a:custGeom>
              <a:rect b="b" l="l" r="r" t="t"/>
              <a:pathLst>
                <a:path extrusionOk="0" h="5071" w="1902">
                  <a:moveTo>
                    <a:pt x="0" y="0"/>
                  </a:moveTo>
                  <a:lnTo>
                    <a:pt x="0" y="5071"/>
                  </a:lnTo>
                  <a:cubicBezTo>
                    <a:pt x="801" y="4570"/>
                    <a:pt x="1468" y="3837"/>
                    <a:pt x="1902" y="30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4527575" y="2633350"/>
              <a:ext cx="97600" cy="66025"/>
            </a:xfrm>
            <a:custGeom>
              <a:rect b="b" l="l" r="r" t="t"/>
              <a:pathLst>
                <a:path extrusionOk="0" h="2641" w="3904">
                  <a:moveTo>
                    <a:pt x="3724" y="1"/>
                  </a:moveTo>
                  <a:cubicBezTo>
                    <a:pt x="3687" y="1"/>
                    <a:pt x="3646" y="9"/>
                    <a:pt x="3603" y="26"/>
                  </a:cubicBezTo>
                  <a:lnTo>
                    <a:pt x="301" y="1928"/>
                  </a:lnTo>
                  <a:cubicBezTo>
                    <a:pt x="134" y="2061"/>
                    <a:pt x="34" y="2228"/>
                    <a:pt x="0" y="2428"/>
                  </a:cubicBezTo>
                  <a:cubicBezTo>
                    <a:pt x="0" y="2566"/>
                    <a:pt x="64" y="2641"/>
                    <a:pt x="158" y="2641"/>
                  </a:cubicBezTo>
                  <a:cubicBezTo>
                    <a:pt x="200" y="2641"/>
                    <a:pt x="249" y="2626"/>
                    <a:pt x="301" y="2595"/>
                  </a:cubicBezTo>
                  <a:lnTo>
                    <a:pt x="3603" y="693"/>
                  </a:lnTo>
                  <a:cubicBezTo>
                    <a:pt x="3770" y="593"/>
                    <a:pt x="3870" y="393"/>
                    <a:pt x="3903" y="193"/>
                  </a:cubicBezTo>
                  <a:cubicBezTo>
                    <a:pt x="3903" y="69"/>
                    <a:pt x="3830" y="1"/>
                    <a:pt x="372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4510050" y="2671725"/>
              <a:ext cx="132625" cy="86900"/>
            </a:xfrm>
            <a:custGeom>
              <a:rect b="b" l="l" r="r" t="t"/>
              <a:pathLst>
                <a:path extrusionOk="0" h="3476" w="5305">
                  <a:moveTo>
                    <a:pt x="5125" y="0"/>
                  </a:moveTo>
                  <a:cubicBezTo>
                    <a:pt x="5088" y="0"/>
                    <a:pt x="5047" y="8"/>
                    <a:pt x="5004" y="26"/>
                  </a:cubicBezTo>
                  <a:lnTo>
                    <a:pt x="301" y="2794"/>
                  </a:lnTo>
                  <a:cubicBezTo>
                    <a:pt x="134" y="2894"/>
                    <a:pt x="1" y="3095"/>
                    <a:pt x="1" y="3295"/>
                  </a:cubicBezTo>
                  <a:cubicBezTo>
                    <a:pt x="1" y="3408"/>
                    <a:pt x="62" y="3475"/>
                    <a:pt x="154" y="3475"/>
                  </a:cubicBezTo>
                  <a:cubicBezTo>
                    <a:pt x="198" y="3475"/>
                    <a:pt x="248" y="3460"/>
                    <a:pt x="301" y="3428"/>
                  </a:cubicBezTo>
                  <a:lnTo>
                    <a:pt x="5004" y="693"/>
                  </a:lnTo>
                  <a:cubicBezTo>
                    <a:pt x="5205" y="593"/>
                    <a:pt x="5305" y="393"/>
                    <a:pt x="5305" y="192"/>
                  </a:cubicBezTo>
                  <a:cubicBezTo>
                    <a:pt x="5305" y="69"/>
                    <a:pt x="5231" y="0"/>
                    <a:pt x="51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4510050" y="2720925"/>
              <a:ext cx="132625" cy="86900"/>
            </a:xfrm>
            <a:custGeom>
              <a:rect b="b" l="l" r="r" t="t"/>
              <a:pathLst>
                <a:path extrusionOk="0" h="3476" w="5305">
                  <a:moveTo>
                    <a:pt x="5125" y="0"/>
                  </a:moveTo>
                  <a:cubicBezTo>
                    <a:pt x="5088" y="0"/>
                    <a:pt x="5047" y="9"/>
                    <a:pt x="5004" y="26"/>
                  </a:cubicBezTo>
                  <a:lnTo>
                    <a:pt x="301" y="2794"/>
                  </a:lnTo>
                  <a:cubicBezTo>
                    <a:pt x="134" y="2894"/>
                    <a:pt x="1" y="3061"/>
                    <a:pt x="1" y="3295"/>
                  </a:cubicBezTo>
                  <a:cubicBezTo>
                    <a:pt x="1" y="3408"/>
                    <a:pt x="62" y="3475"/>
                    <a:pt x="154" y="3475"/>
                  </a:cubicBezTo>
                  <a:cubicBezTo>
                    <a:pt x="198" y="3475"/>
                    <a:pt x="248" y="3460"/>
                    <a:pt x="301" y="3428"/>
                  </a:cubicBezTo>
                  <a:lnTo>
                    <a:pt x="5004" y="693"/>
                  </a:lnTo>
                  <a:cubicBezTo>
                    <a:pt x="5205" y="593"/>
                    <a:pt x="5305" y="393"/>
                    <a:pt x="5305" y="193"/>
                  </a:cubicBezTo>
                  <a:cubicBezTo>
                    <a:pt x="5305" y="69"/>
                    <a:pt x="5231" y="0"/>
                    <a:pt x="51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4510050" y="2770425"/>
              <a:ext cx="132625" cy="86600"/>
            </a:xfrm>
            <a:custGeom>
              <a:rect b="b" l="l" r="r" t="t"/>
              <a:pathLst>
                <a:path extrusionOk="0" h="3464" w="5305">
                  <a:moveTo>
                    <a:pt x="5151" y="0"/>
                  </a:moveTo>
                  <a:cubicBezTo>
                    <a:pt x="5108" y="0"/>
                    <a:pt x="5058" y="15"/>
                    <a:pt x="5004" y="47"/>
                  </a:cubicBezTo>
                  <a:lnTo>
                    <a:pt x="301" y="2749"/>
                  </a:lnTo>
                  <a:cubicBezTo>
                    <a:pt x="101" y="2883"/>
                    <a:pt x="1" y="3049"/>
                    <a:pt x="1" y="3283"/>
                  </a:cubicBezTo>
                  <a:cubicBezTo>
                    <a:pt x="1" y="3396"/>
                    <a:pt x="62" y="3463"/>
                    <a:pt x="154" y="3463"/>
                  </a:cubicBezTo>
                  <a:cubicBezTo>
                    <a:pt x="198" y="3463"/>
                    <a:pt x="248" y="3448"/>
                    <a:pt x="301" y="3416"/>
                  </a:cubicBezTo>
                  <a:lnTo>
                    <a:pt x="5004" y="681"/>
                  </a:lnTo>
                  <a:cubicBezTo>
                    <a:pt x="5205" y="581"/>
                    <a:pt x="5305" y="381"/>
                    <a:pt x="5305" y="181"/>
                  </a:cubicBezTo>
                  <a:cubicBezTo>
                    <a:pt x="5305" y="67"/>
                    <a:pt x="5243" y="0"/>
                    <a:pt x="515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3869600" y="3939900"/>
              <a:ext cx="705525" cy="449050"/>
            </a:xfrm>
            <a:custGeom>
              <a:rect b="b" l="l" r="r" t="t"/>
              <a:pathLst>
                <a:path extrusionOk="0" h="17962" w="28221">
                  <a:moveTo>
                    <a:pt x="24674" y="1"/>
                  </a:moveTo>
                  <a:cubicBezTo>
                    <a:pt x="24459" y="1"/>
                    <a:pt x="24262" y="46"/>
                    <a:pt x="24084" y="135"/>
                  </a:cubicBezTo>
                  <a:cubicBezTo>
                    <a:pt x="21282" y="1536"/>
                    <a:pt x="1702" y="14112"/>
                    <a:pt x="434" y="14712"/>
                  </a:cubicBezTo>
                  <a:cubicBezTo>
                    <a:pt x="167" y="14879"/>
                    <a:pt x="1" y="15213"/>
                    <a:pt x="1" y="15546"/>
                  </a:cubicBezTo>
                  <a:cubicBezTo>
                    <a:pt x="34" y="16413"/>
                    <a:pt x="468" y="17247"/>
                    <a:pt x="1201" y="17781"/>
                  </a:cubicBezTo>
                  <a:cubicBezTo>
                    <a:pt x="1362" y="17901"/>
                    <a:pt x="1546" y="17961"/>
                    <a:pt x="1732" y="17961"/>
                  </a:cubicBezTo>
                  <a:cubicBezTo>
                    <a:pt x="1857" y="17961"/>
                    <a:pt x="1982" y="17935"/>
                    <a:pt x="2102" y="17881"/>
                  </a:cubicBezTo>
                  <a:cubicBezTo>
                    <a:pt x="4070" y="16780"/>
                    <a:pt x="23451" y="8541"/>
                    <a:pt x="27387" y="6440"/>
                  </a:cubicBezTo>
                  <a:cubicBezTo>
                    <a:pt x="27887" y="6173"/>
                    <a:pt x="28187" y="5639"/>
                    <a:pt x="28221" y="4838"/>
                  </a:cubicBezTo>
                  <a:cubicBezTo>
                    <a:pt x="28187" y="3037"/>
                    <a:pt x="27287" y="1403"/>
                    <a:pt x="25852" y="369"/>
                  </a:cubicBezTo>
                  <a:cubicBezTo>
                    <a:pt x="25419" y="121"/>
                    <a:pt x="25023" y="1"/>
                    <a:pt x="246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3870425" y="3939900"/>
              <a:ext cx="684700" cy="412025"/>
            </a:xfrm>
            <a:custGeom>
              <a:rect b="b" l="l" r="r" t="t"/>
              <a:pathLst>
                <a:path extrusionOk="0" h="16481" w="27388">
                  <a:moveTo>
                    <a:pt x="24641" y="1"/>
                  </a:moveTo>
                  <a:cubicBezTo>
                    <a:pt x="24426" y="1"/>
                    <a:pt x="24229" y="46"/>
                    <a:pt x="24051" y="135"/>
                  </a:cubicBezTo>
                  <a:lnTo>
                    <a:pt x="23985" y="168"/>
                  </a:lnTo>
                  <a:cubicBezTo>
                    <a:pt x="21450" y="1469"/>
                    <a:pt x="6872" y="10776"/>
                    <a:pt x="1936" y="13778"/>
                  </a:cubicBezTo>
                  <a:lnTo>
                    <a:pt x="1902" y="13778"/>
                  </a:lnTo>
                  <a:lnTo>
                    <a:pt x="1702" y="13912"/>
                  </a:lnTo>
                  <a:lnTo>
                    <a:pt x="1669" y="13945"/>
                  </a:lnTo>
                  <a:lnTo>
                    <a:pt x="1535" y="14012"/>
                  </a:lnTo>
                  <a:lnTo>
                    <a:pt x="1402" y="14112"/>
                  </a:lnTo>
                  <a:cubicBezTo>
                    <a:pt x="902" y="14412"/>
                    <a:pt x="535" y="14612"/>
                    <a:pt x="401" y="14679"/>
                  </a:cubicBezTo>
                  <a:cubicBezTo>
                    <a:pt x="368" y="14712"/>
                    <a:pt x="334" y="14746"/>
                    <a:pt x="301" y="14779"/>
                  </a:cubicBezTo>
                  <a:cubicBezTo>
                    <a:pt x="101" y="14979"/>
                    <a:pt x="1" y="15213"/>
                    <a:pt x="1" y="15513"/>
                  </a:cubicBezTo>
                  <a:cubicBezTo>
                    <a:pt x="1" y="15579"/>
                    <a:pt x="1" y="15680"/>
                    <a:pt x="1" y="15780"/>
                  </a:cubicBezTo>
                  <a:lnTo>
                    <a:pt x="1" y="15880"/>
                  </a:lnTo>
                  <a:cubicBezTo>
                    <a:pt x="1" y="15913"/>
                    <a:pt x="1" y="16013"/>
                    <a:pt x="34" y="16046"/>
                  </a:cubicBezTo>
                  <a:lnTo>
                    <a:pt x="68" y="16213"/>
                  </a:lnTo>
                  <a:cubicBezTo>
                    <a:pt x="68" y="16247"/>
                    <a:pt x="101" y="16313"/>
                    <a:pt x="134" y="16347"/>
                  </a:cubicBezTo>
                  <a:cubicBezTo>
                    <a:pt x="134" y="16380"/>
                    <a:pt x="168" y="16447"/>
                    <a:pt x="168" y="16480"/>
                  </a:cubicBezTo>
                  <a:lnTo>
                    <a:pt x="27387" y="2103"/>
                  </a:lnTo>
                  <a:cubicBezTo>
                    <a:pt x="27020" y="1403"/>
                    <a:pt x="26453" y="802"/>
                    <a:pt x="25819" y="369"/>
                  </a:cubicBezTo>
                  <a:cubicBezTo>
                    <a:pt x="25386" y="121"/>
                    <a:pt x="24990" y="1"/>
                    <a:pt x="246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3870425" y="4306625"/>
              <a:ext cx="61750" cy="82600"/>
            </a:xfrm>
            <a:custGeom>
              <a:rect b="b" l="l" r="r" t="t"/>
              <a:pathLst>
                <a:path extrusionOk="0" h="3304" w="2470">
                  <a:moveTo>
                    <a:pt x="703" y="0"/>
                  </a:moveTo>
                  <a:cubicBezTo>
                    <a:pt x="296" y="0"/>
                    <a:pt x="1" y="315"/>
                    <a:pt x="1" y="877"/>
                  </a:cubicBezTo>
                  <a:cubicBezTo>
                    <a:pt x="1" y="1778"/>
                    <a:pt x="435" y="2612"/>
                    <a:pt x="1168" y="3112"/>
                  </a:cubicBezTo>
                  <a:cubicBezTo>
                    <a:pt x="1379" y="3242"/>
                    <a:pt x="1580" y="3303"/>
                    <a:pt x="1759" y="3303"/>
                  </a:cubicBezTo>
                  <a:cubicBezTo>
                    <a:pt x="2175" y="3303"/>
                    <a:pt x="2469" y="2972"/>
                    <a:pt x="2469" y="2412"/>
                  </a:cubicBezTo>
                  <a:cubicBezTo>
                    <a:pt x="2436" y="1544"/>
                    <a:pt x="2002" y="710"/>
                    <a:pt x="1268" y="177"/>
                  </a:cubicBezTo>
                  <a:cubicBezTo>
                    <a:pt x="1069" y="57"/>
                    <a:pt x="876" y="0"/>
                    <a:pt x="70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3752850" y="4317950"/>
              <a:ext cx="166800" cy="126325"/>
            </a:xfrm>
            <a:custGeom>
              <a:rect b="b" l="l" r="r" t="t"/>
              <a:pathLst>
                <a:path extrusionOk="0" h="5053" w="6672">
                  <a:moveTo>
                    <a:pt x="5341" y="1"/>
                  </a:moveTo>
                  <a:cubicBezTo>
                    <a:pt x="5251" y="1"/>
                    <a:pt x="5158" y="20"/>
                    <a:pt x="5071" y="57"/>
                  </a:cubicBezTo>
                  <a:lnTo>
                    <a:pt x="334" y="2592"/>
                  </a:lnTo>
                  <a:cubicBezTo>
                    <a:pt x="134" y="2726"/>
                    <a:pt x="1" y="2959"/>
                    <a:pt x="34" y="3193"/>
                  </a:cubicBezTo>
                  <a:cubicBezTo>
                    <a:pt x="34" y="3893"/>
                    <a:pt x="367" y="4527"/>
                    <a:pt x="935" y="4927"/>
                  </a:cubicBezTo>
                  <a:cubicBezTo>
                    <a:pt x="1056" y="5008"/>
                    <a:pt x="1201" y="5052"/>
                    <a:pt x="1342" y="5052"/>
                  </a:cubicBezTo>
                  <a:cubicBezTo>
                    <a:pt x="1433" y="5052"/>
                    <a:pt x="1523" y="5034"/>
                    <a:pt x="1602" y="4994"/>
                  </a:cubicBezTo>
                  <a:lnTo>
                    <a:pt x="6372" y="2492"/>
                  </a:lnTo>
                  <a:cubicBezTo>
                    <a:pt x="6572" y="2359"/>
                    <a:pt x="6672" y="2092"/>
                    <a:pt x="6672" y="1858"/>
                  </a:cubicBezTo>
                  <a:cubicBezTo>
                    <a:pt x="6639" y="1191"/>
                    <a:pt x="6305" y="558"/>
                    <a:pt x="5738" y="157"/>
                  </a:cubicBezTo>
                  <a:cubicBezTo>
                    <a:pt x="5634" y="53"/>
                    <a:pt x="5490" y="1"/>
                    <a:pt x="5341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3752850" y="4317950"/>
              <a:ext cx="156800" cy="98175"/>
            </a:xfrm>
            <a:custGeom>
              <a:rect b="b" l="l" r="r" t="t"/>
              <a:pathLst>
                <a:path extrusionOk="0" h="3927" w="6272">
                  <a:moveTo>
                    <a:pt x="5342" y="1"/>
                  </a:moveTo>
                  <a:cubicBezTo>
                    <a:pt x="5251" y="1"/>
                    <a:pt x="5158" y="20"/>
                    <a:pt x="5071" y="57"/>
                  </a:cubicBezTo>
                  <a:lnTo>
                    <a:pt x="334" y="2592"/>
                  </a:lnTo>
                  <a:cubicBezTo>
                    <a:pt x="134" y="2726"/>
                    <a:pt x="1" y="2959"/>
                    <a:pt x="34" y="3193"/>
                  </a:cubicBezTo>
                  <a:cubicBezTo>
                    <a:pt x="34" y="3460"/>
                    <a:pt x="67" y="3693"/>
                    <a:pt x="167" y="3927"/>
                  </a:cubicBezTo>
                  <a:lnTo>
                    <a:pt x="6272" y="691"/>
                  </a:lnTo>
                  <a:cubicBezTo>
                    <a:pt x="6138" y="457"/>
                    <a:pt x="5971" y="291"/>
                    <a:pt x="5771" y="157"/>
                  </a:cubicBezTo>
                  <a:cubicBezTo>
                    <a:pt x="5646" y="53"/>
                    <a:pt x="5495" y="1"/>
                    <a:pt x="53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2877225" y="4206575"/>
              <a:ext cx="1028250" cy="733475"/>
            </a:xfrm>
            <a:custGeom>
              <a:rect b="b" l="l" r="r" t="t"/>
              <a:pathLst>
                <a:path extrusionOk="0" h="29339" w="41130">
                  <a:moveTo>
                    <a:pt x="20582" y="1977"/>
                  </a:moveTo>
                  <a:cubicBezTo>
                    <a:pt x="25719" y="1977"/>
                    <a:pt x="30522" y="3111"/>
                    <a:pt x="34125" y="5179"/>
                  </a:cubicBezTo>
                  <a:cubicBezTo>
                    <a:pt x="37361" y="7047"/>
                    <a:pt x="39128" y="9416"/>
                    <a:pt x="39128" y="11851"/>
                  </a:cubicBezTo>
                  <a:cubicBezTo>
                    <a:pt x="39128" y="14286"/>
                    <a:pt x="37361" y="16654"/>
                    <a:pt x="34125" y="18522"/>
                  </a:cubicBezTo>
                  <a:cubicBezTo>
                    <a:pt x="30522" y="20624"/>
                    <a:pt x="25719" y="21758"/>
                    <a:pt x="20582" y="21758"/>
                  </a:cubicBezTo>
                  <a:cubicBezTo>
                    <a:pt x="15412" y="21758"/>
                    <a:pt x="10608" y="20590"/>
                    <a:pt x="7006" y="18522"/>
                  </a:cubicBezTo>
                  <a:cubicBezTo>
                    <a:pt x="3770" y="16654"/>
                    <a:pt x="2002" y="14286"/>
                    <a:pt x="2002" y="11851"/>
                  </a:cubicBezTo>
                  <a:cubicBezTo>
                    <a:pt x="2002" y="9449"/>
                    <a:pt x="3770" y="7047"/>
                    <a:pt x="7006" y="5179"/>
                  </a:cubicBezTo>
                  <a:cubicBezTo>
                    <a:pt x="10608" y="3111"/>
                    <a:pt x="15412" y="1977"/>
                    <a:pt x="20582" y="1977"/>
                  </a:cubicBezTo>
                  <a:close/>
                  <a:moveTo>
                    <a:pt x="20565" y="1"/>
                  </a:moveTo>
                  <a:cubicBezTo>
                    <a:pt x="15303" y="1"/>
                    <a:pt x="10041" y="1160"/>
                    <a:pt x="6038" y="3478"/>
                  </a:cubicBezTo>
                  <a:cubicBezTo>
                    <a:pt x="2002" y="5780"/>
                    <a:pt x="1" y="8815"/>
                    <a:pt x="1" y="11851"/>
                  </a:cubicBezTo>
                  <a:lnTo>
                    <a:pt x="1" y="17455"/>
                  </a:lnTo>
                  <a:cubicBezTo>
                    <a:pt x="1" y="20490"/>
                    <a:pt x="2002" y="23526"/>
                    <a:pt x="6038" y="25861"/>
                  </a:cubicBezTo>
                  <a:cubicBezTo>
                    <a:pt x="10041" y="28179"/>
                    <a:pt x="15303" y="29338"/>
                    <a:pt x="20565" y="29338"/>
                  </a:cubicBezTo>
                  <a:cubicBezTo>
                    <a:pt x="25827" y="29338"/>
                    <a:pt x="31089" y="28179"/>
                    <a:pt x="35092" y="25861"/>
                  </a:cubicBezTo>
                  <a:cubicBezTo>
                    <a:pt x="39128" y="23526"/>
                    <a:pt x="41130" y="20490"/>
                    <a:pt x="41130" y="17455"/>
                  </a:cubicBezTo>
                  <a:lnTo>
                    <a:pt x="41130" y="11851"/>
                  </a:lnTo>
                  <a:cubicBezTo>
                    <a:pt x="41130" y="8815"/>
                    <a:pt x="39128" y="5780"/>
                    <a:pt x="35092" y="3478"/>
                  </a:cubicBezTo>
                  <a:cubicBezTo>
                    <a:pt x="31089" y="1160"/>
                    <a:pt x="25827" y="1"/>
                    <a:pt x="2056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>
              <a:off x="2827200" y="4206575"/>
              <a:ext cx="1128325" cy="593375"/>
            </a:xfrm>
            <a:custGeom>
              <a:rect b="b" l="l" r="r" t="t"/>
              <a:pathLst>
                <a:path extrusionOk="0" h="23735" w="45133">
                  <a:moveTo>
                    <a:pt x="22550" y="1977"/>
                  </a:moveTo>
                  <a:cubicBezTo>
                    <a:pt x="27720" y="1977"/>
                    <a:pt x="32523" y="3111"/>
                    <a:pt x="36126" y="5179"/>
                  </a:cubicBezTo>
                  <a:cubicBezTo>
                    <a:pt x="39362" y="7047"/>
                    <a:pt x="41129" y="9416"/>
                    <a:pt x="41129" y="11851"/>
                  </a:cubicBezTo>
                  <a:cubicBezTo>
                    <a:pt x="41129" y="14286"/>
                    <a:pt x="39362" y="16654"/>
                    <a:pt x="36126" y="18522"/>
                  </a:cubicBezTo>
                  <a:cubicBezTo>
                    <a:pt x="32523" y="20624"/>
                    <a:pt x="27720" y="21758"/>
                    <a:pt x="22550" y="21758"/>
                  </a:cubicBezTo>
                  <a:cubicBezTo>
                    <a:pt x="17413" y="21758"/>
                    <a:pt x="12609" y="20590"/>
                    <a:pt x="9007" y="18522"/>
                  </a:cubicBezTo>
                  <a:cubicBezTo>
                    <a:pt x="5771" y="16654"/>
                    <a:pt x="4003" y="14319"/>
                    <a:pt x="4003" y="11851"/>
                  </a:cubicBezTo>
                  <a:cubicBezTo>
                    <a:pt x="4003" y="9416"/>
                    <a:pt x="5771" y="7047"/>
                    <a:pt x="9007" y="5179"/>
                  </a:cubicBezTo>
                  <a:cubicBezTo>
                    <a:pt x="12609" y="3111"/>
                    <a:pt x="17413" y="1977"/>
                    <a:pt x="22550" y="1977"/>
                  </a:cubicBezTo>
                  <a:close/>
                  <a:moveTo>
                    <a:pt x="22566" y="1"/>
                  </a:moveTo>
                  <a:cubicBezTo>
                    <a:pt x="17304" y="1"/>
                    <a:pt x="12042" y="1160"/>
                    <a:pt x="8039" y="3478"/>
                  </a:cubicBezTo>
                  <a:cubicBezTo>
                    <a:pt x="0" y="8115"/>
                    <a:pt x="0" y="15620"/>
                    <a:pt x="8039" y="20257"/>
                  </a:cubicBezTo>
                  <a:cubicBezTo>
                    <a:pt x="12042" y="22575"/>
                    <a:pt x="17304" y="23734"/>
                    <a:pt x="22566" y="23734"/>
                  </a:cubicBezTo>
                  <a:cubicBezTo>
                    <a:pt x="27828" y="23734"/>
                    <a:pt x="33090" y="22575"/>
                    <a:pt x="37093" y="20257"/>
                  </a:cubicBezTo>
                  <a:cubicBezTo>
                    <a:pt x="45132" y="15620"/>
                    <a:pt x="45132" y="8115"/>
                    <a:pt x="37093" y="3478"/>
                  </a:cubicBezTo>
                  <a:cubicBezTo>
                    <a:pt x="33090" y="1160"/>
                    <a:pt x="27828" y="1"/>
                    <a:pt x="22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>
              <a:off x="2927250" y="4256000"/>
              <a:ext cx="928200" cy="316900"/>
            </a:xfrm>
            <a:custGeom>
              <a:rect b="b" l="l" r="r" t="t"/>
              <a:pathLst>
                <a:path extrusionOk="0" h="12676" w="37128">
                  <a:moveTo>
                    <a:pt x="18581" y="0"/>
                  </a:moveTo>
                  <a:cubicBezTo>
                    <a:pt x="13411" y="0"/>
                    <a:pt x="8607" y="1134"/>
                    <a:pt x="5005" y="3202"/>
                  </a:cubicBezTo>
                  <a:cubicBezTo>
                    <a:pt x="1769" y="5070"/>
                    <a:pt x="1" y="7439"/>
                    <a:pt x="1" y="9874"/>
                  </a:cubicBezTo>
                  <a:cubicBezTo>
                    <a:pt x="1" y="10875"/>
                    <a:pt x="268" y="11842"/>
                    <a:pt x="802" y="12676"/>
                  </a:cubicBezTo>
                  <a:cubicBezTo>
                    <a:pt x="1635" y="11275"/>
                    <a:pt x="3036" y="9940"/>
                    <a:pt x="5005" y="8806"/>
                  </a:cubicBezTo>
                  <a:cubicBezTo>
                    <a:pt x="8607" y="6738"/>
                    <a:pt x="13411" y="5604"/>
                    <a:pt x="18581" y="5604"/>
                  </a:cubicBezTo>
                  <a:cubicBezTo>
                    <a:pt x="23718" y="5604"/>
                    <a:pt x="28521" y="6738"/>
                    <a:pt x="32124" y="8806"/>
                  </a:cubicBezTo>
                  <a:cubicBezTo>
                    <a:pt x="34092" y="9940"/>
                    <a:pt x="35526" y="11275"/>
                    <a:pt x="36327" y="12676"/>
                  </a:cubicBezTo>
                  <a:cubicBezTo>
                    <a:pt x="36861" y="11842"/>
                    <a:pt x="37127" y="10875"/>
                    <a:pt x="37127" y="9874"/>
                  </a:cubicBezTo>
                  <a:cubicBezTo>
                    <a:pt x="37127" y="7439"/>
                    <a:pt x="35360" y="5070"/>
                    <a:pt x="32124" y="3202"/>
                  </a:cubicBezTo>
                  <a:cubicBezTo>
                    <a:pt x="28521" y="1134"/>
                    <a:pt x="23718" y="0"/>
                    <a:pt x="1858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2927250" y="4256000"/>
              <a:ext cx="928200" cy="316900"/>
            </a:xfrm>
            <a:custGeom>
              <a:rect b="b" l="l" r="r" t="t"/>
              <a:pathLst>
                <a:path extrusionOk="0" h="12676" w="37128">
                  <a:moveTo>
                    <a:pt x="18581" y="0"/>
                  </a:moveTo>
                  <a:cubicBezTo>
                    <a:pt x="13411" y="0"/>
                    <a:pt x="8607" y="1134"/>
                    <a:pt x="5005" y="3202"/>
                  </a:cubicBezTo>
                  <a:cubicBezTo>
                    <a:pt x="1769" y="5070"/>
                    <a:pt x="1" y="7439"/>
                    <a:pt x="1" y="9874"/>
                  </a:cubicBezTo>
                  <a:cubicBezTo>
                    <a:pt x="1" y="10875"/>
                    <a:pt x="268" y="11842"/>
                    <a:pt x="802" y="12676"/>
                  </a:cubicBezTo>
                  <a:cubicBezTo>
                    <a:pt x="1635" y="11275"/>
                    <a:pt x="3036" y="9940"/>
                    <a:pt x="5005" y="8806"/>
                  </a:cubicBezTo>
                  <a:cubicBezTo>
                    <a:pt x="8607" y="6738"/>
                    <a:pt x="13411" y="5604"/>
                    <a:pt x="18581" y="5604"/>
                  </a:cubicBezTo>
                  <a:cubicBezTo>
                    <a:pt x="23718" y="5604"/>
                    <a:pt x="28521" y="6738"/>
                    <a:pt x="32124" y="8806"/>
                  </a:cubicBezTo>
                  <a:cubicBezTo>
                    <a:pt x="34092" y="9940"/>
                    <a:pt x="35526" y="11275"/>
                    <a:pt x="36327" y="12676"/>
                  </a:cubicBezTo>
                  <a:cubicBezTo>
                    <a:pt x="36861" y="11842"/>
                    <a:pt x="37127" y="10875"/>
                    <a:pt x="37127" y="9874"/>
                  </a:cubicBezTo>
                  <a:cubicBezTo>
                    <a:pt x="37127" y="7439"/>
                    <a:pt x="35360" y="5070"/>
                    <a:pt x="32124" y="3202"/>
                  </a:cubicBezTo>
                  <a:cubicBezTo>
                    <a:pt x="28521" y="1134"/>
                    <a:pt x="23718" y="0"/>
                    <a:pt x="185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2931425" y="4319375"/>
              <a:ext cx="919850" cy="431150"/>
            </a:xfrm>
            <a:custGeom>
              <a:rect b="b" l="l" r="r" t="t"/>
              <a:pathLst>
                <a:path extrusionOk="0" h="17246" w="36794">
                  <a:moveTo>
                    <a:pt x="18381" y="0"/>
                  </a:moveTo>
                  <a:cubicBezTo>
                    <a:pt x="13244" y="0"/>
                    <a:pt x="8440" y="1134"/>
                    <a:pt x="4838" y="3202"/>
                  </a:cubicBezTo>
                  <a:cubicBezTo>
                    <a:pt x="2169" y="4770"/>
                    <a:pt x="501" y="6638"/>
                    <a:pt x="1" y="8640"/>
                  </a:cubicBezTo>
                  <a:cubicBezTo>
                    <a:pt x="501" y="10608"/>
                    <a:pt x="2169" y="12509"/>
                    <a:pt x="4838" y="14044"/>
                  </a:cubicBezTo>
                  <a:cubicBezTo>
                    <a:pt x="8440" y="16112"/>
                    <a:pt x="13244" y="17246"/>
                    <a:pt x="18381" y="17246"/>
                  </a:cubicBezTo>
                  <a:cubicBezTo>
                    <a:pt x="23551" y="17246"/>
                    <a:pt x="28354" y="16145"/>
                    <a:pt x="31957" y="14044"/>
                  </a:cubicBezTo>
                  <a:cubicBezTo>
                    <a:pt x="34625" y="12476"/>
                    <a:pt x="36293" y="10608"/>
                    <a:pt x="36794" y="8640"/>
                  </a:cubicBezTo>
                  <a:cubicBezTo>
                    <a:pt x="36293" y="6638"/>
                    <a:pt x="34625" y="4737"/>
                    <a:pt x="31957" y="3202"/>
                  </a:cubicBezTo>
                  <a:cubicBezTo>
                    <a:pt x="28354" y="1134"/>
                    <a:pt x="23551" y="0"/>
                    <a:pt x="18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2876575" y="4456975"/>
              <a:ext cx="393450" cy="474525"/>
            </a:xfrm>
            <a:custGeom>
              <a:rect b="b" l="l" r="r" t="t"/>
              <a:pathLst>
                <a:path extrusionOk="0" h="18981" w="15738">
                  <a:moveTo>
                    <a:pt x="260" y="0"/>
                  </a:moveTo>
                  <a:lnTo>
                    <a:pt x="260" y="0"/>
                  </a:lnTo>
                  <a:cubicBezTo>
                    <a:pt x="204" y="200"/>
                    <a:pt x="160" y="404"/>
                    <a:pt x="125" y="609"/>
                  </a:cubicBezTo>
                  <a:lnTo>
                    <a:pt x="125" y="609"/>
                  </a:lnTo>
                  <a:cubicBezTo>
                    <a:pt x="161" y="405"/>
                    <a:pt x="206" y="203"/>
                    <a:pt x="260" y="0"/>
                  </a:cubicBezTo>
                  <a:close/>
                  <a:moveTo>
                    <a:pt x="125" y="609"/>
                  </a:moveTo>
                  <a:cubicBezTo>
                    <a:pt x="34" y="1129"/>
                    <a:pt x="1" y="1651"/>
                    <a:pt x="27" y="2171"/>
                  </a:cubicBezTo>
                  <a:lnTo>
                    <a:pt x="27" y="2171"/>
                  </a:lnTo>
                  <a:lnTo>
                    <a:pt x="27" y="1835"/>
                  </a:lnTo>
                  <a:cubicBezTo>
                    <a:pt x="27" y="1434"/>
                    <a:pt x="56" y="1019"/>
                    <a:pt x="125" y="609"/>
                  </a:cubicBezTo>
                  <a:close/>
                  <a:moveTo>
                    <a:pt x="27" y="2171"/>
                  </a:moveTo>
                  <a:lnTo>
                    <a:pt x="27" y="7439"/>
                  </a:lnTo>
                  <a:cubicBezTo>
                    <a:pt x="27" y="10474"/>
                    <a:pt x="2028" y="13510"/>
                    <a:pt x="6064" y="15845"/>
                  </a:cubicBezTo>
                  <a:cubicBezTo>
                    <a:pt x="9033" y="17479"/>
                    <a:pt x="12335" y="18547"/>
                    <a:pt x="15738" y="18980"/>
                  </a:cubicBezTo>
                  <a:lnTo>
                    <a:pt x="15738" y="13376"/>
                  </a:lnTo>
                  <a:cubicBezTo>
                    <a:pt x="12335" y="12976"/>
                    <a:pt x="9033" y="11909"/>
                    <a:pt x="6031" y="10241"/>
                  </a:cubicBezTo>
                  <a:cubicBezTo>
                    <a:pt x="2179" y="7994"/>
                    <a:pt x="172" y="5103"/>
                    <a:pt x="27" y="217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5541625" y="3824800"/>
              <a:ext cx="190175" cy="206525"/>
            </a:xfrm>
            <a:custGeom>
              <a:rect b="b" l="l" r="r" t="t"/>
              <a:pathLst>
                <a:path extrusionOk="0" h="8261" w="7607">
                  <a:moveTo>
                    <a:pt x="1435" y="0"/>
                  </a:moveTo>
                  <a:cubicBezTo>
                    <a:pt x="1296" y="0"/>
                    <a:pt x="1161" y="22"/>
                    <a:pt x="1035" y="69"/>
                  </a:cubicBezTo>
                  <a:cubicBezTo>
                    <a:pt x="267" y="403"/>
                    <a:pt x="1" y="870"/>
                    <a:pt x="267" y="1970"/>
                  </a:cubicBezTo>
                  <a:cubicBezTo>
                    <a:pt x="568" y="3205"/>
                    <a:pt x="1435" y="4039"/>
                    <a:pt x="2236" y="4939"/>
                  </a:cubicBezTo>
                  <a:cubicBezTo>
                    <a:pt x="3170" y="5973"/>
                    <a:pt x="3603" y="6741"/>
                    <a:pt x="4237" y="7574"/>
                  </a:cubicBezTo>
                  <a:cubicBezTo>
                    <a:pt x="4599" y="8057"/>
                    <a:pt x="5344" y="8260"/>
                    <a:pt x="6032" y="8260"/>
                  </a:cubicBezTo>
                  <a:cubicBezTo>
                    <a:pt x="6295" y="8260"/>
                    <a:pt x="6550" y="8230"/>
                    <a:pt x="6772" y="8175"/>
                  </a:cubicBezTo>
                  <a:cubicBezTo>
                    <a:pt x="7606" y="7941"/>
                    <a:pt x="7473" y="6707"/>
                    <a:pt x="7473" y="6007"/>
                  </a:cubicBezTo>
                  <a:cubicBezTo>
                    <a:pt x="7473" y="5073"/>
                    <a:pt x="7406" y="4606"/>
                    <a:pt x="7172" y="4506"/>
                  </a:cubicBezTo>
                  <a:cubicBezTo>
                    <a:pt x="6906" y="4406"/>
                    <a:pt x="5204" y="1604"/>
                    <a:pt x="4504" y="1403"/>
                  </a:cubicBezTo>
                  <a:cubicBezTo>
                    <a:pt x="3798" y="1168"/>
                    <a:pt x="2471" y="0"/>
                    <a:pt x="14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>
              <a:off x="5641700" y="3903225"/>
              <a:ext cx="79250" cy="50900"/>
            </a:xfrm>
            <a:custGeom>
              <a:rect b="b" l="l" r="r" t="t"/>
              <a:pathLst>
                <a:path extrusionOk="0" h="2036" w="3170">
                  <a:moveTo>
                    <a:pt x="0" y="1"/>
                  </a:moveTo>
                  <a:cubicBezTo>
                    <a:pt x="1" y="1"/>
                    <a:pt x="234" y="1535"/>
                    <a:pt x="267" y="1635"/>
                  </a:cubicBezTo>
                  <a:cubicBezTo>
                    <a:pt x="718" y="1902"/>
                    <a:pt x="1218" y="2036"/>
                    <a:pt x="1718" y="2036"/>
                  </a:cubicBezTo>
                  <a:cubicBezTo>
                    <a:pt x="2219" y="2036"/>
                    <a:pt x="2719" y="1902"/>
                    <a:pt x="3169" y="1635"/>
                  </a:cubicBezTo>
                  <a:lnTo>
                    <a:pt x="3169" y="5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5161350" y="4096700"/>
              <a:ext cx="343600" cy="169475"/>
            </a:xfrm>
            <a:custGeom>
              <a:rect b="b" l="l" r="r" t="t"/>
              <a:pathLst>
                <a:path extrusionOk="0" h="6779" w="13744">
                  <a:moveTo>
                    <a:pt x="9207" y="1"/>
                  </a:moveTo>
                  <a:cubicBezTo>
                    <a:pt x="7706" y="1602"/>
                    <a:pt x="3437" y="2870"/>
                    <a:pt x="3403" y="2870"/>
                  </a:cubicBezTo>
                  <a:cubicBezTo>
                    <a:pt x="301" y="4104"/>
                    <a:pt x="1" y="4671"/>
                    <a:pt x="201" y="5205"/>
                  </a:cubicBezTo>
                  <a:cubicBezTo>
                    <a:pt x="401" y="5772"/>
                    <a:pt x="1735" y="6539"/>
                    <a:pt x="3036" y="6739"/>
                  </a:cubicBezTo>
                  <a:cubicBezTo>
                    <a:pt x="3256" y="6766"/>
                    <a:pt x="3521" y="6779"/>
                    <a:pt x="3811" y="6779"/>
                  </a:cubicBezTo>
                  <a:cubicBezTo>
                    <a:pt x="4971" y="6779"/>
                    <a:pt x="6545" y="6566"/>
                    <a:pt x="7373" y="6139"/>
                  </a:cubicBezTo>
                  <a:cubicBezTo>
                    <a:pt x="8381" y="5618"/>
                    <a:pt x="9800" y="5003"/>
                    <a:pt x="10767" y="5003"/>
                  </a:cubicBezTo>
                  <a:cubicBezTo>
                    <a:pt x="10792" y="5003"/>
                    <a:pt x="10817" y="5004"/>
                    <a:pt x="10842" y="5004"/>
                  </a:cubicBezTo>
                  <a:cubicBezTo>
                    <a:pt x="10964" y="5010"/>
                    <a:pt x="11084" y="5013"/>
                    <a:pt x="11199" y="5013"/>
                  </a:cubicBezTo>
                  <a:cubicBezTo>
                    <a:pt x="12436" y="5013"/>
                    <a:pt x="13264" y="4695"/>
                    <a:pt x="13477" y="4237"/>
                  </a:cubicBezTo>
                  <a:cubicBezTo>
                    <a:pt x="13744" y="3703"/>
                    <a:pt x="13577" y="2569"/>
                    <a:pt x="13444" y="1869"/>
                  </a:cubicBezTo>
                  <a:cubicBezTo>
                    <a:pt x="13277" y="1002"/>
                    <a:pt x="12977" y="1"/>
                    <a:pt x="1297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5389850" y="4065025"/>
              <a:ext cx="96775" cy="61850"/>
            </a:xfrm>
            <a:custGeom>
              <a:rect b="b" l="l" r="r" t="t"/>
              <a:pathLst>
                <a:path extrusionOk="0" h="2474" w="3871">
                  <a:moveTo>
                    <a:pt x="101" y="0"/>
                  </a:moveTo>
                  <a:lnTo>
                    <a:pt x="67" y="1268"/>
                  </a:lnTo>
                  <a:cubicBezTo>
                    <a:pt x="1" y="2102"/>
                    <a:pt x="701" y="2402"/>
                    <a:pt x="1769" y="2469"/>
                  </a:cubicBezTo>
                  <a:cubicBezTo>
                    <a:pt x="1837" y="2472"/>
                    <a:pt x="1904" y="2473"/>
                    <a:pt x="1969" y="2473"/>
                  </a:cubicBezTo>
                  <a:cubicBezTo>
                    <a:pt x="3291" y="2473"/>
                    <a:pt x="3837" y="1845"/>
                    <a:pt x="3837" y="1368"/>
                  </a:cubicBezTo>
                  <a:cubicBezTo>
                    <a:pt x="3837" y="868"/>
                    <a:pt x="3870" y="34"/>
                    <a:pt x="3870" y="34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5304800" y="2746850"/>
              <a:ext cx="454500" cy="1330275"/>
            </a:xfrm>
            <a:custGeom>
              <a:rect b="b" l="l" r="r" t="t"/>
              <a:pathLst>
                <a:path extrusionOk="0" h="53211" w="18180">
                  <a:moveTo>
                    <a:pt x="12945" y="0"/>
                  </a:moveTo>
                  <a:cubicBezTo>
                    <a:pt x="8142" y="0"/>
                    <a:pt x="726" y="667"/>
                    <a:pt x="434" y="4760"/>
                  </a:cubicBezTo>
                  <a:cubicBezTo>
                    <a:pt x="0" y="10831"/>
                    <a:pt x="634" y="26308"/>
                    <a:pt x="767" y="28977"/>
                  </a:cubicBezTo>
                  <a:cubicBezTo>
                    <a:pt x="901" y="31645"/>
                    <a:pt x="1301" y="34014"/>
                    <a:pt x="1768" y="38350"/>
                  </a:cubicBezTo>
                  <a:cubicBezTo>
                    <a:pt x="2202" y="42687"/>
                    <a:pt x="3503" y="52761"/>
                    <a:pt x="3503" y="52761"/>
                  </a:cubicBezTo>
                  <a:cubicBezTo>
                    <a:pt x="4086" y="53061"/>
                    <a:pt x="4737" y="53211"/>
                    <a:pt x="5387" y="53211"/>
                  </a:cubicBezTo>
                  <a:cubicBezTo>
                    <a:pt x="6038" y="53211"/>
                    <a:pt x="6688" y="53061"/>
                    <a:pt x="7272" y="52761"/>
                  </a:cubicBezTo>
                  <a:cubicBezTo>
                    <a:pt x="7272" y="52761"/>
                    <a:pt x="8740" y="40619"/>
                    <a:pt x="8673" y="37550"/>
                  </a:cubicBezTo>
                  <a:cubicBezTo>
                    <a:pt x="8640" y="35281"/>
                    <a:pt x="8306" y="33013"/>
                    <a:pt x="7672" y="30812"/>
                  </a:cubicBezTo>
                  <a:cubicBezTo>
                    <a:pt x="7672" y="30812"/>
                    <a:pt x="8073" y="25808"/>
                    <a:pt x="8506" y="21472"/>
                  </a:cubicBezTo>
                  <a:cubicBezTo>
                    <a:pt x="8907" y="17102"/>
                    <a:pt x="9240" y="15034"/>
                    <a:pt x="9340" y="13132"/>
                  </a:cubicBezTo>
                  <a:lnTo>
                    <a:pt x="9707" y="12932"/>
                  </a:lnTo>
                  <a:cubicBezTo>
                    <a:pt x="9707" y="12932"/>
                    <a:pt x="9907" y="20437"/>
                    <a:pt x="10041" y="23139"/>
                  </a:cubicBezTo>
                  <a:cubicBezTo>
                    <a:pt x="10207" y="25808"/>
                    <a:pt x="10541" y="28376"/>
                    <a:pt x="11208" y="33347"/>
                  </a:cubicBezTo>
                  <a:cubicBezTo>
                    <a:pt x="11809" y="37683"/>
                    <a:pt x="13577" y="46856"/>
                    <a:pt x="13577" y="46856"/>
                  </a:cubicBezTo>
                  <a:cubicBezTo>
                    <a:pt x="14185" y="47198"/>
                    <a:pt x="14718" y="47314"/>
                    <a:pt x="15162" y="47314"/>
                  </a:cubicBezTo>
                  <a:cubicBezTo>
                    <a:pt x="16106" y="47314"/>
                    <a:pt x="16645" y="46790"/>
                    <a:pt x="16645" y="46790"/>
                  </a:cubicBezTo>
                  <a:cubicBezTo>
                    <a:pt x="16645" y="46790"/>
                    <a:pt x="18180" y="35381"/>
                    <a:pt x="17746" y="31612"/>
                  </a:cubicBezTo>
                  <a:cubicBezTo>
                    <a:pt x="17546" y="29611"/>
                    <a:pt x="17112" y="27609"/>
                    <a:pt x="16512" y="25641"/>
                  </a:cubicBezTo>
                  <a:cubicBezTo>
                    <a:pt x="16512" y="25641"/>
                    <a:pt x="17046" y="20538"/>
                    <a:pt x="17346" y="15667"/>
                  </a:cubicBezTo>
                  <a:cubicBezTo>
                    <a:pt x="17679" y="10430"/>
                    <a:pt x="17980" y="7728"/>
                    <a:pt x="16979" y="156"/>
                  </a:cubicBezTo>
                  <a:cubicBezTo>
                    <a:pt x="16979" y="156"/>
                    <a:pt x="15268" y="0"/>
                    <a:pt x="1294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5537450" y="2982575"/>
              <a:ext cx="156800" cy="322825"/>
            </a:xfrm>
            <a:custGeom>
              <a:rect b="b" l="l" r="r" t="t"/>
              <a:pathLst>
                <a:path extrusionOk="0" h="12913" w="6272">
                  <a:moveTo>
                    <a:pt x="6272" y="1"/>
                  </a:moveTo>
                  <a:lnTo>
                    <a:pt x="6272" y="1"/>
                  </a:lnTo>
                  <a:cubicBezTo>
                    <a:pt x="4170" y="1769"/>
                    <a:pt x="1" y="3703"/>
                    <a:pt x="1" y="3703"/>
                  </a:cubicBezTo>
                  <a:lnTo>
                    <a:pt x="368" y="3703"/>
                  </a:lnTo>
                  <a:lnTo>
                    <a:pt x="668" y="12910"/>
                  </a:lnTo>
                  <a:cubicBezTo>
                    <a:pt x="668" y="12911"/>
                    <a:pt x="668" y="12912"/>
                    <a:pt x="668" y="12912"/>
                  </a:cubicBezTo>
                  <a:cubicBezTo>
                    <a:pt x="687" y="12912"/>
                    <a:pt x="1769" y="3770"/>
                    <a:pt x="1769" y="3770"/>
                  </a:cubicBezTo>
                  <a:cubicBezTo>
                    <a:pt x="4304" y="2636"/>
                    <a:pt x="6272" y="1"/>
                    <a:pt x="627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5465750" y="2180325"/>
              <a:ext cx="146775" cy="168500"/>
            </a:xfrm>
            <a:custGeom>
              <a:rect b="b" l="l" r="r" t="t"/>
              <a:pathLst>
                <a:path extrusionOk="0" h="6740" w="5871">
                  <a:moveTo>
                    <a:pt x="5304" y="1"/>
                  </a:moveTo>
                  <a:lnTo>
                    <a:pt x="0" y="1168"/>
                  </a:lnTo>
                  <a:lnTo>
                    <a:pt x="634" y="6739"/>
                  </a:lnTo>
                  <a:lnTo>
                    <a:pt x="5871" y="6472"/>
                  </a:lnTo>
                  <a:lnTo>
                    <a:pt x="5304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>
              <a:off x="5648375" y="2262475"/>
              <a:ext cx="156800" cy="407400"/>
            </a:xfrm>
            <a:custGeom>
              <a:rect b="b" l="l" r="r" t="t"/>
              <a:pathLst>
                <a:path extrusionOk="0" h="16296" w="6272">
                  <a:moveTo>
                    <a:pt x="1173" y="0"/>
                  </a:moveTo>
                  <a:cubicBezTo>
                    <a:pt x="981" y="0"/>
                    <a:pt x="780" y="6"/>
                    <a:pt x="567" y="17"/>
                  </a:cubicBezTo>
                  <a:lnTo>
                    <a:pt x="0" y="16296"/>
                  </a:lnTo>
                  <a:cubicBezTo>
                    <a:pt x="0" y="16296"/>
                    <a:pt x="4137" y="16196"/>
                    <a:pt x="5204" y="15929"/>
                  </a:cubicBezTo>
                  <a:cubicBezTo>
                    <a:pt x="6271" y="15662"/>
                    <a:pt x="6205" y="13827"/>
                    <a:pt x="5905" y="11225"/>
                  </a:cubicBezTo>
                  <a:cubicBezTo>
                    <a:pt x="5604" y="8623"/>
                    <a:pt x="5271" y="3587"/>
                    <a:pt x="4370" y="1919"/>
                  </a:cubicBezTo>
                  <a:cubicBezTo>
                    <a:pt x="3598" y="404"/>
                    <a:pt x="2720" y="0"/>
                    <a:pt x="1173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5311475" y="2262000"/>
              <a:ext cx="448675" cy="683300"/>
            </a:xfrm>
            <a:custGeom>
              <a:rect b="b" l="l" r="r" t="t"/>
              <a:pathLst>
                <a:path extrusionOk="0" h="27332" w="17947">
                  <a:moveTo>
                    <a:pt x="13541" y="0"/>
                  </a:moveTo>
                  <a:cubicBezTo>
                    <a:pt x="13385" y="0"/>
                    <a:pt x="13230" y="12"/>
                    <a:pt x="13076" y="36"/>
                  </a:cubicBezTo>
                  <a:lnTo>
                    <a:pt x="11775" y="270"/>
                  </a:lnTo>
                  <a:cubicBezTo>
                    <a:pt x="11606" y="946"/>
                    <a:pt x="10212" y="1430"/>
                    <a:pt x="8531" y="1430"/>
                  </a:cubicBezTo>
                  <a:cubicBezTo>
                    <a:pt x="7891" y="1430"/>
                    <a:pt x="7209" y="1360"/>
                    <a:pt x="6538" y="1204"/>
                  </a:cubicBezTo>
                  <a:cubicBezTo>
                    <a:pt x="5804" y="1404"/>
                    <a:pt x="3369" y="1871"/>
                    <a:pt x="2769" y="2071"/>
                  </a:cubicBezTo>
                  <a:cubicBezTo>
                    <a:pt x="1001" y="2638"/>
                    <a:pt x="267" y="4373"/>
                    <a:pt x="0" y="10110"/>
                  </a:cubicBezTo>
                  <a:cubicBezTo>
                    <a:pt x="0" y="10110"/>
                    <a:pt x="133" y="23086"/>
                    <a:pt x="67" y="25688"/>
                  </a:cubicBezTo>
                  <a:cubicBezTo>
                    <a:pt x="2949" y="26908"/>
                    <a:pt x="5935" y="27331"/>
                    <a:pt x="8358" y="27331"/>
                  </a:cubicBezTo>
                  <a:cubicBezTo>
                    <a:pt x="9580" y="27331"/>
                    <a:pt x="10658" y="27223"/>
                    <a:pt x="11508" y="27056"/>
                  </a:cubicBezTo>
                  <a:cubicBezTo>
                    <a:pt x="16779" y="26055"/>
                    <a:pt x="17446" y="23887"/>
                    <a:pt x="17446" y="23887"/>
                  </a:cubicBezTo>
                  <a:lnTo>
                    <a:pt x="16679" y="17949"/>
                  </a:lnTo>
                  <a:cubicBezTo>
                    <a:pt x="16679" y="17949"/>
                    <a:pt x="17946" y="6441"/>
                    <a:pt x="17312" y="2905"/>
                  </a:cubicBezTo>
                  <a:cubicBezTo>
                    <a:pt x="17067" y="1495"/>
                    <a:pt x="15301" y="0"/>
                    <a:pt x="1354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5434875" y="2232375"/>
              <a:ext cx="195175" cy="84600"/>
            </a:xfrm>
            <a:custGeom>
              <a:rect b="b" l="l" r="r" t="t"/>
              <a:pathLst>
                <a:path extrusionOk="0" h="3384" w="7807">
                  <a:moveTo>
                    <a:pt x="6834" y="1"/>
                  </a:moveTo>
                  <a:cubicBezTo>
                    <a:pt x="6757" y="1"/>
                    <a:pt x="6706" y="20"/>
                    <a:pt x="6706" y="20"/>
                  </a:cubicBezTo>
                  <a:lnTo>
                    <a:pt x="6739" y="421"/>
                  </a:lnTo>
                  <a:cubicBezTo>
                    <a:pt x="6739" y="421"/>
                    <a:pt x="6405" y="888"/>
                    <a:pt x="4704" y="1288"/>
                  </a:cubicBezTo>
                  <a:cubicBezTo>
                    <a:pt x="4171" y="1388"/>
                    <a:pt x="3629" y="1438"/>
                    <a:pt x="3086" y="1438"/>
                  </a:cubicBezTo>
                  <a:cubicBezTo>
                    <a:pt x="2544" y="1438"/>
                    <a:pt x="2002" y="1388"/>
                    <a:pt x="1469" y="1288"/>
                  </a:cubicBezTo>
                  <a:lnTo>
                    <a:pt x="1435" y="921"/>
                  </a:lnTo>
                  <a:lnTo>
                    <a:pt x="1402" y="554"/>
                  </a:lnTo>
                  <a:cubicBezTo>
                    <a:pt x="1202" y="554"/>
                    <a:pt x="1002" y="654"/>
                    <a:pt x="902" y="854"/>
                  </a:cubicBezTo>
                  <a:cubicBezTo>
                    <a:pt x="701" y="1155"/>
                    <a:pt x="1" y="2722"/>
                    <a:pt x="1" y="2722"/>
                  </a:cubicBezTo>
                  <a:lnTo>
                    <a:pt x="801" y="2556"/>
                  </a:lnTo>
                  <a:cubicBezTo>
                    <a:pt x="1747" y="3102"/>
                    <a:pt x="2826" y="3384"/>
                    <a:pt x="3911" y="3384"/>
                  </a:cubicBezTo>
                  <a:cubicBezTo>
                    <a:pt x="4549" y="3384"/>
                    <a:pt x="5188" y="3287"/>
                    <a:pt x="5805" y="3089"/>
                  </a:cubicBezTo>
                  <a:cubicBezTo>
                    <a:pt x="7806" y="2489"/>
                    <a:pt x="7606" y="1288"/>
                    <a:pt x="7606" y="1288"/>
                  </a:cubicBezTo>
                  <a:cubicBezTo>
                    <a:pt x="7540" y="1021"/>
                    <a:pt x="7473" y="754"/>
                    <a:pt x="7373" y="487"/>
                  </a:cubicBezTo>
                  <a:cubicBezTo>
                    <a:pt x="7220" y="72"/>
                    <a:pt x="6981" y="1"/>
                    <a:pt x="683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4810275" y="2106950"/>
              <a:ext cx="371950" cy="488700"/>
            </a:xfrm>
            <a:custGeom>
              <a:rect b="b" l="l" r="r" t="t"/>
              <a:pathLst>
                <a:path extrusionOk="0" h="19548" w="14878">
                  <a:moveTo>
                    <a:pt x="10408" y="1"/>
                  </a:moveTo>
                  <a:lnTo>
                    <a:pt x="0" y="5438"/>
                  </a:lnTo>
                  <a:lnTo>
                    <a:pt x="5171" y="19548"/>
                  </a:lnTo>
                  <a:lnTo>
                    <a:pt x="14878" y="14111"/>
                  </a:lnTo>
                  <a:lnTo>
                    <a:pt x="1040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4840300" y="2141150"/>
              <a:ext cx="317750" cy="417825"/>
            </a:xfrm>
            <a:custGeom>
              <a:rect b="b" l="l" r="r" t="t"/>
              <a:pathLst>
                <a:path extrusionOk="0" h="16713" w="12710">
                  <a:moveTo>
                    <a:pt x="8740" y="0"/>
                  </a:moveTo>
                  <a:lnTo>
                    <a:pt x="0" y="4570"/>
                  </a:lnTo>
                  <a:lnTo>
                    <a:pt x="4570" y="16712"/>
                  </a:lnTo>
                  <a:lnTo>
                    <a:pt x="12709" y="12142"/>
                  </a:lnTo>
                  <a:lnTo>
                    <a:pt x="874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4894500" y="2160825"/>
              <a:ext cx="118450" cy="70400"/>
            </a:xfrm>
            <a:custGeom>
              <a:rect b="b" l="l" r="r" t="t"/>
              <a:pathLst>
                <a:path extrusionOk="0" h="2816" w="4738">
                  <a:moveTo>
                    <a:pt x="4270" y="0"/>
                  </a:moveTo>
                  <a:cubicBezTo>
                    <a:pt x="3967" y="0"/>
                    <a:pt x="3452" y="156"/>
                    <a:pt x="2936" y="447"/>
                  </a:cubicBezTo>
                  <a:lnTo>
                    <a:pt x="1401" y="1215"/>
                  </a:lnTo>
                  <a:cubicBezTo>
                    <a:pt x="601" y="1648"/>
                    <a:pt x="0" y="2182"/>
                    <a:pt x="101" y="2415"/>
                  </a:cubicBezTo>
                  <a:lnTo>
                    <a:pt x="267" y="2816"/>
                  </a:lnTo>
                  <a:lnTo>
                    <a:pt x="4737" y="547"/>
                  </a:lnTo>
                  <a:cubicBezTo>
                    <a:pt x="4737" y="547"/>
                    <a:pt x="4637" y="347"/>
                    <a:pt x="4537" y="114"/>
                  </a:cubicBezTo>
                  <a:cubicBezTo>
                    <a:pt x="4515" y="37"/>
                    <a:pt x="4418" y="0"/>
                    <a:pt x="42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4873650" y="2127300"/>
              <a:ext cx="137625" cy="80575"/>
            </a:xfrm>
            <a:custGeom>
              <a:rect b="b" l="l" r="r" t="t"/>
              <a:pathLst>
                <a:path extrusionOk="0" h="3223" w="5505">
                  <a:moveTo>
                    <a:pt x="3193" y="0"/>
                  </a:moveTo>
                  <a:cubicBezTo>
                    <a:pt x="2964" y="0"/>
                    <a:pt x="2682" y="60"/>
                    <a:pt x="2336" y="221"/>
                  </a:cubicBezTo>
                  <a:cubicBezTo>
                    <a:pt x="935" y="888"/>
                    <a:pt x="1268" y="1955"/>
                    <a:pt x="1268" y="1955"/>
                  </a:cubicBezTo>
                  <a:lnTo>
                    <a:pt x="634" y="2322"/>
                  </a:lnTo>
                  <a:cubicBezTo>
                    <a:pt x="267" y="2522"/>
                    <a:pt x="1" y="2789"/>
                    <a:pt x="67" y="2956"/>
                  </a:cubicBezTo>
                  <a:lnTo>
                    <a:pt x="134" y="3223"/>
                  </a:lnTo>
                  <a:lnTo>
                    <a:pt x="5504" y="421"/>
                  </a:lnTo>
                  <a:lnTo>
                    <a:pt x="5371" y="154"/>
                  </a:lnTo>
                  <a:cubicBezTo>
                    <a:pt x="5356" y="79"/>
                    <a:pt x="5280" y="44"/>
                    <a:pt x="5171" y="44"/>
                  </a:cubicBezTo>
                  <a:cubicBezTo>
                    <a:pt x="5037" y="44"/>
                    <a:pt x="4854" y="96"/>
                    <a:pt x="4671" y="187"/>
                  </a:cubicBezTo>
                  <a:lnTo>
                    <a:pt x="4070" y="521"/>
                  </a:lnTo>
                  <a:cubicBezTo>
                    <a:pt x="4070" y="521"/>
                    <a:pt x="3866" y="0"/>
                    <a:pt x="319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4902000" y="2141150"/>
              <a:ext cx="94275" cy="72575"/>
            </a:xfrm>
            <a:custGeom>
              <a:rect b="b" l="l" r="r" t="t"/>
              <a:pathLst>
                <a:path extrusionOk="0" h="2903" w="3771">
                  <a:moveTo>
                    <a:pt x="3770" y="0"/>
                  </a:moveTo>
                  <a:lnTo>
                    <a:pt x="1" y="1935"/>
                  </a:lnTo>
                  <a:lnTo>
                    <a:pt x="134" y="2068"/>
                  </a:lnTo>
                  <a:cubicBezTo>
                    <a:pt x="287" y="1992"/>
                    <a:pt x="406" y="1959"/>
                    <a:pt x="500" y="1959"/>
                  </a:cubicBezTo>
                  <a:cubicBezTo>
                    <a:pt x="652" y="1959"/>
                    <a:pt x="739" y="2045"/>
                    <a:pt x="801" y="2168"/>
                  </a:cubicBezTo>
                  <a:cubicBezTo>
                    <a:pt x="868" y="2369"/>
                    <a:pt x="1068" y="2902"/>
                    <a:pt x="1068" y="2902"/>
                  </a:cubicBezTo>
                  <a:lnTo>
                    <a:pt x="3436" y="1668"/>
                  </a:lnTo>
                  <a:cubicBezTo>
                    <a:pt x="3436" y="1668"/>
                    <a:pt x="3270" y="1301"/>
                    <a:pt x="3136" y="934"/>
                  </a:cubicBezTo>
                  <a:cubicBezTo>
                    <a:pt x="2969" y="567"/>
                    <a:pt x="3170" y="467"/>
                    <a:pt x="3670" y="200"/>
                  </a:cubicBezTo>
                  <a:lnTo>
                    <a:pt x="377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4902000" y="2141150"/>
              <a:ext cx="94275" cy="72575"/>
            </a:xfrm>
            <a:custGeom>
              <a:rect b="b" l="l" r="r" t="t"/>
              <a:pathLst>
                <a:path extrusionOk="0" h="2903" w="3771">
                  <a:moveTo>
                    <a:pt x="3770" y="0"/>
                  </a:moveTo>
                  <a:lnTo>
                    <a:pt x="1" y="1935"/>
                  </a:lnTo>
                  <a:lnTo>
                    <a:pt x="134" y="2068"/>
                  </a:lnTo>
                  <a:cubicBezTo>
                    <a:pt x="287" y="1992"/>
                    <a:pt x="406" y="1959"/>
                    <a:pt x="500" y="1959"/>
                  </a:cubicBezTo>
                  <a:cubicBezTo>
                    <a:pt x="652" y="1959"/>
                    <a:pt x="739" y="2045"/>
                    <a:pt x="801" y="2168"/>
                  </a:cubicBezTo>
                  <a:cubicBezTo>
                    <a:pt x="868" y="2369"/>
                    <a:pt x="1068" y="2902"/>
                    <a:pt x="1068" y="2902"/>
                  </a:cubicBezTo>
                  <a:lnTo>
                    <a:pt x="3436" y="1668"/>
                  </a:lnTo>
                  <a:cubicBezTo>
                    <a:pt x="3436" y="1668"/>
                    <a:pt x="3270" y="1301"/>
                    <a:pt x="3136" y="934"/>
                  </a:cubicBezTo>
                  <a:cubicBezTo>
                    <a:pt x="2969" y="567"/>
                    <a:pt x="3170" y="467"/>
                    <a:pt x="3670" y="200"/>
                  </a:cubicBezTo>
                  <a:lnTo>
                    <a:pt x="37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4897825" y="2161250"/>
              <a:ext cx="117625" cy="70825"/>
            </a:xfrm>
            <a:custGeom>
              <a:rect b="b" l="l" r="r" t="t"/>
              <a:pathLst>
                <a:path extrusionOk="0" h="2833" w="4705">
                  <a:moveTo>
                    <a:pt x="4247" y="0"/>
                  </a:moveTo>
                  <a:cubicBezTo>
                    <a:pt x="3941" y="0"/>
                    <a:pt x="3437" y="164"/>
                    <a:pt x="2903" y="430"/>
                  </a:cubicBezTo>
                  <a:lnTo>
                    <a:pt x="1369" y="1231"/>
                  </a:lnTo>
                  <a:cubicBezTo>
                    <a:pt x="568" y="1631"/>
                    <a:pt x="1" y="2165"/>
                    <a:pt x="68" y="2398"/>
                  </a:cubicBezTo>
                  <a:lnTo>
                    <a:pt x="234" y="2832"/>
                  </a:lnTo>
                  <a:lnTo>
                    <a:pt x="4704" y="530"/>
                  </a:lnTo>
                  <a:lnTo>
                    <a:pt x="4537" y="130"/>
                  </a:lnTo>
                  <a:cubicBezTo>
                    <a:pt x="4504" y="41"/>
                    <a:pt x="4400" y="0"/>
                    <a:pt x="424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5075450" y="2313775"/>
              <a:ext cx="371975" cy="481475"/>
            </a:xfrm>
            <a:custGeom>
              <a:rect b="b" l="l" r="r" t="t"/>
              <a:pathLst>
                <a:path extrusionOk="0" h="19259" w="14879">
                  <a:moveTo>
                    <a:pt x="12210" y="0"/>
                  </a:moveTo>
                  <a:lnTo>
                    <a:pt x="12210" y="0"/>
                  </a:lnTo>
                  <a:cubicBezTo>
                    <a:pt x="9808" y="200"/>
                    <a:pt x="8774" y="634"/>
                    <a:pt x="6973" y="3870"/>
                  </a:cubicBezTo>
                  <a:cubicBezTo>
                    <a:pt x="5038" y="7405"/>
                    <a:pt x="1269" y="13810"/>
                    <a:pt x="802" y="14611"/>
                  </a:cubicBezTo>
                  <a:cubicBezTo>
                    <a:pt x="134" y="15745"/>
                    <a:pt x="1" y="17446"/>
                    <a:pt x="568" y="18480"/>
                  </a:cubicBezTo>
                  <a:cubicBezTo>
                    <a:pt x="820" y="18922"/>
                    <a:pt x="1334" y="19259"/>
                    <a:pt x="2010" y="19259"/>
                  </a:cubicBezTo>
                  <a:cubicBezTo>
                    <a:pt x="2763" y="19259"/>
                    <a:pt x="3718" y="18840"/>
                    <a:pt x="4738" y="17679"/>
                  </a:cubicBezTo>
                  <a:cubicBezTo>
                    <a:pt x="7039" y="15111"/>
                    <a:pt x="11276" y="8806"/>
                    <a:pt x="11276" y="8806"/>
                  </a:cubicBezTo>
                  <a:cubicBezTo>
                    <a:pt x="11276" y="8806"/>
                    <a:pt x="14878" y="4036"/>
                    <a:pt x="1221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7"/>
            <p:cNvSpPr/>
            <p:nvPr/>
          </p:nvSpPr>
          <p:spPr>
            <a:xfrm>
              <a:off x="4788600" y="2344650"/>
              <a:ext cx="331075" cy="449475"/>
            </a:xfrm>
            <a:custGeom>
              <a:rect b="b" l="l" r="r" t="t"/>
              <a:pathLst>
                <a:path extrusionOk="0" h="17979" w="13243">
                  <a:moveTo>
                    <a:pt x="1804" y="0"/>
                  </a:moveTo>
                  <a:cubicBezTo>
                    <a:pt x="1542" y="0"/>
                    <a:pt x="1268" y="87"/>
                    <a:pt x="1134" y="400"/>
                  </a:cubicBezTo>
                  <a:cubicBezTo>
                    <a:pt x="267" y="2434"/>
                    <a:pt x="0" y="4636"/>
                    <a:pt x="1935" y="6070"/>
                  </a:cubicBezTo>
                  <a:cubicBezTo>
                    <a:pt x="3436" y="7138"/>
                    <a:pt x="4703" y="8472"/>
                    <a:pt x="5671" y="10006"/>
                  </a:cubicBezTo>
                  <a:cubicBezTo>
                    <a:pt x="6905" y="11908"/>
                    <a:pt x="11208" y="17745"/>
                    <a:pt x="13043" y="17979"/>
                  </a:cubicBezTo>
                  <a:lnTo>
                    <a:pt x="13243" y="12508"/>
                  </a:lnTo>
                  <a:cubicBezTo>
                    <a:pt x="13243" y="12508"/>
                    <a:pt x="6805" y="6371"/>
                    <a:pt x="6338" y="5703"/>
                  </a:cubicBezTo>
                  <a:cubicBezTo>
                    <a:pt x="5871" y="5003"/>
                    <a:pt x="6038" y="4002"/>
                    <a:pt x="5637" y="2968"/>
                  </a:cubicBezTo>
                  <a:cubicBezTo>
                    <a:pt x="5404" y="2334"/>
                    <a:pt x="5104" y="1734"/>
                    <a:pt x="4804" y="1133"/>
                  </a:cubicBezTo>
                  <a:cubicBezTo>
                    <a:pt x="4663" y="892"/>
                    <a:pt x="4315" y="528"/>
                    <a:pt x="4061" y="528"/>
                  </a:cubicBezTo>
                  <a:cubicBezTo>
                    <a:pt x="3895" y="528"/>
                    <a:pt x="3769" y="684"/>
                    <a:pt x="3769" y="1133"/>
                  </a:cubicBezTo>
                  <a:cubicBezTo>
                    <a:pt x="3769" y="2067"/>
                    <a:pt x="4103" y="2968"/>
                    <a:pt x="4070" y="3168"/>
                  </a:cubicBezTo>
                  <a:cubicBezTo>
                    <a:pt x="4061" y="3202"/>
                    <a:pt x="4041" y="3218"/>
                    <a:pt x="4007" y="3218"/>
                  </a:cubicBezTo>
                  <a:cubicBezTo>
                    <a:pt x="3907" y="3218"/>
                    <a:pt x="3694" y="3068"/>
                    <a:pt x="3369" y="2768"/>
                  </a:cubicBezTo>
                  <a:lnTo>
                    <a:pt x="2769" y="1100"/>
                  </a:lnTo>
                  <a:lnTo>
                    <a:pt x="2435" y="133"/>
                  </a:lnTo>
                  <a:cubicBezTo>
                    <a:pt x="2435" y="133"/>
                    <a:pt x="2129" y="0"/>
                    <a:pt x="1804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7"/>
            <p:cNvSpPr/>
            <p:nvPr/>
          </p:nvSpPr>
          <p:spPr>
            <a:xfrm>
              <a:off x="4974550" y="2310350"/>
              <a:ext cx="464525" cy="491400"/>
            </a:xfrm>
            <a:custGeom>
              <a:rect b="b" l="l" r="r" t="t"/>
              <a:pathLst>
                <a:path extrusionOk="0" h="19656" w="18581">
                  <a:moveTo>
                    <a:pt x="16467" y="1"/>
                  </a:moveTo>
                  <a:cubicBezTo>
                    <a:pt x="15054" y="1"/>
                    <a:pt x="13435" y="301"/>
                    <a:pt x="12143" y="1972"/>
                  </a:cubicBezTo>
                  <a:cubicBezTo>
                    <a:pt x="10775" y="3706"/>
                    <a:pt x="5371" y="13280"/>
                    <a:pt x="5371" y="13280"/>
                  </a:cubicBezTo>
                  <a:lnTo>
                    <a:pt x="2336" y="10545"/>
                  </a:lnTo>
                  <a:cubicBezTo>
                    <a:pt x="1135" y="11312"/>
                    <a:pt x="301" y="12479"/>
                    <a:pt x="1" y="13847"/>
                  </a:cubicBezTo>
                  <a:cubicBezTo>
                    <a:pt x="801" y="15148"/>
                    <a:pt x="1735" y="16415"/>
                    <a:pt x="2736" y="17616"/>
                  </a:cubicBezTo>
                  <a:cubicBezTo>
                    <a:pt x="3824" y="18787"/>
                    <a:pt x="5004" y="19656"/>
                    <a:pt x="6044" y="19656"/>
                  </a:cubicBezTo>
                  <a:cubicBezTo>
                    <a:pt x="6249" y="19656"/>
                    <a:pt x="6447" y="19622"/>
                    <a:pt x="6639" y="19551"/>
                  </a:cubicBezTo>
                  <a:cubicBezTo>
                    <a:pt x="7806" y="19117"/>
                    <a:pt x="9007" y="18183"/>
                    <a:pt x="11542" y="14681"/>
                  </a:cubicBezTo>
                  <a:cubicBezTo>
                    <a:pt x="14077" y="11145"/>
                    <a:pt x="16846" y="6975"/>
                    <a:pt x="16846" y="6975"/>
                  </a:cubicBezTo>
                  <a:cubicBezTo>
                    <a:pt x="16846" y="6975"/>
                    <a:pt x="18581" y="2906"/>
                    <a:pt x="16713" y="4"/>
                  </a:cubicBezTo>
                  <a:cubicBezTo>
                    <a:pt x="16632" y="2"/>
                    <a:pt x="16550" y="1"/>
                    <a:pt x="16467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5340650" y="2040225"/>
              <a:ext cx="32550" cy="63425"/>
            </a:xfrm>
            <a:custGeom>
              <a:rect b="b" l="l" r="r" t="t"/>
              <a:pathLst>
                <a:path extrusionOk="0" h="2537" w="1302">
                  <a:moveTo>
                    <a:pt x="1301" y="1"/>
                  </a:moveTo>
                  <a:lnTo>
                    <a:pt x="1301" y="1"/>
                  </a:lnTo>
                  <a:cubicBezTo>
                    <a:pt x="1301" y="1"/>
                    <a:pt x="1" y="1969"/>
                    <a:pt x="134" y="2169"/>
                  </a:cubicBezTo>
                  <a:cubicBezTo>
                    <a:pt x="301" y="2369"/>
                    <a:pt x="1268" y="2536"/>
                    <a:pt x="1268" y="2536"/>
                  </a:cubicBezTo>
                  <a:lnTo>
                    <a:pt x="1301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5336475" y="1993425"/>
              <a:ext cx="90925" cy="78525"/>
            </a:xfrm>
            <a:custGeom>
              <a:rect b="b" l="l" r="r" t="t"/>
              <a:pathLst>
                <a:path extrusionOk="0" h="3141" w="3637">
                  <a:moveTo>
                    <a:pt x="2062" y="371"/>
                  </a:moveTo>
                  <a:cubicBezTo>
                    <a:pt x="2075" y="371"/>
                    <a:pt x="2089" y="371"/>
                    <a:pt x="2102" y="372"/>
                  </a:cubicBezTo>
                  <a:cubicBezTo>
                    <a:pt x="2769" y="372"/>
                    <a:pt x="3303" y="906"/>
                    <a:pt x="3303" y="1573"/>
                  </a:cubicBezTo>
                  <a:cubicBezTo>
                    <a:pt x="3303" y="2316"/>
                    <a:pt x="2694" y="2801"/>
                    <a:pt x="2073" y="2801"/>
                  </a:cubicBezTo>
                  <a:cubicBezTo>
                    <a:pt x="1775" y="2801"/>
                    <a:pt x="1473" y="2689"/>
                    <a:pt x="1235" y="2440"/>
                  </a:cubicBezTo>
                  <a:cubicBezTo>
                    <a:pt x="477" y="1682"/>
                    <a:pt x="989" y="371"/>
                    <a:pt x="2062" y="371"/>
                  </a:cubicBezTo>
                  <a:close/>
                  <a:moveTo>
                    <a:pt x="2076" y="1"/>
                  </a:moveTo>
                  <a:cubicBezTo>
                    <a:pt x="1690" y="1"/>
                    <a:pt x="1294" y="146"/>
                    <a:pt x="968" y="472"/>
                  </a:cubicBezTo>
                  <a:cubicBezTo>
                    <a:pt x="1" y="1439"/>
                    <a:pt x="701" y="3141"/>
                    <a:pt x="2102" y="3141"/>
                  </a:cubicBezTo>
                  <a:cubicBezTo>
                    <a:pt x="2936" y="3141"/>
                    <a:pt x="3637" y="2440"/>
                    <a:pt x="3637" y="1573"/>
                  </a:cubicBezTo>
                  <a:cubicBezTo>
                    <a:pt x="3637" y="627"/>
                    <a:pt x="2877" y="1"/>
                    <a:pt x="207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5365675" y="1895975"/>
              <a:ext cx="318575" cy="323250"/>
            </a:xfrm>
            <a:custGeom>
              <a:rect b="b" l="l" r="r" t="t"/>
              <a:pathLst>
                <a:path extrusionOk="0" h="12930" w="12743">
                  <a:moveTo>
                    <a:pt x="6333" y="1"/>
                  </a:moveTo>
                  <a:cubicBezTo>
                    <a:pt x="5283" y="1"/>
                    <a:pt x="4406" y="167"/>
                    <a:pt x="3936" y="267"/>
                  </a:cubicBezTo>
                  <a:cubicBezTo>
                    <a:pt x="1301" y="801"/>
                    <a:pt x="534" y="1968"/>
                    <a:pt x="267" y="6205"/>
                  </a:cubicBezTo>
                  <a:cubicBezTo>
                    <a:pt x="0" y="10608"/>
                    <a:pt x="467" y="11975"/>
                    <a:pt x="1034" y="12576"/>
                  </a:cubicBezTo>
                  <a:cubicBezTo>
                    <a:pt x="1268" y="12809"/>
                    <a:pt x="2102" y="12929"/>
                    <a:pt x="2969" y="12929"/>
                  </a:cubicBezTo>
                  <a:cubicBezTo>
                    <a:pt x="3589" y="12929"/>
                    <a:pt x="4225" y="12868"/>
                    <a:pt x="4670" y="12743"/>
                  </a:cubicBezTo>
                  <a:cubicBezTo>
                    <a:pt x="6071" y="12342"/>
                    <a:pt x="9140" y="11275"/>
                    <a:pt x="10608" y="9040"/>
                  </a:cubicBezTo>
                  <a:cubicBezTo>
                    <a:pt x="12309" y="6438"/>
                    <a:pt x="12743" y="2902"/>
                    <a:pt x="10941" y="1468"/>
                  </a:cubicBezTo>
                  <a:cubicBezTo>
                    <a:pt x="9469" y="301"/>
                    <a:pt x="7744" y="1"/>
                    <a:pt x="633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5395700" y="2197025"/>
              <a:ext cx="70900" cy="22000"/>
            </a:xfrm>
            <a:custGeom>
              <a:rect b="b" l="l" r="r" t="t"/>
              <a:pathLst>
                <a:path extrusionOk="0" h="880" w="2836">
                  <a:moveTo>
                    <a:pt x="2702" y="0"/>
                  </a:moveTo>
                  <a:cubicBezTo>
                    <a:pt x="1927" y="434"/>
                    <a:pt x="1066" y="637"/>
                    <a:pt x="199" y="637"/>
                  </a:cubicBezTo>
                  <a:cubicBezTo>
                    <a:pt x="133" y="637"/>
                    <a:pt x="67" y="636"/>
                    <a:pt x="0" y="634"/>
                  </a:cubicBezTo>
                  <a:lnTo>
                    <a:pt x="0" y="634"/>
                  </a:lnTo>
                  <a:cubicBezTo>
                    <a:pt x="350" y="797"/>
                    <a:pt x="1109" y="879"/>
                    <a:pt x="1876" y="879"/>
                  </a:cubicBezTo>
                  <a:cubicBezTo>
                    <a:pt x="2205" y="879"/>
                    <a:pt x="2535" y="864"/>
                    <a:pt x="2835" y="834"/>
                  </a:cubicBezTo>
                  <a:lnTo>
                    <a:pt x="2702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5353150" y="2024400"/>
              <a:ext cx="117625" cy="23375"/>
            </a:xfrm>
            <a:custGeom>
              <a:rect b="b" l="l" r="r" t="t"/>
              <a:pathLst>
                <a:path extrusionOk="0" h="935" w="4705">
                  <a:moveTo>
                    <a:pt x="1" y="0"/>
                  </a:moveTo>
                  <a:lnTo>
                    <a:pt x="1" y="367"/>
                  </a:lnTo>
                  <a:lnTo>
                    <a:pt x="4537" y="934"/>
                  </a:lnTo>
                  <a:lnTo>
                    <a:pt x="4704" y="6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5333150" y="1797225"/>
              <a:ext cx="400300" cy="411575"/>
            </a:xfrm>
            <a:custGeom>
              <a:rect b="b" l="l" r="r" t="t"/>
              <a:pathLst>
                <a:path extrusionOk="0" h="16463" w="16012">
                  <a:moveTo>
                    <a:pt x="6005" y="12723"/>
                  </a:moveTo>
                  <a:lnTo>
                    <a:pt x="6005" y="12723"/>
                  </a:lnTo>
                  <a:cubicBezTo>
                    <a:pt x="6005" y="12723"/>
                    <a:pt x="6005" y="12723"/>
                    <a:pt x="6005" y="12723"/>
                  </a:cubicBezTo>
                  <a:lnTo>
                    <a:pt x="6005" y="12723"/>
                  </a:lnTo>
                  <a:cubicBezTo>
                    <a:pt x="6005" y="12723"/>
                    <a:pt x="6005" y="12723"/>
                    <a:pt x="6005" y="12723"/>
                  </a:cubicBezTo>
                  <a:close/>
                  <a:moveTo>
                    <a:pt x="6358" y="1"/>
                  </a:moveTo>
                  <a:cubicBezTo>
                    <a:pt x="5653" y="1"/>
                    <a:pt x="4962" y="361"/>
                    <a:pt x="4604" y="1015"/>
                  </a:cubicBezTo>
                  <a:cubicBezTo>
                    <a:pt x="4103" y="514"/>
                    <a:pt x="3436" y="247"/>
                    <a:pt x="2736" y="247"/>
                  </a:cubicBezTo>
                  <a:cubicBezTo>
                    <a:pt x="2035" y="281"/>
                    <a:pt x="1401" y="681"/>
                    <a:pt x="1034" y="1282"/>
                  </a:cubicBezTo>
                  <a:cubicBezTo>
                    <a:pt x="734" y="1915"/>
                    <a:pt x="801" y="2683"/>
                    <a:pt x="1268" y="3216"/>
                  </a:cubicBezTo>
                  <a:cubicBezTo>
                    <a:pt x="834" y="3383"/>
                    <a:pt x="467" y="3683"/>
                    <a:pt x="267" y="4084"/>
                  </a:cubicBezTo>
                  <a:cubicBezTo>
                    <a:pt x="0" y="4551"/>
                    <a:pt x="67" y="5084"/>
                    <a:pt x="401" y="5485"/>
                  </a:cubicBezTo>
                  <a:cubicBezTo>
                    <a:pt x="534" y="5651"/>
                    <a:pt x="701" y="5785"/>
                    <a:pt x="901" y="5852"/>
                  </a:cubicBezTo>
                  <a:cubicBezTo>
                    <a:pt x="968" y="5885"/>
                    <a:pt x="1068" y="5885"/>
                    <a:pt x="1134" y="5918"/>
                  </a:cubicBezTo>
                  <a:cubicBezTo>
                    <a:pt x="1335" y="5918"/>
                    <a:pt x="1535" y="5918"/>
                    <a:pt x="1735" y="5852"/>
                  </a:cubicBezTo>
                  <a:lnTo>
                    <a:pt x="1735" y="5852"/>
                  </a:lnTo>
                  <a:cubicBezTo>
                    <a:pt x="1568" y="6252"/>
                    <a:pt x="1702" y="6719"/>
                    <a:pt x="2035" y="6986"/>
                  </a:cubicBezTo>
                  <a:cubicBezTo>
                    <a:pt x="2261" y="7129"/>
                    <a:pt x="2512" y="7197"/>
                    <a:pt x="2764" y="7197"/>
                  </a:cubicBezTo>
                  <a:cubicBezTo>
                    <a:pt x="2923" y="7197"/>
                    <a:pt x="3082" y="7170"/>
                    <a:pt x="3236" y="7119"/>
                  </a:cubicBezTo>
                  <a:lnTo>
                    <a:pt x="3236" y="7119"/>
                  </a:lnTo>
                  <a:cubicBezTo>
                    <a:pt x="3103" y="7386"/>
                    <a:pt x="3036" y="7686"/>
                    <a:pt x="3103" y="7953"/>
                  </a:cubicBezTo>
                  <a:cubicBezTo>
                    <a:pt x="3263" y="8562"/>
                    <a:pt x="3793" y="8956"/>
                    <a:pt x="4397" y="8956"/>
                  </a:cubicBezTo>
                  <a:cubicBezTo>
                    <a:pt x="4421" y="8956"/>
                    <a:pt x="4446" y="8955"/>
                    <a:pt x="4470" y="8954"/>
                  </a:cubicBezTo>
                  <a:cubicBezTo>
                    <a:pt x="4504" y="9588"/>
                    <a:pt x="4504" y="10188"/>
                    <a:pt x="5171" y="10455"/>
                  </a:cubicBezTo>
                  <a:cubicBezTo>
                    <a:pt x="5171" y="10455"/>
                    <a:pt x="5556" y="9003"/>
                    <a:pt x="6745" y="9003"/>
                  </a:cubicBezTo>
                  <a:cubicBezTo>
                    <a:pt x="6817" y="9003"/>
                    <a:pt x="6893" y="9009"/>
                    <a:pt x="6972" y="9020"/>
                  </a:cubicBezTo>
                  <a:cubicBezTo>
                    <a:pt x="8340" y="9254"/>
                    <a:pt x="8540" y="10989"/>
                    <a:pt x="7672" y="12056"/>
                  </a:cubicBezTo>
                  <a:cubicBezTo>
                    <a:pt x="7187" y="12672"/>
                    <a:pt x="6723" y="12807"/>
                    <a:pt x="6408" y="12807"/>
                  </a:cubicBezTo>
                  <a:cubicBezTo>
                    <a:pt x="6170" y="12807"/>
                    <a:pt x="6017" y="12730"/>
                    <a:pt x="6005" y="12723"/>
                  </a:cubicBezTo>
                  <a:lnTo>
                    <a:pt x="6005" y="12723"/>
                  </a:lnTo>
                  <a:cubicBezTo>
                    <a:pt x="6072" y="12761"/>
                    <a:pt x="6105" y="13291"/>
                    <a:pt x="6138" y="13390"/>
                  </a:cubicBezTo>
                  <a:cubicBezTo>
                    <a:pt x="6205" y="13690"/>
                    <a:pt x="6338" y="13991"/>
                    <a:pt x="6472" y="14291"/>
                  </a:cubicBezTo>
                  <a:cubicBezTo>
                    <a:pt x="6772" y="14858"/>
                    <a:pt x="7205" y="15358"/>
                    <a:pt x="7739" y="15725"/>
                  </a:cubicBezTo>
                  <a:cubicBezTo>
                    <a:pt x="8285" y="16216"/>
                    <a:pt x="9010" y="16462"/>
                    <a:pt x="9748" y="16462"/>
                  </a:cubicBezTo>
                  <a:cubicBezTo>
                    <a:pt x="9912" y="16462"/>
                    <a:pt x="10077" y="16450"/>
                    <a:pt x="10241" y="16426"/>
                  </a:cubicBezTo>
                  <a:cubicBezTo>
                    <a:pt x="11042" y="16226"/>
                    <a:pt x="11709" y="15692"/>
                    <a:pt x="12042" y="14958"/>
                  </a:cubicBezTo>
                  <a:cubicBezTo>
                    <a:pt x="12109" y="14758"/>
                    <a:pt x="12209" y="14591"/>
                    <a:pt x="12342" y="14424"/>
                  </a:cubicBezTo>
                  <a:cubicBezTo>
                    <a:pt x="12543" y="14291"/>
                    <a:pt x="12776" y="14191"/>
                    <a:pt x="13010" y="14124"/>
                  </a:cubicBezTo>
                  <a:cubicBezTo>
                    <a:pt x="14177" y="13757"/>
                    <a:pt x="14711" y="12423"/>
                    <a:pt x="14144" y="11322"/>
                  </a:cubicBezTo>
                  <a:cubicBezTo>
                    <a:pt x="15578" y="10955"/>
                    <a:pt x="15978" y="9121"/>
                    <a:pt x="14844" y="8153"/>
                  </a:cubicBezTo>
                  <a:cubicBezTo>
                    <a:pt x="15611" y="7653"/>
                    <a:pt x="16012" y="6685"/>
                    <a:pt x="15778" y="5785"/>
                  </a:cubicBezTo>
                  <a:cubicBezTo>
                    <a:pt x="15545" y="5051"/>
                    <a:pt x="14944" y="4484"/>
                    <a:pt x="14210" y="4284"/>
                  </a:cubicBezTo>
                  <a:cubicBezTo>
                    <a:pt x="13677" y="4150"/>
                    <a:pt x="13877" y="4050"/>
                    <a:pt x="13710" y="3516"/>
                  </a:cubicBezTo>
                  <a:cubicBezTo>
                    <a:pt x="13610" y="3183"/>
                    <a:pt x="13377" y="2849"/>
                    <a:pt x="13110" y="2616"/>
                  </a:cubicBezTo>
                  <a:cubicBezTo>
                    <a:pt x="12741" y="2339"/>
                    <a:pt x="12309" y="2190"/>
                    <a:pt x="11868" y="2190"/>
                  </a:cubicBezTo>
                  <a:cubicBezTo>
                    <a:pt x="11671" y="2190"/>
                    <a:pt x="11471" y="2220"/>
                    <a:pt x="11275" y="2282"/>
                  </a:cubicBezTo>
                  <a:cubicBezTo>
                    <a:pt x="11142" y="1582"/>
                    <a:pt x="10608" y="1048"/>
                    <a:pt x="9941" y="848"/>
                  </a:cubicBezTo>
                  <a:cubicBezTo>
                    <a:pt x="9776" y="793"/>
                    <a:pt x="9600" y="768"/>
                    <a:pt x="9426" y="768"/>
                  </a:cubicBezTo>
                  <a:cubicBezTo>
                    <a:pt x="9283" y="768"/>
                    <a:pt x="9142" y="785"/>
                    <a:pt x="9007" y="815"/>
                  </a:cubicBezTo>
                  <a:cubicBezTo>
                    <a:pt x="8807" y="848"/>
                    <a:pt x="8340" y="1081"/>
                    <a:pt x="8273" y="1282"/>
                  </a:cubicBezTo>
                  <a:cubicBezTo>
                    <a:pt x="7973" y="1015"/>
                    <a:pt x="7873" y="648"/>
                    <a:pt x="7539" y="381"/>
                  </a:cubicBezTo>
                  <a:cubicBezTo>
                    <a:pt x="7183" y="123"/>
                    <a:pt x="6768" y="1"/>
                    <a:pt x="63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7"/>
            <p:cNvSpPr/>
            <p:nvPr/>
          </p:nvSpPr>
          <p:spPr>
            <a:xfrm>
              <a:off x="5431000" y="2035225"/>
              <a:ext cx="32275" cy="45900"/>
            </a:xfrm>
            <a:custGeom>
              <a:rect b="b" l="l" r="r" t="t"/>
              <a:pathLst>
                <a:path extrusionOk="0" h="1836" w="1291">
                  <a:moveTo>
                    <a:pt x="1257" y="0"/>
                  </a:moveTo>
                  <a:cubicBezTo>
                    <a:pt x="55" y="0"/>
                    <a:pt x="0" y="1802"/>
                    <a:pt x="1223" y="1835"/>
                  </a:cubicBezTo>
                  <a:lnTo>
                    <a:pt x="1290" y="1"/>
                  </a:lnTo>
                  <a:cubicBezTo>
                    <a:pt x="1279" y="0"/>
                    <a:pt x="1268" y="0"/>
                    <a:pt x="12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03" name="Google Shape;5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700" y="2815700"/>
            <a:ext cx="1515150" cy="20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7"/>
          <p:cNvPicPr preferRelativeResize="0"/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8"/>
          <p:cNvSpPr/>
          <p:nvPr/>
        </p:nvSpPr>
        <p:spPr>
          <a:xfrm flipH="1">
            <a:off x="3990775" y="1423863"/>
            <a:ext cx="862800" cy="3600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8"/>
          <p:cNvSpPr/>
          <p:nvPr/>
        </p:nvSpPr>
        <p:spPr>
          <a:xfrm flipH="1">
            <a:off x="6686450" y="1423863"/>
            <a:ext cx="862800" cy="3600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8"/>
          <p:cNvSpPr/>
          <p:nvPr/>
        </p:nvSpPr>
        <p:spPr>
          <a:xfrm flipH="1">
            <a:off x="1295100" y="1423863"/>
            <a:ext cx="862800" cy="3600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8"/>
          <p:cNvSpPr txBox="1"/>
          <p:nvPr>
            <p:ph idx="17"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/>
          </a:p>
        </p:txBody>
      </p:sp>
      <p:sp>
        <p:nvSpPr>
          <p:cNvPr id="513" name="Google Shape;513;p38"/>
          <p:cNvSpPr txBox="1"/>
          <p:nvPr>
            <p:ph idx="2" type="subTitle"/>
          </p:nvPr>
        </p:nvSpPr>
        <p:spPr>
          <a:xfrm>
            <a:off x="620700" y="221542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analysis of the SI website and social media</a:t>
            </a:r>
            <a:endParaRPr/>
          </a:p>
        </p:txBody>
      </p:sp>
      <p:sp>
        <p:nvSpPr>
          <p:cNvPr id="514" name="Google Shape;514;p38"/>
          <p:cNvSpPr txBox="1"/>
          <p:nvPr>
            <p:ph idx="1" type="subTitle"/>
          </p:nvPr>
        </p:nvSpPr>
        <p:spPr>
          <a:xfrm>
            <a:off x="620700" y="379477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Approximation of budget and possible achievable results</a:t>
            </a:r>
            <a:endParaRPr/>
          </a:p>
        </p:txBody>
      </p:sp>
      <p:sp>
        <p:nvSpPr>
          <p:cNvPr id="515" name="Google Shape;515;p38"/>
          <p:cNvSpPr txBox="1"/>
          <p:nvPr>
            <p:ph type="title"/>
          </p:nvPr>
        </p:nvSpPr>
        <p:spPr>
          <a:xfrm flipH="1">
            <a:off x="620700" y="149157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516" name="Google Shape;516;p38"/>
          <p:cNvSpPr txBox="1"/>
          <p:nvPr>
            <p:ph idx="3" type="subTitle"/>
          </p:nvPr>
        </p:nvSpPr>
        <p:spPr>
          <a:xfrm>
            <a:off x="620700" y="185157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ANALYSIS</a:t>
            </a:r>
            <a:endParaRPr/>
          </a:p>
        </p:txBody>
      </p:sp>
      <p:sp>
        <p:nvSpPr>
          <p:cNvPr id="517" name="Google Shape;517;p38"/>
          <p:cNvSpPr txBox="1"/>
          <p:nvPr>
            <p:ph idx="4" type="subTitle"/>
          </p:nvPr>
        </p:nvSpPr>
        <p:spPr>
          <a:xfrm>
            <a:off x="3342325" y="185157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BRAND AWARENESS</a:t>
            </a:r>
            <a:endParaRPr/>
          </a:p>
        </p:txBody>
      </p:sp>
      <p:sp>
        <p:nvSpPr>
          <p:cNvPr id="518" name="Google Shape;518;p38"/>
          <p:cNvSpPr txBox="1"/>
          <p:nvPr>
            <p:ph idx="5" type="subTitle"/>
          </p:nvPr>
        </p:nvSpPr>
        <p:spPr>
          <a:xfrm>
            <a:off x="6063950" y="185157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GOALS</a:t>
            </a:r>
            <a:endParaRPr/>
          </a:p>
        </p:txBody>
      </p:sp>
      <p:sp>
        <p:nvSpPr>
          <p:cNvPr id="519" name="Google Shape;519;p38"/>
          <p:cNvSpPr txBox="1"/>
          <p:nvPr>
            <p:ph idx="6" type="subTitle"/>
          </p:nvPr>
        </p:nvSpPr>
        <p:spPr>
          <a:xfrm>
            <a:off x="620700" y="3428625"/>
            <a:ext cx="24405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BUDGET FORECASTING</a:t>
            </a:r>
            <a:endParaRPr/>
          </a:p>
        </p:txBody>
      </p:sp>
      <p:sp>
        <p:nvSpPr>
          <p:cNvPr id="520" name="Google Shape;520;p38"/>
          <p:cNvSpPr txBox="1"/>
          <p:nvPr>
            <p:ph idx="7" type="subTitle"/>
          </p:nvPr>
        </p:nvSpPr>
        <p:spPr>
          <a:xfrm>
            <a:off x="3342325" y="342862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RESOURCES</a:t>
            </a:r>
            <a:endParaRPr/>
          </a:p>
        </p:txBody>
      </p:sp>
      <p:sp>
        <p:nvSpPr>
          <p:cNvPr id="521" name="Google Shape;521;p38"/>
          <p:cNvSpPr txBox="1"/>
          <p:nvPr>
            <p:ph idx="8" type="subTitle"/>
          </p:nvPr>
        </p:nvSpPr>
        <p:spPr>
          <a:xfrm>
            <a:off x="6063950" y="342862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TIMELINES</a:t>
            </a:r>
            <a:endParaRPr/>
          </a:p>
        </p:txBody>
      </p:sp>
      <p:sp>
        <p:nvSpPr>
          <p:cNvPr id="522" name="Google Shape;522;p38"/>
          <p:cNvSpPr txBox="1"/>
          <p:nvPr>
            <p:ph idx="9" type="title"/>
          </p:nvPr>
        </p:nvSpPr>
        <p:spPr>
          <a:xfrm>
            <a:off x="3342325" y="149157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523" name="Google Shape;523;p38"/>
          <p:cNvSpPr txBox="1"/>
          <p:nvPr>
            <p:ph idx="13" type="title"/>
          </p:nvPr>
        </p:nvSpPr>
        <p:spPr>
          <a:xfrm>
            <a:off x="6063950" y="149157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524" name="Google Shape;524;p38"/>
          <p:cNvSpPr txBox="1"/>
          <p:nvPr>
            <p:ph idx="14" type="title"/>
          </p:nvPr>
        </p:nvSpPr>
        <p:spPr>
          <a:xfrm flipH="1">
            <a:off x="620700" y="306862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/>
          </a:p>
        </p:txBody>
      </p:sp>
      <p:sp>
        <p:nvSpPr>
          <p:cNvPr id="525" name="Google Shape;525;p38"/>
          <p:cNvSpPr txBox="1"/>
          <p:nvPr>
            <p:ph idx="15" type="title"/>
          </p:nvPr>
        </p:nvSpPr>
        <p:spPr>
          <a:xfrm>
            <a:off x="3342325" y="306862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  <a:endParaRPr/>
          </a:p>
        </p:txBody>
      </p:sp>
      <p:sp>
        <p:nvSpPr>
          <p:cNvPr id="526" name="Google Shape;526;p38"/>
          <p:cNvSpPr txBox="1"/>
          <p:nvPr>
            <p:ph idx="16" type="title"/>
          </p:nvPr>
        </p:nvSpPr>
        <p:spPr>
          <a:xfrm>
            <a:off x="6063950" y="306862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  <a:endParaRPr/>
          </a:p>
        </p:txBody>
      </p:sp>
      <p:sp>
        <p:nvSpPr>
          <p:cNvPr id="527" name="Google Shape;527;p38"/>
          <p:cNvSpPr txBox="1"/>
          <p:nvPr>
            <p:ph idx="18" type="subTitle"/>
          </p:nvPr>
        </p:nvSpPr>
        <p:spPr>
          <a:xfrm>
            <a:off x="3342325" y="221542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Marketing Strategy to create brand awareness</a:t>
            </a:r>
            <a:endParaRPr/>
          </a:p>
        </p:txBody>
      </p:sp>
      <p:sp>
        <p:nvSpPr>
          <p:cNvPr id="528" name="Google Shape;528;p38"/>
          <p:cNvSpPr txBox="1"/>
          <p:nvPr>
            <p:ph idx="19" type="subTitle"/>
          </p:nvPr>
        </p:nvSpPr>
        <p:spPr>
          <a:xfrm>
            <a:off x="6063950" y="221542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 and strategies to achieve them</a:t>
            </a:r>
            <a:endParaRPr/>
          </a:p>
        </p:txBody>
      </p:sp>
      <p:sp>
        <p:nvSpPr>
          <p:cNvPr id="529" name="Google Shape;529;p38"/>
          <p:cNvSpPr txBox="1"/>
          <p:nvPr>
            <p:ph idx="20" type="subTitle"/>
          </p:nvPr>
        </p:nvSpPr>
        <p:spPr>
          <a:xfrm>
            <a:off x="3342325" y="379477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Manpower and resources needed to execute the plan</a:t>
            </a:r>
            <a:endParaRPr/>
          </a:p>
        </p:txBody>
      </p:sp>
      <p:sp>
        <p:nvSpPr>
          <p:cNvPr id="530" name="Google Shape;530;p38"/>
          <p:cNvSpPr txBox="1"/>
          <p:nvPr>
            <p:ph idx="21" type="subTitle"/>
          </p:nvPr>
        </p:nvSpPr>
        <p:spPr>
          <a:xfrm>
            <a:off x="6063950" y="379477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Monthly, </a:t>
            </a:r>
            <a:r>
              <a:rPr lang="en-GB"/>
              <a:t>quarterly</a:t>
            </a:r>
            <a:r>
              <a:rPr lang="en-GB"/>
              <a:t> and yearly timelines to achieve the goals</a:t>
            </a:r>
            <a:endParaRPr/>
          </a:p>
        </p:txBody>
      </p:sp>
      <p:sp>
        <p:nvSpPr>
          <p:cNvPr id="531" name="Google Shape;531;p38"/>
          <p:cNvSpPr/>
          <p:nvPr/>
        </p:nvSpPr>
        <p:spPr>
          <a:xfrm flipH="1">
            <a:off x="3990775" y="3003663"/>
            <a:ext cx="862800" cy="3600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8"/>
          <p:cNvSpPr/>
          <p:nvPr/>
        </p:nvSpPr>
        <p:spPr>
          <a:xfrm flipH="1">
            <a:off x="6686450" y="3003663"/>
            <a:ext cx="862800" cy="3600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8"/>
          <p:cNvSpPr/>
          <p:nvPr/>
        </p:nvSpPr>
        <p:spPr>
          <a:xfrm flipH="1">
            <a:off x="1295100" y="3003663"/>
            <a:ext cx="862800" cy="3600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4" name="Google Shape;534;p38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9"/>
          <p:cNvSpPr txBox="1"/>
          <p:nvPr>
            <p:ph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1125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540" name="Google Shape;540;p39"/>
          <p:cNvSpPr txBox="1"/>
          <p:nvPr>
            <p:ph type="title"/>
          </p:nvPr>
        </p:nvSpPr>
        <p:spPr>
          <a:xfrm flipH="1">
            <a:off x="616300" y="720000"/>
            <a:ext cx="28956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dk1"/>
                </a:solidFill>
              </a:rPr>
              <a:t>Analysis</a:t>
            </a:r>
            <a:endParaRPr sz="4800">
              <a:solidFill>
                <a:schemeClr val="dk1"/>
              </a:solidFill>
            </a:endParaRPr>
          </a:p>
        </p:txBody>
      </p:sp>
      <p:sp>
        <p:nvSpPr>
          <p:cNvPr id="541" name="Google Shape;541;p39"/>
          <p:cNvSpPr txBox="1"/>
          <p:nvPr>
            <p:ph idx="1" type="subTitle"/>
          </p:nvPr>
        </p:nvSpPr>
        <p:spPr>
          <a:xfrm flipH="1">
            <a:off x="3939300" y="1575700"/>
            <a:ext cx="4929600" cy="31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The website’s design looks elegant and upto the mark. (we can still utilize slider covers)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Smart Interview’s website offers a variety of resources, including practice questions, interview tips, and resume templates.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The website lacks blogs or more informative content, which plays a vital role in improving website’s organic reach via SEO.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SI’s main competitors are other platforms that offer similar services, such as Bainify and IMTC.</a:t>
            </a:r>
            <a:endParaRPr/>
          </a:p>
        </p:txBody>
      </p:sp>
      <p:sp>
        <p:nvSpPr>
          <p:cNvPr id="542" name="Google Shape;542;p39"/>
          <p:cNvSpPr txBox="1"/>
          <p:nvPr>
            <p:ph idx="4294967295" type="subTitle"/>
          </p:nvPr>
        </p:nvSpPr>
        <p:spPr>
          <a:xfrm>
            <a:off x="5324250" y="906150"/>
            <a:ext cx="21597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2200"/>
              <a:t>Website</a:t>
            </a:r>
            <a:endParaRPr b="1" sz="2200"/>
          </a:p>
        </p:txBody>
      </p:sp>
      <p:pic>
        <p:nvPicPr>
          <p:cNvPr id="543" name="Google Shape;543;p39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0"/>
          <p:cNvSpPr/>
          <p:nvPr/>
        </p:nvSpPr>
        <p:spPr>
          <a:xfrm rot="10800000">
            <a:off x="1645492" y="2532188"/>
            <a:ext cx="862800" cy="3600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0"/>
          <p:cNvSpPr txBox="1"/>
          <p:nvPr>
            <p:ph idx="2" type="subTitle"/>
          </p:nvPr>
        </p:nvSpPr>
        <p:spPr>
          <a:xfrm>
            <a:off x="540000" y="2959350"/>
            <a:ext cx="3680100" cy="14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Coding Bootcamp Graduates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CS,IT Students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Self-taught Coders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Job Seekers</a:t>
            </a:r>
            <a:endParaRPr/>
          </a:p>
        </p:txBody>
      </p:sp>
      <p:sp>
        <p:nvSpPr>
          <p:cNvPr id="550" name="Google Shape;550;p40"/>
          <p:cNvSpPr txBox="1"/>
          <p:nvPr>
            <p:ph idx="1" type="subTitle"/>
          </p:nvPr>
        </p:nvSpPr>
        <p:spPr>
          <a:xfrm>
            <a:off x="1543480" y="1998800"/>
            <a:ext cx="1866600" cy="495000"/>
          </a:xfrm>
          <a:prstGeom prst="rect">
            <a:avLst/>
          </a:prstGeom>
        </p:spPr>
        <p:txBody>
          <a:bodyPr anchorCtr="0" anchor="t" bIns="91425" lIns="91425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Primary</a:t>
            </a:r>
            <a:endParaRPr/>
          </a:p>
        </p:txBody>
      </p:sp>
      <p:sp>
        <p:nvSpPr>
          <p:cNvPr id="551" name="Google Shape;551;p40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Target Audience</a:t>
            </a:r>
            <a:endParaRPr/>
          </a:p>
        </p:txBody>
      </p:sp>
      <p:sp>
        <p:nvSpPr>
          <p:cNvPr id="552" name="Google Shape;552;p40"/>
          <p:cNvSpPr txBox="1"/>
          <p:nvPr>
            <p:ph idx="3" type="subTitle"/>
          </p:nvPr>
        </p:nvSpPr>
        <p:spPr>
          <a:xfrm>
            <a:off x="5694620" y="1998800"/>
            <a:ext cx="18666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Secondary</a:t>
            </a:r>
            <a:endParaRPr/>
          </a:p>
        </p:txBody>
      </p:sp>
      <p:sp>
        <p:nvSpPr>
          <p:cNvPr id="553" name="Google Shape;553;p40"/>
          <p:cNvSpPr txBox="1"/>
          <p:nvPr>
            <p:ph idx="4" type="subTitle"/>
          </p:nvPr>
        </p:nvSpPr>
        <p:spPr>
          <a:xfrm>
            <a:off x="4959925" y="2959350"/>
            <a:ext cx="3680100" cy="14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Experienced Developers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Freelancers &amp; Contractors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Coding Enthusiast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>
                <a:solidFill>
                  <a:schemeClr val="dk1"/>
                </a:solidFill>
              </a:rPr>
              <a:t>Career Changers</a:t>
            </a:r>
            <a:endParaRPr/>
          </a:p>
        </p:txBody>
      </p:sp>
      <p:sp>
        <p:nvSpPr>
          <p:cNvPr id="554" name="Google Shape;554;p40"/>
          <p:cNvSpPr/>
          <p:nvPr/>
        </p:nvSpPr>
        <p:spPr>
          <a:xfrm rot="10800000">
            <a:off x="5796664" y="2532188"/>
            <a:ext cx="862800" cy="3600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5" name="Google Shape;555;p40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1"/>
          <p:cNvSpPr txBox="1"/>
          <p:nvPr>
            <p:ph type="title"/>
          </p:nvPr>
        </p:nvSpPr>
        <p:spPr>
          <a:xfrm>
            <a:off x="5374475" y="720000"/>
            <a:ext cx="31533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/>
              <a:t>Awareness</a:t>
            </a:r>
            <a:endParaRPr sz="4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/>
              <a:t>Strategy</a:t>
            </a:r>
            <a:endParaRPr sz="4400"/>
          </a:p>
        </p:txBody>
      </p:sp>
      <p:sp>
        <p:nvSpPr>
          <p:cNvPr id="561" name="Google Shape;561;p41"/>
          <p:cNvSpPr txBox="1"/>
          <p:nvPr>
            <p:ph idx="2" type="title"/>
          </p:nvPr>
        </p:nvSpPr>
        <p:spPr>
          <a:xfrm>
            <a:off x="6907825" y="3795175"/>
            <a:ext cx="1653900" cy="9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562" name="Google Shape;562;p41"/>
          <p:cNvSpPr txBox="1"/>
          <p:nvPr>
            <p:ph idx="1" type="subTitle"/>
          </p:nvPr>
        </p:nvSpPr>
        <p:spPr>
          <a:xfrm>
            <a:off x="472375" y="539850"/>
            <a:ext cx="4659900" cy="4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In order to create brand awareness here are a few things that we can implement:</a:t>
            </a:r>
            <a:br>
              <a:rPr lang="en-GB" sz="1400"/>
            </a:br>
            <a:endParaRPr sz="14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 sz="1300"/>
              <a:t>Omnichannel Approach</a:t>
            </a:r>
            <a:r>
              <a:rPr lang="en-GB" sz="1300"/>
              <a:t>: In order to improve brand awareness, we need to target each and every platform, including Twitter &amp; Reddit.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 sz="1300"/>
              <a:t>Logo/Tagline</a:t>
            </a:r>
            <a:r>
              <a:rPr lang="en-GB" sz="1300"/>
              <a:t>: The brand tagline has scope of </a:t>
            </a:r>
            <a:r>
              <a:rPr lang="en-GB" sz="1300"/>
              <a:t>improvement,</a:t>
            </a:r>
            <a:r>
              <a:rPr lang="en-GB" sz="1300"/>
              <a:t> it’ll be beneficial if it could communicate well to the audience.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 sz="1300"/>
              <a:t>Influencer</a:t>
            </a:r>
            <a:r>
              <a:rPr b="1" lang="en-GB" sz="1300"/>
              <a:t> Marketing</a:t>
            </a:r>
            <a:r>
              <a:rPr lang="en-GB" sz="1300"/>
              <a:t>: We can partner with influencers in the Ed-tech industry or even career coaches to spread the awareness and gain credibility.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 sz="1300"/>
              <a:t>Podcasts</a:t>
            </a:r>
            <a:r>
              <a:rPr lang="en-GB" sz="1300"/>
              <a:t>: Video content is the best way to communicate with audience, we can organise podcasts with the mentors, people from IT industry, Ed-tech industry, etc. and utilise the bytes to push on our social media channels as well.</a:t>
            </a:r>
            <a:endParaRPr sz="1300"/>
          </a:p>
        </p:txBody>
      </p:sp>
      <p:pic>
        <p:nvPicPr>
          <p:cNvPr id="563" name="Google Shape;563;p41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2"/>
          <p:cNvSpPr txBox="1"/>
          <p:nvPr>
            <p:ph type="title"/>
          </p:nvPr>
        </p:nvSpPr>
        <p:spPr>
          <a:xfrm>
            <a:off x="5374475" y="720000"/>
            <a:ext cx="31533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/>
              <a:t>Awareness</a:t>
            </a:r>
            <a:endParaRPr sz="4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/>
              <a:t>Strategy</a:t>
            </a:r>
            <a:endParaRPr sz="4400"/>
          </a:p>
        </p:txBody>
      </p:sp>
      <p:sp>
        <p:nvSpPr>
          <p:cNvPr id="569" name="Google Shape;569;p42"/>
          <p:cNvSpPr txBox="1"/>
          <p:nvPr>
            <p:ph idx="1" type="subTitle"/>
          </p:nvPr>
        </p:nvSpPr>
        <p:spPr>
          <a:xfrm>
            <a:off x="472375" y="387450"/>
            <a:ext cx="4401000" cy="4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 sz="1400"/>
              <a:t>Direct Marketing</a:t>
            </a:r>
            <a:r>
              <a:rPr lang="en-GB" sz="1400"/>
              <a:t>: To boost conversion potential and reach decision-makers such as schools, colleges and institutes, we can use personalized mailers, flyers, brochures, etc.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GB" sz="1400"/>
              <a:t>Social Cause</a:t>
            </a:r>
            <a:r>
              <a:rPr lang="en-GB" sz="1400"/>
              <a:t>: We can run campaigns around social cause such as helping </a:t>
            </a:r>
            <a:r>
              <a:rPr lang="en-GB" sz="1400"/>
              <a:t>underprivileged</a:t>
            </a:r>
            <a:r>
              <a:rPr lang="en-GB" sz="1400"/>
              <a:t> students, or helping in the time of recession etc.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GB" sz="1400"/>
              <a:t>SEO</a:t>
            </a:r>
            <a:r>
              <a:rPr lang="en-GB" sz="1400"/>
              <a:t>: It goes without saying that SEO plays a vital role in creating brand recognition, by creating informative blog-posts and targeting desired keywords, we can effectively create awareness generating to leads and conversions.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GB" sz="1400"/>
              <a:t>Industry Events: </a:t>
            </a:r>
            <a:r>
              <a:rPr lang="en-GB" sz="1400"/>
              <a:t>These events are great opportunity to create brand awareness, meet potential investors and partners and get more leads, it is best to leverage that.</a:t>
            </a:r>
            <a:endParaRPr sz="1400"/>
          </a:p>
        </p:txBody>
      </p:sp>
      <p:pic>
        <p:nvPicPr>
          <p:cNvPr id="570" name="Google Shape;570;p42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3"/>
          <p:cNvSpPr txBox="1"/>
          <p:nvPr>
            <p:ph type="title"/>
          </p:nvPr>
        </p:nvSpPr>
        <p:spPr>
          <a:xfrm flipH="1">
            <a:off x="616300" y="720000"/>
            <a:ext cx="28956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1"/>
                </a:solidFill>
              </a:rPr>
              <a:t>Goals</a:t>
            </a:r>
            <a:endParaRPr sz="3700">
              <a:solidFill>
                <a:schemeClr val="dk1"/>
              </a:solidFill>
            </a:endParaRPr>
          </a:p>
        </p:txBody>
      </p:sp>
      <p:sp>
        <p:nvSpPr>
          <p:cNvPr id="576" name="Google Shape;576;p43"/>
          <p:cNvSpPr txBox="1"/>
          <p:nvPr>
            <p:ph idx="1" type="subTitle"/>
          </p:nvPr>
        </p:nvSpPr>
        <p:spPr>
          <a:xfrm flipH="1">
            <a:off x="3939300" y="1868325"/>
            <a:ext cx="4929600" cy="31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It's important to establish specific, measurable, achievable, relevant, and time-bound (SMART) goals for each objective and regularly track progress using relevant metrics and analytics tools.</a:t>
            </a:r>
            <a:endParaRPr sz="15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Ultimately generating to more revenue and profitability.</a:t>
            </a:r>
            <a:endParaRPr sz="1500"/>
          </a:p>
        </p:txBody>
      </p:sp>
      <p:sp>
        <p:nvSpPr>
          <p:cNvPr id="577" name="Google Shape;577;p43"/>
          <p:cNvSpPr txBox="1"/>
          <p:nvPr>
            <p:ph idx="4294967295" type="subTitle"/>
          </p:nvPr>
        </p:nvSpPr>
        <p:spPr>
          <a:xfrm>
            <a:off x="5211025" y="906150"/>
            <a:ext cx="30951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2200"/>
              <a:t>SMART Goals</a:t>
            </a:r>
            <a:endParaRPr b="1" sz="2200"/>
          </a:p>
        </p:txBody>
      </p:sp>
      <p:sp>
        <p:nvSpPr>
          <p:cNvPr id="578" name="Google Shape;578;p43"/>
          <p:cNvSpPr txBox="1"/>
          <p:nvPr>
            <p:ph idx="2" type="title"/>
          </p:nvPr>
        </p:nvSpPr>
        <p:spPr>
          <a:xfrm>
            <a:off x="659425" y="3795175"/>
            <a:ext cx="1653900" cy="9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/>
          </a:p>
        </p:txBody>
      </p:sp>
      <p:pic>
        <p:nvPicPr>
          <p:cNvPr id="579" name="Google Shape;579;p43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4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Goals </a:t>
            </a:r>
            <a:endParaRPr/>
          </a:p>
        </p:txBody>
      </p:sp>
      <p:sp>
        <p:nvSpPr>
          <p:cNvPr id="585" name="Google Shape;585;p44"/>
          <p:cNvSpPr txBox="1"/>
          <p:nvPr>
            <p:ph idx="1" type="body"/>
          </p:nvPr>
        </p:nvSpPr>
        <p:spPr>
          <a:xfrm>
            <a:off x="616200" y="1450300"/>
            <a:ext cx="4662300" cy="31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Increase User Acquisition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Enhance Course Enrolment 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Improve Course Completion Rate 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Foster User Engagement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Establish Brand Authority 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Expand Industry Partnerships 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Enhance User Experience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Increase Revenue and Profitability</a:t>
            </a:r>
            <a:endParaRPr/>
          </a:p>
        </p:txBody>
      </p:sp>
      <p:sp>
        <p:nvSpPr>
          <p:cNvPr id="586" name="Google Shape;586;p44"/>
          <p:cNvSpPr txBox="1"/>
          <p:nvPr>
            <p:ph idx="4294967295" type="subTitle"/>
          </p:nvPr>
        </p:nvSpPr>
        <p:spPr>
          <a:xfrm>
            <a:off x="7439250" y="1450300"/>
            <a:ext cx="1070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rPr>
              <a:t>JUPITER</a:t>
            </a:r>
            <a:endParaRPr>
              <a:solidFill>
                <a:schemeClr val="lt1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pic>
        <p:nvPicPr>
          <p:cNvPr id="587" name="Google Shape;58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8850" y="1580950"/>
            <a:ext cx="4040350" cy="28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4"/>
          <p:cNvPicPr preferRelativeResize="0"/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5"/>
          <p:cNvSpPr txBox="1"/>
          <p:nvPr>
            <p:ph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1125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/>
          </a:p>
        </p:txBody>
      </p:sp>
      <p:sp>
        <p:nvSpPr>
          <p:cNvPr id="594" name="Google Shape;594;p45"/>
          <p:cNvSpPr txBox="1"/>
          <p:nvPr>
            <p:ph type="title"/>
          </p:nvPr>
        </p:nvSpPr>
        <p:spPr>
          <a:xfrm flipH="1">
            <a:off x="616300" y="720000"/>
            <a:ext cx="28956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1"/>
                </a:solidFill>
              </a:rPr>
              <a:t>Budget</a:t>
            </a:r>
            <a:endParaRPr sz="3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1"/>
                </a:solidFill>
              </a:rPr>
              <a:t>Forecasting</a:t>
            </a:r>
            <a:endParaRPr sz="3700">
              <a:solidFill>
                <a:schemeClr val="dk1"/>
              </a:solidFill>
            </a:endParaRPr>
          </a:p>
        </p:txBody>
      </p:sp>
      <p:sp>
        <p:nvSpPr>
          <p:cNvPr id="595" name="Google Shape;595;p45"/>
          <p:cNvSpPr txBox="1"/>
          <p:nvPr>
            <p:ph idx="1" type="subTitle"/>
          </p:nvPr>
        </p:nvSpPr>
        <p:spPr>
          <a:xfrm flipH="1">
            <a:off x="3939300" y="1499275"/>
            <a:ext cx="4929600" cy="35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Search Engine Optimization (SEO): INR 30,000 - 1,50,000 per month (depending on the competitiveness of keywords and desired results).</a:t>
            </a:r>
            <a:endParaRPr sz="13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300"/>
              <a:t>Pay-Per-Click (PPC) Advertising: INR 10,000 - 1,50,000 per month (the cost will vary based on the targeted keywords and ad campaign scale).</a:t>
            </a:r>
            <a:endParaRPr sz="13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300"/>
              <a:t>Social Media Marketing: INR 15,000 - 60,000 per month (including content creation, community management, and ad campaigns on platforms like Facebook, Twitter, LinkedIn).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Content Marketing: INR 10,000 - 50,000 per month (creating and promoting valuable content like blog posts, ebooks, whitepapers, and infographics).</a:t>
            </a:r>
            <a:endParaRPr sz="1300"/>
          </a:p>
        </p:txBody>
      </p:sp>
      <p:sp>
        <p:nvSpPr>
          <p:cNvPr id="596" name="Google Shape;596;p45"/>
          <p:cNvSpPr txBox="1"/>
          <p:nvPr>
            <p:ph idx="4294967295" type="subTitle"/>
          </p:nvPr>
        </p:nvSpPr>
        <p:spPr>
          <a:xfrm>
            <a:off x="5211025" y="906150"/>
            <a:ext cx="30951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2200"/>
              <a:t>Digital Marketing</a:t>
            </a:r>
            <a:endParaRPr b="1" sz="2200"/>
          </a:p>
        </p:txBody>
      </p:sp>
      <p:pic>
        <p:nvPicPr>
          <p:cNvPr id="597" name="Google Shape;597;p45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6"/>
          <p:cNvSpPr txBox="1"/>
          <p:nvPr>
            <p:ph type="title"/>
          </p:nvPr>
        </p:nvSpPr>
        <p:spPr>
          <a:xfrm flipH="1">
            <a:off x="616300" y="720000"/>
            <a:ext cx="28956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1"/>
                </a:solidFill>
              </a:rPr>
              <a:t>Budget</a:t>
            </a:r>
            <a:endParaRPr sz="3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1"/>
                </a:solidFill>
              </a:rPr>
              <a:t>Forecasting</a:t>
            </a:r>
            <a:endParaRPr sz="3700">
              <a:solidFill>
                <a:schemeClr val="dk1"/>
              </a:solidFill>
            </a:endParaRPr>
          </a:p>
        </p:txBody>
      </p:sp>
      <p:sp>
        <p:nvSpPr>
          <p:cNvPr id="603" name="Google Shape;603;p46"/>
          <p:cNvSpPr txBox="1"/>
          <p:nvPr>
            <p:ph idx="1" type="subTitle"/>
          </p:nvPr>
        </p:nvSpPr>
        <p:spPr>
          <a:xfrm flipH="1">
            <a:off x="3939300" y="1499275"/>
            <a:ext cx="4929600" cy="35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Influencer Marketing: INR 10,000 - 1,50,000 per campaign, it varies if we want to go with nano influencers, micro, macro, and so on (collaborating with influencers or industry experts to promote the platform).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Email Marketing: INR 5,000 - 50,000 per month (utilizing email campaigns and newsletters to engage with potential learners).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/>
              <a:t>NOTE</a:t>
            </a:r>
            <a:r>
              <a:rPr lang="en-GB" sz="1300"/>
              <a:t>: These costings are rough estimations only and varies on the quality and whether if we are outsourcing or have in-house teams, etc.</a:t>
            </a:r>
            <a:endParaRPr sz="1300"/>
          </a:p>
        </p:txBody>
      </p:sp>
      <p:sp>
        <p:nvSpPr>
          <p:cNvPr id="604" name="Google Shape;604;p46"/>
          <p:cNvSpPr txBox="1"/>
          <p:nvPr>
            <p:ph idx="4294967295" type="subTitle"/>
          </p:nvPr>
        </p:nvSpPr>
        <p:spPr>
          <a:xfrm>
            <a:off x="5211025" y="906150"/>
            <a:ext cx="30951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2200"/>
              <a:t>Digital Marketing</a:t>
            </a:r>
            <a:endParaRPr b="1" sz="2200"/>
          </a:p>
        </p:txBody>
      </p:sp>
      <p:pic>
        <p:nvPicPr>
          <p:cNvPr id="605" name="Google Shape;605;p46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7"/>
          <p:cNvSpPr txBox="1"/>
          <p:nvPr>
            <p:ph type="title"/>
          </p:nvPr>
        </p:nvSpPr>
        <p:spPr>
          <a:xfrm>
            <a:off x="5374475" y="720000"/>
            <a:ext cx="33930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/>
              <a:t>Resources -  Manpower</a:t>
            </a:r>
            <a:endParaRPr sz="4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/>
              <a:t>Planning</a:t>
            </a:r>
            <a:endParaRPr sz="4400"/>
          </a:p>
        </p:txBody>
      </p:sp>
      <p:sp>
        <p:nvSpPr>
          <p:cNvPr id="611" name="Google Shape;611;p47"/>
          <p:cNvSpPr txBox="1"/>
          <p:nvPr>
            <p:ph idx="2" type="title"/>
          </p:nvPr>
        </p:nvSpPr>
        <p:spPr>
          <a:xfrm>
            <a:off x="6907825" y="3795175"/>
            <a:ext cx="1653900" cy="9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  <a:endParaRPr/>
          </a:p>
        </p:txBody>
      </p:sp>
      <p:sp>
        <p:nvSpPr>
          <p:cNvPr id="612" name="Google Shape;612;p47"/>
          <p:cNvSpPr txBox="1"/>
          <p:nvPr>
            <p:ph idx="1" type="subTitle"/>
          </p:nvPr>
        </p:nvSpPr>
        <p:spPr>
          <a:xfrm>
            <a:off x="396175" y="463650"/>
            <a:ext cx="4659900" cy="43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Manpower planning and resources are subject to various factors, here’s a general idea and their roles (teams can have associates and interns as well):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 sz="1300"/>
              <a:t>Content Writer</a:t>
            </a:r>
            <a:r>
              <a:rPr lang="en-GB" sz="1300"/>
              <a:t>: Creating engaging and informative content for blogs, social media, email marketing, and website.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 sz="1300"/>
              <a:t>Social Media Manager</a:t>
            </a:r>
            <a:r>
              <a:rPr lang="en-GB" sz="1300"/>
              <a:t>: managing social media platforms, community engagement, and running ad campaigns.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 sz="1300"/>
              <a:t>SEO Specialist:</a:t>
            </a:r>
            <a:r>
              <a:rPr lang="en-GB" sz="1300"/>
              <a:t> optimizing website content, conducting keyword research, and implementing SEO strategies.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 sz="1300"/>
              <a:t>Graphic Designer &amp; Video Editor</a:t>
            </a:r>
            <a:r>
              <a:rPr lang="en-GB" sz="1300"/>
              <a:t>: designing visuals, banners, infographics, and other marketing collateral.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 sz="1300"/>
              <a:t>Marketing Coordinator</a:t>
            </a:r>
            <a:r>
              <a:rPr lang="en-GB" sz="1300"/>
              <a:t>: assisting in various marketing activities, coordinating campaigns, and managing analytics.</a:t>
            </a:r>
            <a:endParaRPr sz="1300"/>
          </a:p>
        </p:txBody>
      </p:sp>
      <p:pic>
        <p:nvPicPr>
          <p:cNvPr id="613" name="Google Shape;613;p47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8"/>
          <p:cNvSpPr txBox="1"/>
          <p:nvPr>
            <p:ph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1125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  <a:endParaRPr/>
          </a:p>
        </p:txBody>
      </p:sp>
      <p:sp>
        <p:nvSpPr>
          <p:cNvPr id="619" name="Google Shape;619;p48"/>
          <p:cNvSpPr txBox="1"/>
          <p:nvPr>
            <p:ph type="title"/>
          </p:nvPr>
        </p:nvSpPr>
        <p:spPr>
          <a:xfrm flipH="1">
            <a:off x="616300" y="491400"/>
            <a:ext cx="28956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1"/>
                </a:solidFill>
              </a:rPr>
              <a:t>Timelines</a:t>
            </a:r>
            <a:endParaRPr sz="3700">
              <a:solidFill>
                <a:schemeClr val="dk1"/>
              </a:solidFill>
            </a:endParaRPr>
          </a:p>
        </p:txBody>
      </p:sp>
      <p:sp>
        <p:nvSpPr>
          <p:cNvPr id="620" name="Google Shape;620;p48"/>
          <p:cNvSpPr txBox="1"/>
          <p:nvPr>
            <p:ph idx="1" type="subTitle"/>
          </p:nvPr>
        </p:nvSpPr>
        <p:spPr>
          <a:xfrm flipH="1">
            <a:off x="3939300" y="1144650"/>
            <a:ext cx="49296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3 Months</a:t>
            </a:r>
            <a:endParaRPr b="1" sz="1500"/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Conduct a comprehensive review of current marketing strategies and performance.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Refine and optimize digital marketing campaigns based on data analysis, user feedback, and market trends.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Implement targeted email marketing campaigns to engage with existing users and nurture leads.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Enhance search engine optimization (SEO) strategies to improve organic visibility and increase website traffic.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Collaborate with industry influencers or thought leaders for co-marketing initiatives and guest content contributions.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Monitor and analyze key performance indicators (KPIs) such as website traffic, course enrollment, user engagement, and conversion rates.</a:t>
            </a:r>
            <a:endParaRPr sz="1300"/>
          </a:p>
        </p:txBody>
      </p:sp>
      <p:sp>
        <p:nvSpPr>
          <p:cNvPr id="621" name="Google Shape;621;p48"/>
          <p:cNvSpPr txBox="1"/>
          <p:nvPr>
            <p:ph idx="4294967295" type="subTitle"/>
          </p:nvPr>
        </p:nvSpPr>
        <p:spPr>
          <a:xfrm>
            <a:off x="5211025" y="677550"/>
            <a:ext cx="30951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2200"/>
              <a:t>One Year Timeline</a:t>
            </a:r>
            <a:endParaRPr b="1" sz="2200"/>
          </a:p>
        </p:txBody>
      </p:sp>
      <p:pic>
        <p:nvPicPr>
          <p:cNvPr id="622" name="Google Shape;622;p48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9"/>
          <p:cNvSpPr txBox="1"/>
          <p:nvPr>
            <p:ph type="title"/>
          </p:nvPr>
        </p:nvSpPr>
        <p:spPr>
          <a:xfrm flipH="1">
            <a:off x="616300" y="491400"/>
            <a:ext cx="28956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1"/>
                </a:solidFill>
              </a:rPr>
              <a:t>Timelines</a:t>
            </a:r>
            <a:endParaRPr sz="3700">
              <a:solidFill>
                <a:schemeClr val="dk1"/>
              </a:solidFill>
            </a:endParaRPr>
          </a:p>
        </p:txBody>
      </p:sp>
      <p:sp>
        <p:nvSpPr>
          <p:cNvPr id="628" name="Google Shape;628;p49"/>
          <p:cNvSpPr txBox="1"/>
          <p:nvPr>
            <p:ph idx="1" type="subTitle"/>
          </p:nvPr>
        </p:nvSpPr>
        <p:spPr>
          <a:xfrm flipH="1">
            <a:off x="3939300" y="1297050"/>
            <a:ext cx="49296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300"/>
              <a:t>Launch a referral program or loyalty program to encourage existing users to refer new users and incentivize continued engagement.</a:t>
            </a:r>
            <a:endParaRPr sz="13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300"/>
              <a:t>Develop and implement a content marketing strategy to create valuable and educational content relevant to the target audience.</a:t>
            </a:r>
            <a:endParaRPr sz="13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300"/>
              <a:t>Expand social media presence and engagement by running targeted ad campaigns, hosting live Q&amp;A sessions, and sharing user success stories.</a:t>
            </a:r>
            <a:endParaRPr sz="13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300"/>
              <a:t>Explore partnerships with coding communities, industry forums, or relevant organizations to reach new audiences and expand brand visibility.</a:t>
            </a:r>
            <a:endParaRPr sz="13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300"/>
              <a:t>Evaluate the effectiveness of marketing channels and campaigns, making adjustments and optimizations based on performance metrics.</a:t>
            </a:r>
            <a:endParaRPr sz="1300"/>
          </a:p>
        </p:txBody>
      </p:sp>
      <p:sp>
        <p:nvSpPr>
          <p:cNvPr id="629" name="Google Shape;629;p49"/>
          <p:cNvSpPr txBox="1"/>
          <p:nvPr>
            <p:ph idx="4294967295" type="subTitle"/>
          </p:nvPr>
        </p:nvSpPr>
        <p:spPr>
          <a:xfrm>
            <a:off x="5211025" y="677550"/>
            <a:ext cx="30951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2200"/>
              <a:t>6 Months</a:t>
            </a:r>
            <a:endParaRPr b="1" sz="2200"/>
          </a:p>
        </p:txBody>
      </p:sp>
      <p:pic>
        <p:nvPicPr>
          <p:cNvPr id="630" name="Google Shape;630;p49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0"/>
          <p:cNvSpPr txBox="1"/>
          <p:nvPr>
            <p:ph type="title"/>
          </p:nvPr>
        </p:nvSpPr>
        <p:spPr>
          <a:xfrm flipH="1">
            <a:off x="616300" y="491400"/>
            <a:ext cx="28956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1"/>
                </a:solidFill>
              </a:rPr>
              <a:t>Timelines</a:t>
            </a:r>
            <a:endParaRPr sz="3700">
              <a:solidFill>
                <a:schemeClr val="dk1"/>
              </a:solidFill>
            </a:endParaRPr>
          </a:p>
        </p:txBody>
      </p:sp>
      <p:sp>
        <p:nvSpPr>
          <p:cNvPr id="636" name="Google Shape;636;p50"/>
          <p:cNvSpPr txBox="1"/>
          <p:nvPr>
            <p:ph idx="1" type="subTitle"/>
          </p:nvPr>
        </p:nvSpPr>
        <p:spPr>
          <a:xfrm flipH="1">
            <a:off x="3939300" y="1297050"/>
            <a:ext cx="49296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400"/>
              <a:t>Launch targeted marketing campaigns aligned with specific events, such as coding competitions, industry conferences, or seasonal promotions.</a:t>
            </a:r>
            <a:endParaRPr sz="14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400"/>
              <a:t>Develop case studies and success stories highlighting the achievements of users who have benefited from Smart Coder's courses.</a:t>
            </a:r>
            <a:endParaRPr sz="14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400"/>
              <a:t>Implement remarketing campaigns to re-engage with users who have shown interest but have not yet converted into paying customers.</a:t>
            </a:r>
            <a:endParaRPr sz="14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400"/>
              <a:t>Explore strategic partnerships with coding bootcamps, educational institutions, or corporate training programs to offer bundled packages or exclusive discounts.</a:t>
            </a:r>
            <a:endParaRPr sz="1400"/>
          </a:p>
        </p:txBody>
      </p:sp>
      <p:sp>
        <p:nvSpPr>
          <p:cNvPr id="637" name="Google Shape;637;p50"/>
          <p:cNvSpPr txBox="1"/>
          <p:nvPr>
            <p:ph idx="4294967295" type="subTitle"/>
          </p:nvPr>
        </p:nvSpPr>
        <p:spPr>
          <a:xfrm>
            <a:off x="5211025" y="677550"/>
            <a:ext cx="30951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2200"/>
              <a:t>9</a:t>
            </a:r>
            <a:r>
              <a:rPr b="1" lang="en-GB" sz="2200"/>
              <a:t> Months</a:t>
            </a:r>
            <a:endParaRPr b="1" sz="2200"/>
          </a:p>
        </p:txBody>
      </p:sp>
      <p:pic>
        <p:nvPicPr>
          <p:cNvPr id="638" name="Google Shape;638;p50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1"/>
          <p:cNvSpPr txBox="1"/>
          <p:nvPr>
            <p:ph type="title"/>
          </p:nvPr>
        </p:nvSpPr>
        <p:spPr>
          <a:xfrm flipH="1">
            <a:off x="616300" y="491400"/>
            <a:ext cx="28956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1"/>
                </a:solidFill>
              </a:rPr>
              <a:t>Timelines</a:t>
            </a:r>
            <a:endParaRPr sz="3700">
              <a:solidFill>
                <a:schemeClr val="dk1"/>
              </a:solidFill>
            </a:endParaRPr>
          </a:p>
        </p:txBody>
      </p:sp>
      <p:sp>
        <p:nvSpPr>
          <p:cNvPr id="644" name="Google Shape;644;p51"/>
          <p:cNvSpPr txBox="1"/>
          <p:nvPr>
            <p:ph idx="1" type="subTitle"/>
          </p:nvPr>
        </p:nvSpPr>
        <p:spPr>
          <a:xfrm flipH="1">
            <a:off x="3939300" y="1297050"/>
            <a:ext cx="49296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400"/>
              <a:t>Conduct a comprehensive marketing review to assess the effectiveness of different marketing strategies and channels over the past year.</a:t>
            </a:r>
            <a:endParaRPr sz="14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400"/>
              <a:t>Expand into new markets or target additional segments within the coding industry, considering regional preferences or niche specializations.</a:t>
            </a:r>
            <a:endParaRPr sz="14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400"/>
              <a:t>Continue to innovate and update the platform's course offerings, incorporating new technologies, coding languages, or emerging trends.</a:t>
            </a:r>
            <a:endParaRPr sz="14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400"/>
              <a:t>Establish strategic partnerships with coding companies, industry influencers, or thought leaders to further enhance brand authority and credibility.</a:t>
            </a:r>
            <a:endParaRPr sz="1400"/>
          </a:p>
        </p:txBody>
      </p:sp>
      <p:sp>
        <p:nvSpPr>
          <p:cNvPr id="645" name="Google Shape;645;p51"/>
          <p:cNvSpPr txBox="1"/>
          <p:nvPr>
            <p:ph idx="4294967295" type="subTitle"/>
          </p:nvPr>
        </p:nvSpPr>
        <p:spPr>
          <a:xfrm>
            <a:off x="5211025" y="677550"/>
            <a:ext cx="30951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2200"/>
              <a:t>12</a:t>
            </a:r>
            <a:r>
              <a:rPr b="1" lang="en-GB" sz="2200"/>
              <a:t> Months</a:t>
            </a:r>
            <a:endParaRPr b="1" sz="2200"/>
          </a:p>
        </p:txBody>
      </p:sp>
      <p:pic>
        <p:nvPicPr>
          <p:cNvPr id="646" name="Google Shape;646;p51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2"/>
          <p:cNvSpPr txBox="1"/>
          <p:nvPr>
            <p:ph idx="2" type="body"/>
          </p:nvPr>
        </p:nvSpPr>
        <p:spPr>
          <a:xfrm>
            <a:off x="616200" y="1391850"/>
            <a:ext cx="7262400" cy="3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Note</a:t>
            </a:r>
            <a:r>
              <a:rPr lang="en-GB">
                <a:solidFill>
                  <a:schemeClr val="dk1"/>
                </a:solidFill>
              </a:rPr>
              <a:t>: The strategies and numbers that I’ve provided lay between the best practices in the industry which I myself have used and produced exceptional results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Reources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 Top 5 EdTech Marketing Strategies to Grow Market Share. https://rocketium.com/academy/edtech-marketing-strategies/.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10 Innovative Digital Marketing Strategy For Edtech Companies. https://echovme.in/blog/digital-marketing-strategy-for-edtech-companies/.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(3) Smart Interviews - Ace you next coding interview. https://smartinterviews.in/.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(4) Smart Interviews. https://smartinterviews.in/login.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(5) Smart Interviews | LinkedIn. https://in.linkedin.com/company/smart-interviews.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(6) Smart Interviews: Contact Details and Business Profile - RocketReach. https://rocketreach.co/smart-interviews-profile_b45d56cbfc61dd2c.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(7) About | Smart Interviews. https://smartinterviews.in/about.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(8) A Window Into Ed-Tech Marketing Strategies During the Pandemic. https://marketbrief.edweek.org/marketplace-k-12/snapshot-ed-tech-marketing-strategies-pandemic/.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(9) 7 Proven Marketing Strategies for Edtech Companies - SabPaisa. https://sabpaisa.in/blog/marketing-strategies-for-edtech-companies/.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</a:rPr>
              <a:t>(10) </a:t>
            </a:r>
            <a:r>
              <a:rPr lang="en-GB" sz="900" u="sng">
                <a:solidFill>
                  <a:schemeClr val="hlink"/>
                </a:solidFill>
                <a:hlinkClick r:id="rId3"/>
              </a:rPr>
              <a:t>https://www.ajnacreator.com/</a:t>
            </a:r>
            <a:r>
              <a:rPr lang="en-GB" sz="900">
                <a:solidFill>
                  <a:schemeClr val="dk1"/>
                </a:solidFill>
              </a:rPr>
              <a:t> (From designing the webpage, to directing the script an running ads, I’ve done it all.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</a:rPr>
              <a:t>(11) Google, Bing, AI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52" name="Google Shape;652;p52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Resources</a:t>
            </a:r>
            <a:endParaRPr/>
          </a:p>
        </p:txBody>
      </p:sp>
      <p:pic>
        <p:nvPicPr>
          <p:cNvPr id="653" name="Google Shape;653;p52"/>
          <p:cNvPicPr preferRelativeResize="0"/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3201675" y="1350175"/>
            <a:ext cx="2740650" cy="22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3"/>
          <p:cNvSpPr txBox="1"/>
          <p:nvPr>
            <p:ph type="title"/>
          </p:nvPr>
        </p:nvSpPr>
        <p:spPr>
          <a:xfrm>
            <a:off x="616200" y="720000"/>
            <a:ext cx="5261700" cy="249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  <p:sp>
        <p:nvSpPr>
          <p:cNvPr id="659" name="Google Shape;659;p53"/>
          <p:cNvSpPr/>
          <p:nvPr/>
        </p:nvSpPr>
        <p:spPr>
          <a:xfrm>
            <a:off x="7183000" y="3552850"/>
            <a:ext cx="428700" cy="42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0" name="Google Shape;660;p53"/>
          <p:cNvGrpSpPr/>
          <p:nvPr/>
        </p:nvGrpSpPr>
        <p:grpSpPr>
          <a:xfrm>
            <a:off x="5863943" y="2207262"/>
            <a:ext cx="2469459" cy="2519805"/>
            <a:chOff x="1404500" y="453700"/>
            <a:chExt cx="4742575" cy="4835550"/>
          </a:xfrm>
        </p:grpSpPr>
        <p:sp>
          <p:nvSpPr>
            <p:cNvPr id="661" name="Google Shape;661;p53"/>
            <p:cNvSpPr/>
            <p:nvPr/>
          </p:nvSpPr>
          <p:spPr>
            <a:xfrm>
              <a:off x="1404500" y="2551425"/>
              <a:ext cx="4742575" cy="2737825"/>
            </a:xfrm>
            <a:custGeom>
              <a:rect b="b" l="l" r="r" t="t"/>
              <a:pathLst>
                <a:path extrusionOk="0" h="109513" w="189703">
                  <a:moveTo>
                    <a:pt x="94869" y="1"/>
                  </a:moveTo>
                  <a:cubicBezTo>
                    <a:pt x="42464" y="1"/>
                    <a:pt x="1" y="24518"/>
                    <a:pt x="1" y="54740"/>
                  </a:cubicBezTo>
                  <a:cubicBezTo>
                    <a:pt x="1" y="84995"/>
                    <a:pt x="42464" y="109513"/>
                    <a:pt x="94869" y="109513"/>
                  </a:cubicBezTo>
                  <a:cubicBezTo>
                    <a:pt x="147239" y="109513"/>
                    <a:pt x="189703" y="84995"/>
                    <a:pt x="189703" y="54740"/>
                  </a:cubicBezTo>
                  <a:cubicBezTo>
                    <a:pt x="189703" y="24518"/>
                    <a:pt x="147239" y="1"/>
                    <a:pt x="94869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53"/>
            <p:cNvSpPr/>
            <p:nvPr/>
          </p:nvSpPr>
          <p:spPr>
            <a:xfrm>
              <a:off x="1654675" y="3844850"/>
              <a:ext cx="1470250" cy="849800"/>
            </a:xfrm>
            <a:custGeom>
              <a:rect b="b" l="l" r="r" t="t"/>
              <a:pathLst>
                <a:path extrusionOk="0" h="33992" w="58810">
                  <a:moveTo>
                    <a:pt x="29422" y="1"/>
                  </a:moveTo>
                  <a:cubicBezTo>
                    <a:pt x="13177" y="1"/>
                    <a:pt x="1" y="7606"/>
                    <a:pt x="1" y="17013"/>
                  </a:cubicBezTo>
                  <a:cubicBezTo>
                    <a:pt x="1" y="26386"/>
                    <a:pt x="13177" y="33992"/>
                    <a:pt x="29422" y="33992"/>
                  </a:cubicBezTo>
                  <a:cubicBezTo>
                    <a:pt x="45667" y="33992"/>
                    <a:pt x="58810" y="26386"/>
                    <a:pt x="58810" y="17013"/>
                  </a:cubicBezTo>
                  <a:cubicBezTo>
                    <a:pt x="58810" y="7606"/>
                    <a:pt x="45667" y="1"/>
                    <a:pt x="2942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53"/>
            <p:cNvSpPr/>
            <p:nvPr/>
          </p:nvSpPr>
          <p:spPr>
            <a:xfrm>
              <a:off x="3616075" y="2918375"/>
              <a:ext cx="1609525" cy="1662875"/>
            </a:xfrm>
            <a:custGeom>
              <a:rect b="b" l="l" r="r" t="t"/>
              <a:pathLst>
                <a:path extrusionOk="0" h="66515" w="64381">
                  <a:moveTo>
                    <a:pt x="60978" y="0"/>
                  </a:moveTo>
                  <a:lnTo>
                    <a:pt x="1" y="35225"/>
                  </a:lnTo>
                  <a:lnTo>
                    <a:pt x="1" y="64546"/>
                  </a:lnTo>
                  <a:lnTo>
                    <a:pt x="3403" y="66514"/>
                  </a:lnTo>
                  <a:lnTo>
                    <a:pt x="64380" y="31289"/>
                  </a:lnTo>
                  <a:lnTo>
                    <a:pt x="64380" y="1968"/>
                  </a:lnTo>
                  <a:lnTo>
                    <a:pt x="60978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53"/>
            <p:cNvSpPr/>
            <p:nvPr/>
          </p:nvSpPr>
          <p:spPr>
            <a:xfrm>
              <a:off x="3616075" y="2918375"/>
              <a:ext cx="1609525" cy="1662875"/>
            </a:xfrm>
            <a:custGeom>
              <a:rect b="b" l="l" r="r" t="t"/>
              <a:pathLst>
                <a:path extrusionOk="0" h="66515" w="64381">
                  <a:moveTo>
                    <a:pt x="60978" y="0"/>
                  </a:moveTo>
                  <a:lnTo>
                    <a:pt x="1" y="35225"/>
                  </a:lnTo>
                  <a:lnTo>
                    <a:pt x="1" y="64546"/>
                  </a:lnTo>
                  <a:lnTo>
                    <a:pt x="3403" y="66514"/>
                  </a:lnTo>
                  <a:lnTo>
                    <a:pt x="64380" y="31289"/>
                  </a:lnTo>
                  <a:lnTo>
                    <a:pt x="64380" y="1968"/>
                  </a:lnTo>
                  <a:lnTo>
                    <a:pt x="6097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53"/>
            <p:cNvSpPr/>
            <p:nvPr/>
          </p:nvSpPr>
          <p:spPr>
            <a:xfrm>
              <a:off x="3701150" y="2967575"/>
              <a:ext cx="1524450" cy="1613675"/>
            </a:xfrm>
            <a:custGeom>
              <a:rect b="b" l="l" r="r" t="t"/>
              <a:pathLst>
                <a:path extrusionOk="0" h="64547" w="60978">
                  <a:moveTo>
                    <a:pt x="60977" y="0"/>
                  </a:moveTo>
                  <a:lnTo>
                    <a:pt x="0" y="35192"/>
                  </a:lnTo>
                  <a:lnTo>
                    <a:pt x="0" y="64546"/>
                  </a:lnTo>
                  <a:lnTo>
                    <a:pt x="60977" y="29321"/>
                  </a:lnTo>
                  <a:lnTo>
                    <a:pt x="60977" y="0"/>
                  </a:lnTo>
                  <a:close/>
                </a:path>
              </a:pathLst>
            </a:custGeom>
            <a:solidFill>
              <a:srgbClr val="FFC100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53"/>
            <p:cNvSpPr/>
            <p:nvPr/>
          </p:nvSpPr>
          <p:spPr>
            <a:xfrm>
              <a:off x="3827900" y="2756575"/>
              <a:ext cx="719700" cy="870650"/>
            </a:xfrm>
            <a:custGeom>
              <a:rect b="b" l="l" r="r" t="t"/>
              <a:pathLst>
                <a:path extrusionOk="0" h="34826" w="28788">
                  <a:moveTo>
                    <a:pt x="14211" y="1"/>
                  </a:moveTo>
                  <a:cubicBezTo>
                    <a:pt x="3637" y="9541"/>
                    <a:pt x="1" y="21583"/>
                    <a:pt x="6772" y="32891"/>
                  </a:cubicBezTo>
                  <a:lnTo>
                    <a:pt x="10175" y="34826"/>
                  </a:lnTo>
                  <a:lnTo>
                    <a:pt x="28788" y="24085"/>
                  </a:lnTo>
                  <a:lnTo>
                    <a:pt x="25419" y="22117"/>
                  </a:lnTo>
                  <a:cubicBezTo>
                    <a:pt x="23384" y="22017"/>
                    <a:pt x="21416" y="21550"/>
                    <a:pt x="19548" y="20716"/>
                  </a:cubicBezTo>
                  <a:cubicBezTo>
                    <a:pt x="18614" y="20015"/>
                    <a:pt x="17713" y="19215"/>
                    <a:pt x="16946" y="18347"/>
                  </a:cubicBezTo>
                  <a:cubicBezTo>
                    <a:pt x="11776" y="12510"/>
                    <a:pt x="16946" y="1602"/>
                    <a:pt x="16946" y="1602"/>
                  </a:cubicBezTo>
                  <a:lnTo>
                    <a:pt x="1421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53"/>
            <p:cNvSpPr/>
            <p:nvPr/>
          </p:nvSpPr>
          <p:spPr>
            <a:xfrm>
              <a:off x="3912975" y="2796600"/>
              <a:ext cx="634625" cy="830625"/>
            </a:xfrm>
            <a:custGeom>
              <a:rect b="b" l="l" r="r" t="t"/>
              <a:pathLst>
                <a:path extrusionOk="0" h="33225" w="25385">
                  <a:moveTo>
                    <a:pt x="13543" y="1"/>
                  </a:moveTo>
                  <a:lnTo>
                    <a:pt x="13543" y="1"/>
                  </a:lnTo>
                  <a:cubicBezTo>
                    <a:pt x="2969" y="9508"/>
                    <a:pt x="0" y="21917"/>
                    <a:pt x="6772" y="33225"/>
                  </a:cubicBezTo>
                  <a:lnTo>
                    <a:pt x="25385" y="22484"/>
                  </a:lnTo>
                  <a:cubicBezTo>
                    <a:pt x="20848" y="22217"/>
                    <a:pt x="16579" y="20149"/>
                    <a:pt x="13543" y="16713"/>
                  </a:cubicBezTo>
                  <a:cubicBezTo>
                    <a:pt x="8373" y="10909"/>
                    <a:pt x="13543" y="2"/>
                    <a:pt x="13543" y="1"/>
                  </a:cubicBezTo>
                  <a:close/>
                </a:path>
              </a:pathLst>
            </a:custGeom>
            <a:solidFill>
              <a:srgbClr val="FFC100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53"/>
            <p:cNvSpPr/>
            <p:nvPr/>
          </p:nvSpPr>
          <p:spPr>
            <a:xfrm>
              <a:off x="4155650" y="3980125"/>
              <a:ext cx="105925" cy="231475"/>
            </a:xfrm>
            <a:custGeom>
              <a:rect b="b" l="l" r="r" t="t"/>
              <a:pathLst>
                <a:path extrusionOk="0" h="9259" w="4237">
                  <a:moveTo>
                    <a:pt x="2544" y="1949"/>
                  </a:moveTo>
                  <a:cubicBezTo>
                    <a:pt x="2585" y="1949"/>
                    <a:pt x="2627" y="1954"/>
                    <a:pt x="2669" y="1962"/>
                  </a:cubicBezTo>
                  <a:cubicBezTo>
                    <a:pt x="2802" y="2029"/>
                    <a:pt x="2869" y="2229"/>
                    <a:pt x="2869" y="2529"/>
                  </a:cubicBezTo>
                  <a:cubicBezTo>
                    <a:pt x="2902" y="2796"/>
                    <a:pt x="2835" y="3063"/>
                    <a:pt x="2669" y="3296"/>
                  </a:cubicBezTo>
                  <a:cubicBezTo>
                    <a:pt x="2569" y="3496"/>
                    <a:pt x="2402" y="3663"/>
                    <a:pt x="2202" y="3797"/>
                  </a:cubicBezTo>
                  <a:lnTo>
                    <a:pt x="1301" y="4297"/>
                  </a:lnTo>
                  <a:lnTo>
                    <a:pt x="1301" y="2562"/>
                  </a:lnTo>
                  <a:lnTo>
                    <a:pt x="2202" y="2062"/>
                  </a:lnTo>
                  <a:cubicBezTo>
                    <a:pt x="2302" y="1987"/>
                    <a:pt x="2421" y="1949"/>
                    <a:pt x="2544" y="1949"/>
                  </a:cubicBezTo>
                  <a:close/>
                  <a:moveTo>
                    <a:pt x="3242" y="0"/>
                  </a:moveTo>
                  <a:cubicBezTo>
                    <a:pt x="3183" y="0"/>
                    <a:pt x="3125" y="9"/>
                    <a:pt x="3069" y="27"/>
                  </a:cubicBezTo>
                  <a:cubicBezTo>
                    <a:pt x="2769" y="61"/>
                    <a:pt x="2468" y="161"/>
                    <a:pt x="2235" y="327"/>
                  </a:cubicBezTo>
                  <a:lnTo>
                    <a:pt x="200" y="1495"/>
                  </a:lnTo>
                  <a:cubicBezTo>
                    <a:pt x="133" y="1562"/>
                    <a:pt x="100" y="1595"/>
                    <a:pt x="67" y="1662"/>
                  </a:cubicBezTo>
                  <a:cubicBezTo>
                    <a:pt x="0" y="1762"/>
                    <a:pt x="0" y="1828"/>
                    <a:pt x="0" y="1929"/>
                  </a:cubicBezTo>
                  <a:lnTo>
                    <a:pt x="0" y="9034"/>
                  </a:lnTo>
                  <a:cubicBezTo>
                    <a:pt x="0" y="9100"/>
                    <a:pt x="0" y="9167"/>
                    <a:pt x="67" y="9234"/>
                  </a:cubicBezTo>
                  <a:cubicBezTo>
                    <a:pt x="83" y="9250"/>
                    <a:pt x="100" y="9259"/>
                    <a:pt x="121" y="9259"/>
                  </a:cubicBezTo>
                  <a:cubicBezTo>
                    <a:pt x="142" y="9259"/>
                    <a:pt x="167" y="9250"/>
                    <a:pt x="200" y="9234"/>
                  </a:cubicBezTo>
                  <a:lnTo>
                    <a:pt x="1134" y="8667"/>
                  </a:lnTo>
                  <a:cubicBezTo>
                    <a:pt x="1201" y="8633"/>
                    <a:pt x="1234" y="8567"/>
                    <a:pt x="1268" y="8500"/>
                  </a:cubicBezTo>
                  <a:cubicBezTo>
                    <a:pt x="1301" y="8433"/>
                    <a:pt x="1334" y="8366"/>
                    <a:pt x="1334" y="8266"/>
                  </a:cubicBezTo>
                  <a:lnTo>
                    <a:pt x="1334" y="6031"/>
                  </a:lnTo>
                  <a:lnTo>
                    <a:pt x="2235" y="5498"/>
                  </a:lnTo>
                  <a:cubicBezTo>
                    <a:pt x="2835" y="5131"/>
                    <a:pt x="3336" y="4630"/>
                    <a:pt x="3669" y="3997"/>
                  </a:cubicBezTo>
                  <a:cubicBezTo>
                    <a:pt x="3869" y="3696"/>
                    <a:pt x="4003" y="3330"/>
                    <a:pt x="4103" y="2963"/>
                  </a:cubicBezTo>
                  <a:cubicBezTo>
                    <a:pt x="4203" y="2562"/>
                    <a:pt x="4236" y="2162"/>
                    <a:pt x="4236" y="1762"/>
                  </a:cubicBezTo>
                  <a:cubicBezTo>
                    <a:pt x="4236" y="1395"/>
                    <a:pt x="4203" y="1061"/>
                    <a:pt x="4103" y="728"/>
                  </a:cubicBezTo>
                  <a:cubicBezTo>
                    <a:pt x="4036" y="494"/>
                    <a:pt x="3869" y="294"/>
                    <a:pt x="3669" y="127"/>
                  </a:cubicBezTo>
                  <a:cubicBezTo>
                    <a:pt x="3549" y="55"/>
                    <a:pt x="3394" y="0"/>
                    <a:pt x="324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53"/>
            <p:cNvSpPr/>
            <p:nvPr/>
          </p:nvSpPr>
          <p:spPr>
            <a:xfrm>
              <a:off x="4277400" y="3932625"/>
              <a:ext cx="93425" cy="207275"/>
            </a:xfrm>
            <a:custGeom>
              <a:rect b="b" l="l" r="r" t="t"/>
              <a:pathLst>
                <a:path extrusionOk="0" h="8291" w="3737">
                  <a:moveTo>
                    <a:pt x="1222" y="1"/>
                  </a:moveTo>
                  <a:cubicBezTo>
                    <a:pt x="1201" y="1"/>
                    <a:pt x="1184" y="9"/>
                    <a:pt x="1168" y="26"/>
                  </a:cubicBezTo>
                  <a:lnTo>
                    <a:pt x="200" y="593"/>
                  </a:lnTo>
                  <a:cubicBezTo>
                    <a:pt x="167" y="626"/>
                    <a:pt x="100" y="660"/>
                    <a:pt x="67" y="760"/>
                  </a:cubicBezTo>
                  <a:cubicBezTo>
                    <a:pt x="34" y="826"/>
                    <a:pt x="34" y="893"/>
                    <a:pt x="34" y="993"/>
                  </a:cubicBezTo>
                  <a:lnTo>
                    <a:pt x="34" y="8098"/>
                  </a:lnTo>
                  <a:cubicBezTo>
                    <a:pt x="0" y="8165"/>
                    <a:pt x="34" y="8232"/>
                    <a:pt x="67" y="8265"/>
                  </a:cubicBezTo>
                  <a:cubicBezTo>
                    <a:pt x="84" y="8282"/>
                    <a:pt x="109" y="8290"/>
                    <a:pt x="134" y="8290"/>
                  </a:cubicBezTo>
                  <a:cubicBezTo>
                    <a:pt x="159" y="8290"/>
                    <a:pt x="184" y="8282"/>
                    <a:pt x="200" y="8265"/>
                  </a:cubicBezTo>
                  <a:lnTo>
                    <a:pt x="3536" y="6364"/>
                  </a:lnTo>
                  <a:cubicBezTo>
                    <a:pt x="3569" y="6330"/>
                    <a:pt x="3636" y="6264"/>
                    <a:pt x="3669" y="6197"/>
                  </a:cubicBezTo>
                  <a:cubicBezTo>
                    <a:pt x="3703" y="6130"/>
                    <a:pt x="3703" y="6030"/>
                    <a:pt x="3703" y="5963"/>
                  </a:cubicBezTo>
                  <a:lnTo>
                    <a:pt x="3703" y="4796"/>
                  </a:lnTo>
                  <a:cubicBezTo>
                    <a:pt x="3736" y="4729"/>
                    <a:pt x="3703" y="4662"/>
                    <a:pt x="3669" y="4596"/>
                  </a:cubicBezTo>
                  <a:cubicBezTo>
                    <a:pt x="3653" y="4579"/>
                    <a:pt x="3628" y="4571"/>
                    <a:pt x="3603" y="4571"/>
                  </a:cubicBezTo>
                  <a:cubicBezTo>
                    <a:pt x="3578" y="4571"/>
                    <a:pt x="3553" y="4579"/>
                    <a:pt x="3536" y="4596"/>
                  </a:cubicBezTo>
                  <a:lnTo>
                    <a:pt x="1334" y="5863"/>
                  </a:lnTo>
                  <a:lnTo>
                    <a:pt x="1334" y="226"/>
                  </a:lnTo>
                  <a:cubicBezTo>
                    <a:pt x="1334" y="159"/>
                    <a:pt x="1334" y="93"/>
                    <a:pt x="1301" y="26"/>
                  </a:cubicBezTo>
                  <a:cubicBezTo>
                    <a:pt x="1268" y="9"/>
                    <a:pt x="1243" y="1"/>
                    <a:pt x="12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53"/>
            <p:cNvSpPr/>
            <p:nvPr/>
          </p:nvSpPr>
          <p:spPr>
            <a:xfrm>
              <a:off x="4385800" y="3835900"/>
              <a:ext cx="94250" cy="242275"/>
            </a:xfrm>
            <a:custGeom>
              <a:rect b="b" l="l" r="r" t="t"/>
              <a:pathLst>
                <a:path extrusionOk="0" h="9691" w="3770">
                  <a:moveTo>
                    <a:pt x="3591" y="0"/>
                  </a:moveTo>
                  <a:cubicBezTo>
                    <a:pt x="3570" y="0"/>
                    <a:pt x="3553" y="9"/>
                    <a:pt x="3536" y="25"/>
                  </a:cubicBezTo>
                  <a:lnTo>
                    <a:pt x="201" y="1960"/>
                  </a:lnTo>
                  <a:cubicBezTo>
                    <a:pt x="134" y="1993"/>
                    <a:pt x="67" y="2060"/>
                    <a:pt x="34" y="2127"/>
                  </a:cubicBezTo>
                  <a:cubicBezTo>
                    <a:pt x="1" y="2194"/>
                    <a:pt x="1" y="2294"/>
                    <a:pt x="1" y="2360"/>
                  </a:cubicBezTo>
                  <a:lnTo>
                    <a:pt x="1" y="9499"/>
                  </a:lnTo>
                  <a:cubicBezTo>
                    <a:pt x="1" y="9566"/>
                    <a:pt x="1" y="9599"/>
                    <a:pt x="34" y="9666"/>
                  </a:cubicBezTo>
                  <a:cubicBezTo>
                    <a:pt x="67" y="9682"/>
                    <a:pt x="92" y="9691"/>
                    <a:pt x="117" y="9691"/>
                  </a:cubicBezTo>
                  <a:cubicBezTo>
                    <a:pt x="142" y="9691"/>
                    <a:pt x="167" y="9682"/>
                    <a:pt x="201" y="9666"/>
                  </a:cubicBezTo>
                  <a:lnTo>
                    <a:pt x="3570" y="7698"/>
                  </a:lnTo>
                  <a:cubicBezTo>
                    <a:pt x="3637" y="7664"/>
                    <a:pt x="3703" y="7597"/>
                    <a:pt x="3703" y="7531"/>
                  </a:cubicBezTo>
                  <a:cubicBezTo>
                    <a:pt x="3737" y="7464"/>
                    <a:pt x="3770" y="7364"/>
                    <a:pt x="3770" y="7297"/>
                  </a:cubicBezTo>
                  <a:lnTo>
                    <a:pt x="3770" y="6130"/>
                  </a:lnTo>
                  <a:cubicBezTo>
                    <a:pt x="3770" y="6063"/>
                    <a:pt x="3770" y="5996"/>
                    <a:pt x="3703" y="5930"/>
                  </a:cubicBezTo>
                  <a:cubicBezTo>
                    <a:pt x="3687" y="5913"/>
                    <a:pt x="3662" y="5905"/>
                    <a:pt x="3637" y="5905"/>
                  </a:cubicBezTo>
                  <a:cubicBezTo>
                    <a:pt x="3612" y="5905"/>
                    <a:pt x="3587" y="5913"/>
                    <a:pt x="3570" y="5930"/>
                  </a:cubicBezTo>
                  <a:lnTo>
                    <a:pt x="1335" y="7231"/>
                  </a:lnTo>
                  <a:lnTo>
                    <a:pt x="1335" y="5996"/>
                  </a:lnTo>
                  <a:lnTo>
                    <a:pt x="3370" y="4829"/>
                  </a:lnTo>
                  <a:cubicBezTo>
                    <a:pt x="3436" y="4762"/>
                    <a:pt x="3470" y="4729"/>
                    <a:pt x="3503" y="4662"/>
                  </a:cubicBezTo>
                  <a:cubicBezTo>
                    <a:pt x="3536" y="4562"/>
                    <a:pt x="3570" y="4495"/>
                    <a:pt x="3570" y="4395"/>
                  </a:cubicBezTo>
                  <a:lnTo>
                    <a:pt x="3570" y="3261"/>
                  </a:lnTo>
                  <a:cubicBezTo>
                    <a:pt x="3570" y="3194"/>
                    <a:pt x="3536" y="3128"/>
                    <a:pt x="3503" y="3061"/>
                  </a:cubicBezTo>
                  <a:cubicBezTo>
                    <a:pt x="3486" y="3044"/>
                    <a:pt x="3461" y="3036"/>
                    <a:pt x="3436" y="3036"/>
                  </a:cubicBezTo>
                  <a:cubicBezTo>
                    <a:pt x="3411" y="3036"/>
                    <a:pt x="3386" y="3044"/>
                    <a:pt x="3370" y="3061"/>
                  </a:cubicBezTo>
                  <a:lnTo>
                    <a:pt x="1335" y="4262"/>
                  </a:lnTo>
                  <a:lnTo>
                    <a:pt x="1335" y="3061"/>
                  </a:lnTo>
                  <a:lnTo>
                    <a:pt x="3536" y="1793"/>
                  </a:lnTo>
                  <a:cubicBezTo>
                    <a:pt x="3570" y="1760"/>
                    <a:pt x="3637" y="1693"/>
                    <a:pt x="3670" y="1627"/>
                  </a:cubicBezTo>
                  <a:cubicBezTo>
                    <a:pt x="3703" y="1526"/>
                    <a:pt x="3703" y="1460"/>
                    <a:pt x="3703" y="1393"/>
                  </a:cubicBezTo>
                  <a:lnTo>
                    <a:pt x="3703" y="226"/>
                  </a:lnTo>
                  <a:cubicBezTo>
                    <a:pt x="3737" y="159"/>
                    <a:pt x="3703" y="92"/>
                    <a:pt x="3670" y="25"/>
                  </a:cubicBezTo>
                  <a:cubicBezTo>
                    <a:pt x="3637" y="9"/>
                    <a:pt x="3612" y="0"/>
                    <a:pt x="359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53"/>
            <p:cNvSpPr/>
            <p:nvPr/>
          </p:nvSpPr>
          <p:spPr>
            <a:xfrm>
              <a:off x="4490050" y="3781900"/>
              <a:ext cx="124275" cy="236225"/>
            </a:xfrm>
            <a:custGeom>
              <a:rect b="b" l="l" r="r" t="t"/>
              <a:pathLst>
                <a:path extrusionOk="0" h="9449" w="4971">
                  <a:moveTo>
                    <a:pt x="2502" y="2552"/>
                  </a:moveTo>
                  <a:lnTo>
                    <a:pt x="3069" y="4854"/>
                  </a:lnTo>
                  <a:lnTo>
                    <a:pt x="1902" y="5521"/>
                  </a:lnTo>
                  <a:lnTo>
                    <a:pt x="2502" y="2552"/>
                  </a:lnTo>
                  <a:close/>
                  <a:moveTo>
                    <a:pt x="3198" y="0"/>
                  </a:moveTo>
                  <a:cubicBezTo>
                    <a:pt x="3161" y="0"/>
                    <a:pt x="3119" y="17"/>
                    <a:pt x="3069" y="51"/>
                  </a:cubicBezTo>
                  <a:lnTo>
                    <a:pt x="1902" y="718"/>
                  </a:lnTo>
                  <a:cubicBezTo>
                    <a:pt x="1802" y="784"/>
                    <a:pt x="1735" y="851"/>
                    <a:pt x="1701" y="951"/>
                  </a:cubicBezTo>
                  <a:cubicBezTo>
                    <a:pt x="1635" y="1051"/>
                    <a:pt x="1601" y="1151"/>
                    <a:pt x="1601" y="1285"/>
                  </a:cubicBezTo>
                  <a:lnTo>
                    <a:pt x="34" y="9124"/>
                  </a:lnTo>
                  <a:cubicBezTo>
                    <a:pt x="34" y="9157"/>
                    <a:pt x="34" y="9224"/>
                    <a:pt x="0" y="9290"/>
                  </a:cubicBezTo>
                  <a:cubicBezTo>
                    <a:pt x="0" y="9357"/>
                    <a:pt x="34" y="9391"/>
                    <a:pt x="67" y="9424"/>
                  </a:cubicBezTo>
                  <a:cubicBezTo>
                    <a:pt x="84" y="9441"/>
                    <a:pt x="100" y="9449"/>
                    <a:pt x="117" y="9449"/>
                  </a:cubicBezTo>
                  <a:cubicBezTo>
                    <a:pt x="134" y="9449"/>
                    <a:pt x="150" y="9441"/>
                    <a:pt x="167" y="9424"/>
                  </a:cubicBezTo>
                  <a:lnTo>
                    <a:pt x="1068" y="8924"/>
                  </a:lnTo>
                  <a:cubicBezTo>
                    <a:pt x="1168" y="8857"/>
                    <a:pt x="1234" y="8790"/>
                    <a:pt x="1268" y="8690"/>
                  </a:cubicBezTo>
                  <a:cubicBezTo>
                    <a:pt x="1301" y="8623"/>
                    <a:pt x="1335" y="8557"/>
                    <a:pt x="1368" y="8490"/>
                  </a:cubicBezTo>
                  <a:lnTo>
                    <a:pt x="1568" y="7456"/>
                  </a:lnTo>
                  <a:lnTo>
                    <a:pt x="3469" y="6355"/>
                  </a:lnTo>
                  <a:lnTo>
                    <a:pt x="3670" y="7156"/>
                  </a:lnTo>
                  <a:cubicBezTo>
                    <a:pt x="3670" y="7189"/>
                    <a:pt x="3703" y="7256"/>
                    <a:pt x="3736" y="7289"/>
                  </a:cubicBezTo>
                  <a:cubicBezTo>
                    <a:pt x="3750" y="7303"/>
                    <a:pt x="3770" y="7311"/>
                    <a:pt x="3795" y="7311"/>
                  </a:cubicBezTo>
                  <a:cubicBezTo>
                    <a:pt x="3831" y="7311"/>
                    <a:pt x="3878" y="7295"/>
                    <a:pt x="3936" y="7256"/>
                  </a:cubicBezTo>
                  <a:lnTo>
                    <a:pt x="4837" y="6755"/>
                  </a:lnTo>
                  <a:cubicBezTo>
                    <a:pt x="4870" y="6722"/>
                    <a:pt x="4904" y="6689"/>
                    <a:pt x="4937" y="6622"/>
                  </a:cubicBezTo>
                  <a:cubicBezTo>
                    <a:pt x="4970" y="6555"/>
                    <a:pt x="4970" y="6488"/>
                    <a:pt x="4970" y="6422"/>
                  </a:cubicBezTo>
                  <a:cubicBezTo>
                    <a:pt x="4970" y="6355"/>
                    <a:pt x="4970" y="6322"/>
                    <a:pt x="4937" y="6288"/>
                  </a:cubicBezTo>
                  <a:lnTo>
                    <a:pt x="3403" y="217"/>
                  </a:lnTo>
                  <a:cubicBezTo>
                    <a:pt x="3369" y="151"/>
                    <a:pt x="3336" y="84"/>
                    <a:pt x="3303" y="51"/>
                  </a:cubicBezTo>
                  <a:cubicBezTo>
                    <a:pt x="3269" y="17"/>
                    <a:pt x="3236" y="0"/>
                    <a:pt x="319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53"/>
            <p:cNvSpPr/>
            <p:nvPr/>
          </p:nvSpPr>
          <p:spPr>
            <a:xfrm>
              <a:off x="4618475" y="3711425"/>
              <a:ext cx="110100" cy="212975"/>
            </a:xfrm>
            <a:custGeom>
              <a:rect b="b" l="l" r="r" t="t"/>
              <a:pathLst>
                <a:path extrusionOk="0" h="8519" w="4404">
                  <a:moveTo>
                    <a:pt x="3036" y="1"/>
                  </a:moveTo>
                  <a:cubicBezTo>
                    <a:pt x="2736" y="34"/>
                    <a:pt x="2435" y="134"/>
                    <a:pt x="2202" y="301"/>
                  </a:cubicBezTo>
                  <a:cubicBezTo>
                    <a:pt x="1868" y="468"/>
                    <a:pt x="1568" y="701"/>
                    <a:pt x="1335" y="1002"/>
                  </a:cubicBezTo>
                  <a:cubicBezTo>
                    <a:pt x="834" y="1535"/>
                    <a:pt x="467" y="2169"/>
                    <a:pt x="300" y="2870"/>
                  </a:cubicBezTo>
                  <a:cubicBezTo>
                    <a:pt x="200" y="3203"/>
                    <a:pt x="134" y="3537"/>
                    <a:pt x="134" y="3870"/>
                  </a:cubicBezTo>
                  <a:cubicBezTo>
                    <a:pt x="100" y="4304"/>
                    <a:pt x="234" y="4771"/>
                    <a:pt x="501" y="5171"/>
                  </a:cubicBezTo>
                  <a:cubicBezTo>
                    <a:pt x="679" y="5349"/>
                    <a:pt x="931" y="5438"/>
                    <a:pt x="1188" y="5438"/>
                  </a:cubicBezTo>
                  <a:cubicBezTo>
                    <a:pt x="1316" y="5438"/>
                    <a:pt x="1446" y="5416"/>
                    <a:pt x="1568" y="5371"/>
                  </a:cubicBezTo>
                  <a:cubicBezTo>
                    <a:pt x="1835" y="5305"/>
                    <a:pt x="2035" y="5238"/>
                    <a:pt x="2235" y="5171"/>
                  </a:cubicBezTo>
                  <a:cubicBezTo>
                    <a:pt x="2402" y="5138"/>
                    <a:pt x="2569" y="5104"/>
                    <a:pt x="2736" y="5104"/>
                  </a:cubicBezTo>
                  <a:cubicBezTo>
                    <a:pt x="2755" y="5095"/>
                    <a:pt x="2777" y="5091"/>
                    <a:pt x="2802" y="5091"/>
                  </a:cubicBezTo>
                  <a:cubicBezTo>
                    <a:pt x="2861" y="5091"/>
                    <a:pt x="2932" y="5114"/>
                    <a:pt x="3002" y="5138"/>
                  </a:cubicBezTo>
                  <a:cubicBezTo>
                    <a:pt x="3069" y="5171"/>
                    <a:pt x="3102" y="5271"/>
                    <a:pt x="3102" y="5371"/>
                  </a:cubicBezTo>
                  <a:cubicBezTo>
                    <a:pt x="3102" y="5571"/>
                    <a:pt x="3002" y="5805"/>
                    <a:pt x="2836" y="5972"/>
                  </a:cubicBezTo>
                  <a:cubicBezTo>
                    <a:pt x="2669" y="6139"/>
                    <a:pt x="2435" y="6305"/>
                    <a:pt x="2202" y="6439"/>
                  </a:cubicBezTo>
                  <a:cubicBezTo>
                    <a:pt x="2102" y="6505"/>
                    <a:pt x="1968" y="6572"/>
                    <a:pt x="1835" y="6572"/>
                  </a:cubicBezTo>
                  <a:cubicBezTo>
                    <a:pt x="1768" y="6572"/>
                    <a:pt x="1668" y="6572"/>
                    <a:pt x="1601" y="6539"/>
                  </a:cubicBezTo>
                  <a:cubicBezTo>
                    <a:pt x="1535" y="6505"/>
                    <a:pt x="1501" y="6472"/>
                    <a:pt x="1435" y="6439"/>
                  </a:cubicBezTo>
                  <a:lnTo>
                    <a:pt x="1368" y="6339"/>
                  </a:lnTo>
                  <a:cubicBezTo>
                    <a:pt x="1335" y="6305"/>
                    <a:pt x="1301" y="6272"/>
                    <a:pt x="1268" y="6272"/>
                  </a:cubicBezTo>
                  <a:cubicBezTo>
                    <a:pt x="1201" y="6272"/>
                    <a:pt x="1134" y="6305"/>
                    <a:pt x="1101" y="6339"/>
                  </a:cubicBezTo>
                  <a:lnTo>
                    <a:pt x="167" y="6872"/>
                  </a:lnTo>
                  <a:cubicBezTo>
                    <a:pt x="100" y="6906"/>
                    <a:pt x="67" y="6939"/>
                    <a:pt x="67" y="7006"/>
                  </a:cubicBezTo>
                  <a:cubicBezTo>
                    <a:pt x="34" y="7073"/>
                    <a:pt x="0" y="7139"/>
                    <a:pt x="0" y="7206"/>
                  </a:cubicBezTo>
                  <a:cubicBezTo>
                    <a:pt x="0" y="7439"/>
                    <a:pt x="34" y="7706"/>
                    <a:pt x="167" y="7906"/>
                  </a:cubicBezTo>
                  <a:cubicBezTo>
                    <a:pt x="267" y="8107"/>
                    <a:pt x="434" y="8273"/>
                    <a:pt x="601" y="8373"/>
                  </a:cubicBezTo>
                  <a:cubicBezTo>
                    <a:pt x="779" y="8475"/>
                    <a:pt x="957" y="8519"/>
                    <a:pt x="1136" y="8519"/>
                  </a:cubicBezTo>
                  <a:cubicBezTo>
                    <a:pt x="1191" y="8519"/>
                    <a:pt x="1246" y="8515"/>
                    <a:pt x="1301" y="8507"/>
                  </a:cubicBezTo>
                  <a:cubicBezTo>
                    <a:pt x="1635" y="8474"/>
                    <a:pt x="1935" y="8373"/>
                    <a:pt x="2202" y="8207"/>
                  </a:cubicBezTo>
                  <a:cubicBezTo>
                    <a:pt x="2502" y="8007"/>
                    <a:pt x="2802" y="7773"/>
                    <a:pt x="3069" y="7506"/>
                  </a:cubicBezTo>
                  <a:cubicBezTo>
                    <a:pt x="3336" y="7273"/>
                    <a:pt x="3569" y="6972"/>
                    <a:pt x="3770" y="6639"/>
                  </a:cubicBezTo>
                  <a:cubicBezTo>
                    <a:pt x="3970" y="6305"/>
                    <a:pt x="4137" y="5972"/>
                    <a:pt x="4237" y="5605"/>
                  </a:cubicBezTo>
                  <a:cubicBezTo>
                    <a:pt x="4337" y="5271"/>
                    <a:pt x="4403" y="4904"/>
                    <a:pt x="4403" y="4537"/>
                  </a:cubicBezTo>
                  <a:cubicBezTo>
                    <a:pt x="4403" y="4237"/>
                    <a:pt x="4370" y="3970"/>
                    <a:pt x="4303" y="3703"/>
                  </a:cubicBezTo>
                  <a:cubicBezTo>
                    <a:pt x="4270" y="3503"/>
                    <a:pt x="4170" y="3337"/>
                    <a:pt x="4003" y="3203"/>
                  </a:cubicBezTo>
                  <a:cubicBezTo>
                    <a:pt x="3870" y="3070"/>
                    <a:pt x="3703" y="3003"/>
                    <a:pt x="3536" y="3003"/>
                  </a:cubicBezTo>
                  <a:cubicBezTo>
                    <a:pt x="3303" y="3003"/>
                    <a:pt x="3069" y="3036"/>
                    <a:pt x="2836" y="3103"/>
                  </a:cubicBezTo>
                  <a:lnTo>
                    <a:pt x="2168" y="3270"/>
                  </a:lnTo>
                  <a:cubicBezTo>
                    <a:pt x="2035" y="3303"/>
                    <a:pt x="1902" y="3337"/>
                    <a:pt x="1768" y="3337"/>
                  </a:cubicBezTo>
                  <a:cubicBezTo>
                    <a:pt x="1668" y="3337"/>
                    <a:pt x="1601" y="3303"/>
                    <a:pt x="1535" y="3270"/>
                  </a:cubicBezTo>
                  <a:cubicBezTo>
                    <a:pt x="1468" y="3203"/>
                    <a:pt x="1468" y="3103"/>
                    <a:pt x="1468" y="3036"/>
                  </a:cubicBezTo>
                  <a:cubicBezTo>
                    <a:pt x="1468" y="2903"/>
                    <a:pt x="1468" y="2803"/>
                    <a:pt x="1535" y="2703"/>
                  </a:cubicBezTo>
                  <a:cubicBezTo>
                    <a:pt x="1568" y="2636"/>
                    <a:pt x="1601" y="2536"/>
                    <a:pt x="1668" y="2469"/>
                  </a:cubicBezTo>
                  <a:cubicBezTo>
                    <a:pt x="1735" y="2369"/>
                    <a:pt x="1835" y="2302"/>
                    <a:pt x="1902" y="2236"/>
                  </a:cubicBezTo>
                  <a:cubicBezTo>
                    <a:pt x="1968" y="2169"/>
                    <a:pt x="2068" y="2102"/>
                    <a:pt x="2168" y="2069"/>
                  </a:cubicBezTo>
                  <a:cubicBezTo>
                    <a:pt x="2269" y="2002"/>
                    <a:pt x="2369" y="1969"/>
                    <a:pt x="2469" y="1936"/>
                  </a:cubicBezTo>
                  <a:cubicBezTo>
                    <a:pt x="2535" y="1936"/>
                    <a:pt x="2635" y="1936"/>
                    <a:pt x="2702" y="1969"/>
                  </a:cubicBezTo>
                  <a:cubicBezTo>
                    <a:pt x="2736" y="1969"/>
                    <a:pt x="2802" y="2002"/>
                    <a:pt x="2836" y="2036"/>
                  </a:cubicBezTo>
                  <a:lnTo>
                    <a:pt x="2902" y="2102"/>
                  </a:lnTo>
                  <a:cubicBezTo>
                    <a:pt x="2936" y="2136"/>
                    <a:pt x="2969" y="2169"/>
                    <a:pt x="3002" y="2169"/>
                  </a:cubicBezTo>
                  <a:cubicBezTo>
                    <a:pt x="3069" y="2169"/>
                    <a:pt x="3136" y="2169"/>
                    <a:pt x="3169" y="2136"/>
                  </a:cubicBezTo>
                  <a:lnTo>
                    <a:pt x="4103" y="1569"/>
                  </a:lnTo>
                  <a:cubicBezTo>
                    <a:pt x="4170" y="1535"/>
                    <a:pt x="4203" y="1502"/>
                    <a:pt x="4203" y="1435"/>
                  </a:cubicBezTo>
                  <a:cubicBezTo>
                    <a:pt x="4237" y="1402"/>
                    <a:pt x="4270" y="1335"/>
                    <a:pt x="4270" y="1268"/>
                  </a:cubicBezTo>
                  <a:cubicBezTo>
                    <a:pt x="4270" y="1035"/>
                    <a:pt x="4203" y="801"/>
                    <a:pt x="4103" y="601"/>
                  </a:cubicBezTo>
                  <a:cubicBezTo>
                    <a:pt x="4003" y="434"/>
                    <a:pt x="3870" y="268"/>
                    <a:pt x="3703" y="168"/>
                  </a:cubicBezTo>
                  <a:cubicBezTo>
                    <a:pt x="3469" y="34"/>
                    <a:pt x="3269" y="1"/>
                    <a:pt x="303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53"/>
            <p:cNvSpPr/>
            <p:nvPr/>
          </p:nvSpPr>
          <p:spPr>
            <a:xfrm>
              <a:off x="4746900" y="3627625"/>
              <a:ext cx="95075" cy="241225"/>
            </a:xfrm>
            <a:custGeom>
              <a:rect b="b" l="l" r="r" t="t"/>
              <a:pathLst>
                <a:path extrusionOk="0" h="9649" w="3803">
                  <a:moveTo>
                    <a:pt x="3603" y="0"/>
                  </a:moveTo>
                  <a:cubicBezTo>
                    <a:pt x="3578" y="0"/>
                    <a:pt x="3553" y="17"/>
                    <a:pt x="3536" y="50"/>
                  </a:cubicBezTo>
                  <a:lnTo>
                    <a:pt x="200" y="1952"/>
                  </a:lnTo>
                  <a:cubicBezTo>
                    <a:pt x="134" y="1985"/>
                    <a:pt x="100" y="2052"/>
                    <a:pt x="67" y="2119"/>
                  </a:cubicBezTo>
                  <a:cubicBezTo>
                    <a:pt x="34" y="2185"/>
                    <a:pt x="0" y="2285"/>
                    <a:pt x="0" y="2385"/>
                  </a:cubicBezTo>
                  <a:lnTo>
                    <a:pt x="0" y="9457"/>
                  </a:lnTo>
                  <a:cubicBezTo>
                    <a:pt x="0" y="9524"/>
                    <a:pt x="34" y="9591"/>
                    <a:pt x="67" y="9624"/>
                  </a:cubicBezTo>
                  <a:cubicBezTo>
                    <a:pt x="84" y="9641"/>
                    <a:pt x="109" y="9649"/>
                    <a:pt x="134" y="9649"/>
                  </a:cubicBezTo>
                  <a:cubicBezTo>
                    <a:pt x="159" y="9649"/>
                    <a:pt x="184" y="9641"/>
                    <a:pt x="200" y="9624"/>
                  </a:cubicBezTo>
                  <a:lnTo>
                    <a:pt x="3603" y="7689"/>
                  </a:lnTo>
                  <a:cubicBezTo>
                    <a:pt x="3670" y="7656"/>
                    <a:pt x="3703" y="7589"/>
                    <a:pt x="3736" y="7522"/>
                  </a:cubicBezTo>
                  <a:cubicBezTo>
                    <a:pt x="3770" y="7422"/>
                    <a:pt x="3770" y="7356"/>
                    <a:pt x="3803" y="7289"/>
                  </a:cubicBezTo>
                  <a:lnTo>
                    <a:pt x="3803" y="6121"/>
                  </a:lnTo>
                  <a:cubicBezTo>
                    <a:pt x="3803" y="6055"/>
                    <a:pt x="3770" y="5988"/>
                    <a:pt x="3736" y="5921"/>
                  </a:cubicBezTo>
                  <a:cubicBezTo>
                    <a:pt x="3720" y="5905"/>
                    <a:pt x="3695" y="5896"/>
                    <a:pt x="3670" y="5896"/>
                  </a:cubicBezTo>
                  <a:cubicBezTo>
                    <a:pt x="3645" y="5896"/>
                    <a:pt x="3620" y="5905"/>
                    <a:pt x="3603" y="5921"/>
                  </a:cubicBezTo>
                  <a:lnTo>
                    <a:pt x="1335" y="7256"/>
                  </a:lnTo>
                  <a:lnTo>
                    <a:pt x="1335" y="5988"/>
                  </a:lnTo>
                  <a:lnTo>
                    <a:pt x="3403" y="4821"/>
                  </a:lnTo>
                  <a:cubicBezTo>
                    <a:pt x="3436" y="4787"/>
                    <a:pt x="3503" y="4720"/>
                    <a:pt x="3536" y="4654"/>
                  </a:cubicBezTo>
                  <a:cubicBezTo>
                    <a:pt x="3569" y="4587"/>
                    <a:pt x="3569" y="4487"/>
                    <a:pt x="3569" y="4420"/>
                  </a:cubicBezTo>
                  <a:lnTo>
                    <a:pt x="3569" y="3253"/>
                  </a:lnTo>
                  <a:cubicBezTo>
                    <a:pt x="3569" y="3186"/>
                    <a:pt x="3569" y="3119"/>
                    <a:pt x="3536" y="3053"/>
                  </a:cubicBezTo>
                  <a:cubicBezTo>
                    <a:pt x="3503" y="3036"/>
                    <a:pt x="3478" y="3028"/>
                    <a:pt x="3457" y="3028"/>
                  </a:cubicBezTo>
                  <a:cubicBezTo>
                    <a:pt x="3436" y="3028"/>
                    <a:pt x="3419" y="3036"/>
                    <a:pt x="3403" y="3053"/>
                  </a:cubicBezTo>
                  <a:lnTo>
                    <a:pt x="1335" y="4253"/>
                  </a:lnTo>
                  <a:lnTo>
                    <a:pt x="1335" y="3053"/>
                  </a:lnTo>
                  <a:lnTo>
                    <a:pt x="3536" y="1785"/>
                  </a:lnTo>
                  <a:cubicBezTo>
                    <a:pt x="3603" y="1752"/>
                    <a:pt x="3636" y="1685"/>
                    <a:pt x="3670" y="1618"/>
                  </a:cubicBezTo>
                  <a:cubicBezTo>
                    <a:pt x="3703" y="1552"/>
                    <a:pt x="3736" y="1451"/>
                    <a:pt x="3736" y="1385"/>
                  </a:cubicBezTo>
                  <a:lnTo>
                    <a:pt x="3736" y="217"/>
                  </a:lnTo>
                  <a:cubicBezTo>
                    <a:pt x="3736" y="150"/>
                    <a:pt x="3736" y="84"/>
                    <a:pt x="3670" y="50"/>
                  </a:cubicBezTo>
                  <a:cubicBezTo>
                    <a:pt x="3653" y="17"/>
                    <a:pt x="3628" y="0"/>
                    <a:pt x="360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53"/>
            <p:cNvSpPr/>
            <p:nvPr/>
          </p:nvSpPr>
          <p:spPr>
            <a:xfrm>
              <a:off x="4860300" y="3597400"/>
              <a:ext cx="32550" cy="206425"/>
            </a:xfrm>
            <a:custGeom>
              <a:rect b="b" l="l" r="r" t="t"/>
              <a:pathLst>
                <a:path extrusionOk="0" h="8257" w="1302">
                  <a:moveTo>
                    <a:pt x="1168" y="0"/>
                  </a:moveTo>
                  <a:cubicBezTo>
                    <a:pt x="1143" y="0"/>
                    <a:pt x="1118" y="9"/>
                    <a:pt x="1102" y="25"/>
                  </a:cubicBezTo>
                  <a:lnTo>
                    <a:pt x="201" y="526"/>
                  </a:lnTo>
                  <a:cubicBezTo>
                    <a:pt x="134" y="559"/>
                    <a:pt x="101" y="626"/>
                    <a:pt x="68" y="692"/>
                  </a:cubicBezTo>
                  <a:cubicBezTo>
                    <a:pt x="34" y="759"/>
                    <a:pt x="1" y="859"/>
                    <a:pt x="1" y="926"/>
                  </a:cubicBezTo>
                  <a:lnTo>
                    <a:pt x="1" y="5696"/>
                  </a:lnTo>
                  <a:cubicBezTo>
                    <a:pt x="1" y="5763"/>
                    <a:pt x="34" y="5829"/>
                    <a:pt x="68" y="5863"/>
                  </a:cubicBezTo>
                  <a:cubicBezTo>
                    <a:pt x="84" y="5879"/>
                    <a:pt x="109" y="5888"/>
                    <a:pt x="134" y="5888"/>
                  </a:cubicBezTo>
                  <a:cubicBezTo>
                    <a:pt x="159" y="5888"/>
                    <a:pt x="184" y="5879"/>
                    <a:pt x="201" y="5863"/>
                  </a:cubicBezTo>
                  <a:lnTo>
                    <a:pt x="1102" y="5362"/>
                  </a:lnTo>
                  <a:cubicBezTo>
                    <a:pt x="1168" y="5296"/>
                    <a:pt x="1202" y="5262"/>
                    <a:pt x="1235" y="5196"/>
                  </a:cubicBezTo>
                  <a:cubicBezTo>
                    <a:pt x="1268" y="5096"/>
                    <a:pt x="1302" y="5029"/>
                    <a:pt x="1302" y="4929"/>
                  </a:cubicBezTo>
                  <a:lnTo>
                    <a:pt x="1302" y="192"/>
                  </a:lnTo>
                  <a:cubicBezTo>
                    <a:pt x="1302" y="125"/>
                    <a:pt x="1268" y="59"/>
                    <a:pt x="1235" y="25"/>
                  </a:cubicBezTo>
                  <a:cubicBezTo>
                    <a:pt x="1218" y="9"/>
                    <a:pt x="1193" y="0"/>
                    <a:pt x="1168" y="0"/>
                  </a:cubicBezTo>
                  <a:close/>
                  <a:moveTo>
                    <a:pt x="1168" y="5971"/>
                  </a:moveTo>
                  <a:cubicBezTo>
                    <a:pt x="1143" y="5971"/>
                    <a:pt x="1118" y="5979"/>
                    <a:pt x="1102" y="5996"/>
                  </a:cubicBezTo>
                  <a:lnTo>
                    <a:pt x="201" y="6530"/>
                  </a:lnTo>
                  <a:cubicBezTo>
                    <a:pt x="134" y="6563"/>
                    <a:pt x="101" y="6630"/>
                    <a:pt x="68" y="6697"/>
                  </a:cubicBezTo>
                  <a:cubicBezTo>
                    <a:pt x="34" y="6763"/>
                    <a:pt x="1" y="6863"/>
                    <a:pt x="1" y="6930"/>
                  </a:cubicBezTo>
                  <a:lnTo>
                    <a:pt x="1" y="8064"/>
                  </a:lnTo>
                  <a:cubicBezTo>
                    <a:pt x="1" y="8131"/>
                    <a:pt x="34" y="8198"/>
                    <a:pt x="68" y="8231"/>
                  </a:cubicBezTo>
                  <a:cubicBezTo>
                    <a:pt x="84" y="8248"/>
                    <a:pt x="109" y="8256"/>
                    <a:pt x="134" y="8256"/>
                  </a:cubicBezTo>
                  <a:cubicBezTo>
                    <a:pt x="159" y="8256"/>
                    <a:pt x="184" y="8248"/>
                    <a:pt x="201" y="8231"/>
                  </a:cubicBezTo>
                  <a:lnTo>
                    <a:pt x="1102" y="7731"/>
                  </a:lnTo>
                  <a:cubicBezTo>
                    <a:pt x="1168" y="7664"/>
                    <a:pt x="1202" y="7631"/>
                    <a:pt x="1235" y="7564"/>
                  </a:cubicBezTo>
                  <a:cubicBezTo>
                    <a:pt x="1268" y="7464"/>
                    <a:pt x="1302" y="7397"/>
                    <a:pt x="1302" y="7297"/>
                  </a:cubicBezTo>
                  <a:lnTo>
                    <a:pt x="1302" y="6196"/>
                  </a:lnTo>
                  <a:cubicBezTo>
                    <a:pt x="1302" y="6130"/>
                    <a:pt x="1268" y="6063"/>
                    <a:pt x="1235" y="5996"/>
                  </a:cubicBezTo>
                  <a:cubicBezTo>
                    <a:pt x="1218" y="5979"/>
                    <a:pt x="1193" y="5971"/>
                    <a:pt x="1168" y="597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53"/>
            <p:cNvSpPr/>
            <p:nvPr/>
          </p:nvSpPr>
          <p:spPr>
            <a:xfrm>
              <a:off x="4914525" y="3565700"/>
              <a:ext cx="32525" cy="207250"/>
            </a:xfrm>
            <a:custGeom>
              <a:rect b="b" l="l" r="r" t="t"/>
              <a:pathLst>
                <a:path extrusionOk="0" h="8290" w="1301">
                  <a:moveTo>
                    <a:pt x="1168" y="1"/>
                  </a:moveTo>
                  <a:cubicBezTo>
                    <a:pt x="1143" y="1"/>
                    <a:pt x="1118" y="9"/>
                    <a:pt x="1101" y="26"/>
                  </a:cubicBezTo>
                  <a:lnTo>
                    <a:pt x="200" y="559"/>
                  </a:lnTo>
                  <a:cubicBezTo>
                    <a:pt x="133" y="593"/>
                    <a:pt x="100" y="659"/>
                    <a:pt x="67" y="726"/>
                  </a:cubicBezTo>
                  <a:cubicBezTo>
                    <a:pt x="33" y="793"/>
                    <a:pt x="0" y="860"/>
                    <a:pt x="0" y="960"/>
                  </a:cubicBezTo>
                  <a:lnTo>
                    <a:pt x="0" y="5696"/>
                  </a:lnTo>
                  <a:cubicBezTo>
                    <a:pt x="0" y="5763"/>
                    <a:pt x="0" y="5830"/>
                    <a:pt x="67" y="5897"/>
                  </a:cubicBezTo>
                  <a:cubicBezTo>
                    <a:pt x="83" y="5913"/>
                    <a:pt x="108" y="5922"/>
                    <a:pt x="133" y="5922"/>
                  </a:cubicBezTo>
                  <a:cubicBezTo>
                    <a:pt x="159" y="5922"/>
                    <a:pt x="184" y="5913"/>
                    <a:pt x="200" y="5897"/>
                  </a:cubicBezTo>
                  <a:lnTo>
                    <a:pt x="1101" y="5363"/>
                  </a:lnTo>
                  <a:cubicBezTo>
                    <a:pt x="1168" y="5329"/>
                    <a:pt x="1201" y="5263"/>
                    <a:pt x="1234" y="5196"/>
                  </a:cubicBezTo>
                  <a:cubicBezTo>
                    <a:pt x="1268" y="5129"/>
                    <a:pt x="1301" y="5063"/>
                    <a:pt x="1301" y="4963"/>
                  </a:cubicBezTo>
                  <a:lnTo>
                    <a:pt x="1301" y="226"/>
                  </a:lnTo>
                  <a:cubicBezTo>
                    <a:pt x="1301" y="159"/>
                    <a:pt x="1268" y="92"/>
                    <a:pt x="1234" y="26"/>
                  </a:cubicBezTo>
                  <a:cubicBezTo>
                    <a:pt x="1218" y="9"/>
                    <a:pt x="1193" y="1"/>
                    <a:pt x="1168" y="1"/>
                  </a:cubicBezTo>
                  <a:close/>
                  <a:moveTo>
                    <a:pt x="1168" y="6005"/>
                  </a:moveTo>
                  <a:cubicBezTo>
                    <a:pt x="1143" y="6005"/>
                    <a:pt x="1118" y="6013"/>
                    <a:pt x="1101" y="6030"/>
                  </a:cubicBezTo>
                  <a:lnTo>
                    <a:pt x="200" y="6564"/>
                  </a:lnTo>
                  <a:cubicBezTo>
                    <a:pt x="133" y="6597"/>
                    <a:pt x="100" y="6664"/>
                    <a:pt x="67" y="6730"/>
                  </a:cubicBezTo>
                  <a:cubicBezTo>
                    <a:pt x="33" y="6797"/>
                    <a:pt x="0" y="6864"/>
                    <a:pt x="0" y="6964"/>
                  </a:cubicBezTo>
                  <a:lnTo>
                    <a:pt x="0" y="8065"/>
                  </a:lnTo>
                  <a:cubicBezTo>
                    <a:pt x="0" y="8131"/>
                    <a:pt x="0" y="8198"/>
                    <a:pt x="67" y="8265"/>
                  </a:cubicBezTo>
                  <a:cubicBezTo>
                    <a:pt x="83" y="8282"/>
                    <a:pt x="108" y="8290"/>
                    <a:pt x="133" y="8290"/>
                  </a:cubicBezTo>
                  <a:cubicBezTo>
                    <a:pt x="159" y="8290"/>
                    <a:pt x="184" y="8282"/>
                    <a:pt x="200" y="8265"/>
                  </a:cubicBezTo>
                  <a:lnTo>
                    <a:pt x="1101" y="7731"/>
                  </a:lnTo>
                  <a:cubicBezTo>
                    <a:pt x="1168" y="7698"/>
                    <a:pt x="1201" y="7631"/>
                    <a:pt x="1234" y="7564"/>
                  </a:cubicBezTo>
                  <a:cubicBezTo>
                    <a:pt x="1268" y="7498"/>
                    <a:pt x="1301" y="7431"/>
                    <a:pt x="1301" y="7331"/>
                  </a:cubicBezTo>
                  <a:lnTo>
                    <a:pt x="1301" y="6197"/>
                  </a:lnTo>
                  <a:cubicBezTo>
                    <a:pt x="1301" y="6130"/>
                    <a:pt x="1268" y="6063"/>
                    <a:pt x="1234" y="6030"/>
                  </a:cubicBezTo>
                  <a:cubicBezTo>
                    <a:pt x="1218" y="6013"/>
                    <a:pt x="1193" y="6005"/>
                    <a:pt x="1168" y="600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53"/>
            <p:cNvSpPr/>
            <p:nvPr/>
          </p:nvSpPr>
          <p:spPr>
            <a:xfrm>
              <a:off x="4968725" y="3534850"/>
              <a:ext cx="32550" cy="206425"/>
            </a:xfrm>
            <a:custGeom>
              <a:rect b="b" l="l" r="r" t="t"/>
              <a:pathLst>
                <a:path extrusionOk="0" h="8257" w="1302">
                  <a:moveTo>
                    <a:pt x="1155" y="0"/>
                  </a:moveTo>
                  <a:cubicBezTo>
                    <a:pt x="1134" y="0"/>
                    <a:pt x="1118" y="9"/>
                    <a:pt x="1101" y="25"/>
                  </a:cubicBezTo>
                  <a:lnTo>
                    <a:pt x="200" y="526"/>
                  </a:lnTo>
                  <a:cubicBezTo>
                    <a:pt x="134" y="592"/>
                    <a:pt x="67" y="626"/>
                    <a:pt x="67" y="693"/>
                  </a:cubicBezTo>
                  <a:cubicBezTo>
                    <a:pt x="0" y="793"/>
                    <a:pt x="0" y="859"/>
                    <a:pt x="0" y="959"/>
                  </a:cubicBezTo>
                  <a:lnTo>
                    <a:pt x="0" y="5696"/>
                  </a:lnTo>
                  <a:cubicBezTo>
                    <a:pt x="0" y="5763"/>
                    <a:pt x="0" y="5830"/>
                    <a:pt x="67" y="5863"/>
                  </a:cubicBezTo>
                  <a:cubicBezTo>
                    <a:pt x="84" y="5880"/>
                    <a:pt x="100" y="5888"/>
                    <a:pt x="121" y="5888"/>
                  </a:cubicBezTo>
                  <a:cubicBezTo>
                    <a:pt x="142" y="5888"/>
                    <a:pt x="167" y="5880"/>
                    <a:pt x="200" y="5863"/>
                  </a:cubicBezTo>
                  <a:lnTo>
                    <a:pt x="1101" y="5363"/>
                  </a:lnTo>
                  <a:cubicBezTo>
                    <a:pt x="1134" y="5329"/>
                    <a:pt x="1201" y="5263"/>
                    <a:pt x="1234" y="5196"/>
                  </a:cubicBezTo>
                  <a:cubicBezTo>
                    <a:pt x="1268" y="5129"/>
                    <a:pt x="1268" y="5029"/>
                    <a:pt x="1268" y="4962"/>
                  </a:cubicBezTo>
                  <a:lnTo>
                    <a:pt x="1268" y="192"/>
                  </a:lnTo>
                  <a:cubicBezTo>
                    <a:pt x="1301" y="125"/>
                    <a:pt x="1268" y="59"/>
                    <a:pt x="1234" y="25"/>
                  </a:cubicBezTo>
                  <a:cubicBezTo>
                    <a:pt x="1201" y="9"/>
                    <a:pt x="1176" y="0"/>
                    <a:pt x="1155" y="0"/>
                  </a:cubicBezTo>
                  <a:close/>
                  <a:moveTo>
                    <a:pt x="1155" y="5980"/>
                  </a:moveTo>
                  <a:cubicBezTo>
                    <a:pt x="1134" y="5980"/>
                    <a:pt x="1118" y="5996"/>
                    <a:pt x="1101" y="6030"/>
                  </a:cubicBezTo>
                  <a:lnTo>
                    <a:pt x="200" y="6530"/>
                  </a:lnTo>
                  <a:cubicBezTo>
                    <a:pt x="134" y="6563"/>
                    <a:pt x="67" y="6630"/>
                    <a:pt x="67" y="6697"/>
                  </a:cubicBezTo>
                  <a:cubicBezTo>
                    <a:pt x="0" y="6764"/>
                    <a:pt x="0" y="6864"/>
                    <a:pt x="0" y="6930"/>
                  </a:cubicBezTo>
                  <a:lnTo>
                    <a:pt x="0" y="8065"/>
                  </a:lnTo>
                  <a:cubicBezTo>
                    <a:pt x="0" y="8131"/>
                    <a:pt x="0" y="8198"/>
                    <a:pt x="67" y="8231"/>
                  </a:cubicBezTo>
                  <a:cubicBezTo>
                    <a:pt x="84" y="8248"/>
                    <a:pt x="100" y="8256"/>
                    <a:pt x="121" y="8256"/>
                  </a:cubicBezTo>
                  <a:cubicBezTo>
                    <a:pt x="142" y="8256"/>
                    <a:pt x="167" y="8248"/>
                    <a:pt x="200" y="8231"/>
                  </a:cubicBezTo>
                  <a:lnTo>
                    <a:pt x="1101" y="7731"/>
                  </a:lnTo>
                  <a:cubicBezTo>
                    <a:pt x="1134" y="7698"/>
                    <a:pt x="1201" y="7631"/>
                    <a:pt x="1234" y="7564"/>
                  </a:cubicBezTo>
                  <a:cubicBezTo>
                    <a:pt x="1268" y="7497"/>
                    <a:pt x="1268" y="7397"/>
                    <a:pt x="1268" y="7331"/>
                  </a:cubicBezTo>
                  <a:lnTo>
                    <a:pt x="1268" y="6197"/>
                  </a:lnTo>
                  <a:cubicBezTo>
                    <a:pt x="1301" y="6130"/>
                    <a:pt x="1268" y="6063"/>
                    <a:pt x="1234" y="6030"/>
                  </a:cubicBezTo>
                  <a:cubicBezTo>
                    <a:pt x="1201" y="5996"/>
                    <a:pt x="1176" y="5980"/>
                    <a:pt x="1155" y="598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53"/>
            <p:cNvSpPr/>
            <p:nvPr/>
          </p:nvSpPr>
          <p:spPr>
            <a:xfrm>
              <a:off x="3994700" y="3772725"/>
              <a:ext cx="137625" cy="262100"/>
            </a:xfrm>
            <a:custGeom>
              <a:rect b="b" l="l" r="r" t="t"/>
              <a:pathLst>
                <a:path extrusionOk="0" h="10484" w="5505">
                  <a:moveTo>
                    <a:pt x="2769" y="2819"/>
                  </a:moveTo>
                  <a:lnTo>
                    <a:pt x="3403" y="5388"/>
                  </a:lnTo>
                  <a:lnTo>
                    <a:pt x="2102" y="6122"/>
                  </a:lnTo>
                  <a:lnTo>
                    <a:pt x="2102" y="6122"/>
                  </a:lnTo>
                  <a:lnTo>
                    <a:pt x="2769" y="2819"/>
                  </a:lnTo>
                  <a:close/>
                  <a:moveTo>
                    <a:pt x="3532" y="1"/>
                  </a:moveTo>
                  <a:cubicBezTo>
                    <a:pt x="3494" y="1"/>
                    <a:pt x="3453" y="17"/>
                    <a:pt x="3403" y="51"/>
                  </a:cubicBezTo>
                  <a:lnTo>
                    <a:pt x="2102" y="784"/>
                  </a:lnTo>
                  <a:cubicBezTo>
                    <a:pt x="2002" y="851"/>
                    <a:pt x="1901" y="951"/>
                    <a:pt x="1868" y="1051"/>
                  </a:cubicBezTo>
                  <a:cubicBezTo>
                    <a:pt x="1801" y="1185"/>
                    <a:pt x="1768" y="1285"/>
                    <a:pt x="1735" y="1385"/>
                  </a:cubicBezTo>
                  <a:lnTo>
                    <a:pt x="33" y="10091"/>
                  </a:lnTo>
                  <a:cubicBezTo>
                    <a:pt x="0" y="10158"/>
                    <a:pt x="0" y="10225"/>
                    <a:pt x="0" y="10291"/>
                  </a:cubicBezTo>
                  <a:cubicBezTo>
                    <a:pt x="0" y="10358"/>
                    <a:pt x="0" y="10391"/>
                    <a:pt x="33" y="10458"/>
                  </a:cubicBezTo>
                  <a:cubicBezTo>
                    <a:pt x="50" y="10475"/>
                    <a:pt x="75" y="10483"/>
                    <a:pt x="100" y="10483"/>
                  </a:cubicBezTo>
                  <a:cubicBezTo>
                    <a:pt x="125" y="10483"/>
                    <a:pt x="150" y="10475"/>
                    <a:pt x="167" y="10458"/>
                  </a:cubicBezTo>
                  <a:lnTo>
                    <a:pt x="1168" y="9858"/>
                  </a:lnTo>
                  <a:cubicBezTo>
                    <a:pt x="1268" y="9824"/>
                    <a:pt x="1334" y="9724"/>
                    <a:pt x="1401" y="9624"/>
                  </a:cubicBezTo>
                  <a:cubicBezTo>
                    <a:pt x="1434" y="9557"/>
                    <a:pt x="1468" y="9457"/>
                    <a:pt x="1468" y="9391"/>
                  </a:cubicBezTo>
                  <a:lnTo>
                    <a:pt x="1701" y="8256"/>
                  </a:lnTo>
                  <a:lnTo>
                    <a:pt x="3803" y="7022"/>
                  </a:lnTo>
                  <a:lnTo>
                    <a:pt x="4036" y="7923"/>
                  </a:lnTo>
                  <a:cubicBezTo>
                    <a:pt x="4036" y="7990"/>
                    <a:pt x="4070" y="8023"/>
                    <a:pt x="4103" y="8056"/>
                  </a:cubicBezTo>
                  <a:cubicBezTo>
                    <a:pt x="4131" y="8085"/>
                    <a:pt x="4159" y="8095"/>
                    <a:pt x="4190" y="8095"/>
                  </a:cubicBezTo>
                  <a:cubicBezTo>
                    <a:pt x="4232" y="8095"/>
                    <a:pt x="4279" y="8076"/>
                    <a:pt x="4337" y="8056"/>
                  </a:cubicBezTo>
                  <a:lnTo>
                    <a:pt x="5337" y="7456"/>
                  </a:lnTo>
                  <a:cubicBezTo>
                    <a:pt x="5404" y="7423"/>
                    <a:pt x="5437" y="7389"/>
                    <a:pt x="5471" y="7322"/>
                  </a:cubicBezTo>
                  <a:cubicBezTo>
                    <a:pt x="5504" y="7256"/>
                    <a:pt x="5504" y="7156"/>
                    <a:pt x="5504" y="7089"/>
                  </a:cubicBezTo>
                  <a:cubicBezTo>
                    <a:pt x="5504" y="7022"/>
                    <a:pt x="5504" y="6989"/>
                    <a:pt x="5471" y="6922"/>
                  </a:cubicBezTo>
                  <a:lnTo>
                    <a:pt x="3736" y="251"/>
                  </a:lnTo>
                  <a:cubicBezTo>
                    <a:pt x="3736" y="151"/>
                    <a:pt x="3703" y="84"/>
                    <a:pt x="3636" y="51"/>
                  </a:cubicBezTo>
                  <a:cubicBezTo>
                    <a:pt x="3603" y="17"/>
                    <a:pt x="3569" y="1"/>
                    <a:pt x="353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53"/>
            <p:cNvSpPr/>
            <p:nvPr/>
          </p:nvSpPr>
          <p:spPr>
            <a:xfrm>
              <a:off x="4123950" y="3682450"/>
              <a:ext cx="118450" cy="252300"/>
            </a:xfrm>
            <a:custGeom>
              <a:rect b="b" l="l" r="r" t="t"/>
              <a:pathLst>
                <a:path extrusionOk="0" h="10092" w="4738">
                  <a:moveTo>
                    <a:pt x="4575" y="1"/>
                  </a:moveTo>
                  <a:cubicBezTo>
                    <a:pt x="4545" y="1"/>
                    <a:pt x="4520" y="9"/>
                    <a:pt x="4504" y="26"/>
                  </a:cubicBezTo>
                  <a:lnTo>
                    <a:pt x="234" y="2494"/>
                  </a:lnTo>
                  <a:cubicBezTo>
                    <a:pt x="167" y="2527"/>
                    <a:pt x="101" y="2594"/>
                    <a:pt x="101" y="2661"/>
                  </a:cubicBezTo>
                  <a:cubicBezTo>
                    <a:pt x="34" y="2761"/>
                    <a:pt x="34" y="2861"/>
                    <a:pt x="0" y="2928"/>
                  </a:cubicBezTo>
                  <a:lnTo>
                    <a:pt x="0" y="4229"/>
                  </a:lnTo>
                  <a:cubicBezTo>
                    <a:pt x="0" y="4295"/>
                    <a:pt x="34" y="4395"/>
                    <a:pt x="101" y="4429"/>
                  </a:cubicBezTo>
                  <a:cubicBezTo>
                    <a:pt x="117" y="4445"/>
                    <a:pt x="142" y="4454"/>
                    <a:pt x="167" y="4454"/>
                  </a:cubicBezTo>
                  <a:cubicBezTo>
                    <a:pt x="192" y="4454"/>
                    <a:pt x="217" y="4445"/>
                    <a:pt x="234" y="4429"/>
                  </a:cubicBezTo>
                  <a:lnTo>
                    <a:pt x="1635" y="3628"/>
                  </a:lnTo>
                  <a:lnTo>
                    <a:pt x="1635" y="9866"/>
                  </a:lnTo>
                  <a:cubicBezTo>
                    <a:pt x="1635" y="9966"/>
                    <a:pt x="1668" y="10033"/>
                    <a:pt x="1702" y="10066"/>
                  </a:cubicBezTo>
                  <a:cubicBezTo>
                    <a:pt x="1718" y="10083"/>
                    <a:pt x="1743" y="10091"/>
                    <a:pt x="1773" y="10091"/>
                  </a:cubicBezTo>
                  <a:cubicBezTo>
                    <a:pt x="1802" y="10091"/>
                    <a:pt x="1835" y="10083"/>
                    <a:pt x="1868" y="10066"/>
                  </a:cubicBezTo>
                  <a:lnTo>
                    <a:pt x="2903" y="9466"/>
                  </a:lnTo>
                  <a:cubicBezTo>
                    <a:pt x="2969" y="9432"/>
                    <a:pt x="3003" y="9366"/>
                    <a:pt x="3036" y="9299"/>
                  </a:cubicBezTo>
                  <a:cubicBezTo>
                    <a:pt x="3069" y="9199"/>
                    <a:pt x="3103" y="9099"/>
                    <a:pt x="3103" y="9032"/>
                  </a:cubicBezTo>
                  <a:lnTo>
                    <a:pt x="3103" y="2761"/>
                  </a:lnTo>
                  <a:lnTo>
                    <a:pt x="4504" y="1960"/>
                  </a:lnTo>
                  <a:cubicBezTo>
                    <a:pt x="4570" y="1927"/>
                    <a:pt x="4637" y="1860"/>
                    <a:pt x="4670" y="1794"/>
                  </a:cubicBezTo>
                  <a:cubicBezTo>
                    <a:pt x="4704" y="1694"/>
                    <a:pt x="4704" y="1593"/>
                    <a:pt x="4704" y="1493"/>
                  </a:cubicBezTo>
                  <a:lnTo>
                    <a:pt x="4704" y="226"/>
                  </a:lnTo>
                  <a:cubicBezTo>
                    <a:pt x="4737" y="126"/>
                    <a:pt x="4704" y="59"/>
                    <a:pt x="4670" y="26"/>
                  </a:cubicBezTo>
                  <a:cubicBezTo>
                    <a:pt x="4637" y="9"/>
                    <a:pt x="4604" y="1"/>
                    <a:pt x="457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53"/>
            <p:cNvSpPr/>
            <p:nvPr/>
          </p:nvSpPr>
          <p:spPr>
            <a:xfrm>
              <a:off x="4249050" y="3609900"/>
              <a:ext cx="118425" cy="253125"/>
            </a:xfrm>
            <a:custGeom>
              <a:rect b="b" l="l" r="r" t="t"/>
              <a:pathLst>
                <a:path extrusionOk="0" h="10125" w="4737">
                  <a:moveTo>
                    <a:pt x="4574" y="1"/>
                  </a:moveTo>
                  <a:cubicBezTo>
                    <a:pt x="4545" y="1"/>
                    <a:pt x="4520" y="9"/>
                    <a:pt x="4503" y="26"/>
                  </a:cubicBezTo>
                  <a:lnTo>
                    <a:pt x="234" y="2494"/>
                  </a:lnTo>
                  <a:cubicBezTo>
                    <a:pt x="167" y="2561"/>
                    <a:pt x="100" y="2627"/>
                    <a:pt x="100" y="2694"/>
                  </a:cubicBezTo>
                  <a:cubicBezTo>
                    <a:pt x="33" y="2761"/>
                    <a:pt x="33" y="2861"/>
                    <a:pt x="0" y="2961"/>
                  </a:cubicBezTo>
                  <a:lnTo>
                    <a:pt x="0" y="4262"/>
                  </a:lnTo>
                  <a:cubicBezTo>
                    <a:pt x="0" y="4329"/>
                    <a:pt x="33" y="4395"/>
                    <a:pt x="100" y="4462"/>
                  </a:cubicBezTo>
                  <a:cubicBezTo>
                    <a:pt x="117" y="4479"/>
                    <a:pt x="142" y="4487"/>
                    <a:pt x="167" y="4487"/>
                  </a:cubicBezTo>
                  <a:cubicBezTo>
                    <a:pt x="192" y="4487"/>
                    <a:pt x="217" y="4479"/>
                    <a:pt x="234" y="4462"/>
                  </a:cubicBezTo>
                  <a:lnTo>
                    <a:pt x="1635" y="3662"/>
                  </a:lnTo>
                  <a:lnTo>
                    <a:pt x="1635" y="9899"/>
                  </a:lnTo>
                  <a:cubicBezTo>
                    <a:pt x="1635" y="9966"/>
                    <a:pt x="1668" y="10033"/>
                    <a:pt x="1701" y="10099"/>
                  </a:cubicBezTo>
                  <a:cubicBezTo>
                    <a:pt x="1718" y="10116"/>
                    <a:pt x="1743" y="10124"/>
                    <a:pt x="1772" y="10124"/>
                  </a:cubicBezTo>
                  <a:cubicBezTo>
                    <a:pt x="1801" y="10124"/>
                    <a:pt x="1835" y="10116"/>
                    <a:pt x="1868" y="10099"/>
                  </a:cubicBezTo>
                  <a:lnTo>
                    <a:pt x="2902" y="9499"/>
                  </a:lnTo>
                  <a:cubicBezTo>
                    <a:pt x="2969" y="9432"/>
                    <a:pt x="3002" y="9366"/>
                    <a:pt x="3036" y="9299"/>
                  </a:cubicBezTo>
                  <a:cubicBezTo>
                    <a:pt x="3069" y="9232"/>
                    <a:pt x="3102" y="9132"/>
                    <a:pt x="3102" y="9032"/>
                  </a:cubicBezTo>
                  <a:lnTo>
                    <a:pt x="3102" y="2794"/>
                  </a:lnTo>
                  <a:lnTo>
                    <a:pt x="4503" y="1994"/>
                  </a:lnTo>
                  <a:cubicBezTo>
                    <a:pt x="4570" y="1927"/>
                    <a:pt x="4637" y="1860"/>
                    <a:pt x="4670" y="1794"/>
                  </a:cubicBezTo>
                  <a:cubicBezTo>
                    <a:pt x="4703" y="1693"/>
                    <a:pt x="4703" y="1627"/>
                    <a:pt x="4703" y="1527"/>
                  </a:cubicBezTo>
                  <a:lnTo>
                    <a:pt x="4703" y="226"/>
                  </a:lnTo>
                  <a:cubicBezTo>
                    <a:pt x="4737" y="159"/>
                    <a:pt x="4703" y="92"/>
                    <a:pt x="4670" y="26"/>
                  </a:cubicBezTo>
                  <a:cubicBezTo>
                    <a:pt x="4637" y="9"/>
                    <a:pt x="4603" y="1"/>
                    <a:pt x="45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53"/>
            <p:cNvSpPr/>
            <p:nvPr/>
          </p:nvSpPr>
          <p:spPr>
            <a:xfrm>
              <a:off x="4384975" y="3540675"/>
              <a:ext cx="105100" cy="267300"/>
            </a:xfrm>
            <a:custGeom>
              <a:rect b="b" l="l" r="r" t="t"/>
              <a:pathLst>
                <a:path extrusionOk="0" h="10692" w="4204">
                  <a:moveTo>
                    <a:pt x="3986" y="1"/>
                  </a:moveTo>
                  <a:cubicBezTo>
                    <a:pt x="3961" y="1"/>
                    <a:pt x="3936" y="9"/>
                    <a:pt x="3903" y="26"/>
                  </a:cubicBezTo>
                  <a:lnTo>
                    <a:pt x="234" y="2161"/>
                  </a:lnTo>
                  <a:cubicBezTo>
                    <a:pt x="167" y="2194"/>
                    <a:pt x="100" y="2261"/>
                    <a:pt x="67" y="2328"/>
                  </a:cubicBezTo>
                  <a:cubicBezTo>
                    <a:pt x="34" y="2394"/>
                    <a:pt x="0" y="2494"/>
                    <a:pt x="0" y="2594"/>
                  </a:cubicBezTo>
                  <a:lnTo>
                    <a:pt x="0" y="10467"/>
                  </a:lnTo>
                  <a:cubicBezTo>
                    <a:pt x="0" y="10567"/>
                    <a:pt x="34" y="10634"/>
                    <a:pt x="67" y="10667"/>
                  </a:cubicBezTo>
                  <a:cubicBezTo>
                    <a:pt x="84" y="10684"/>
                    <a:pt x="109" y="10692"/>
                    <a:pt x="138" y="10692"/>
                  </a:cubicBezTo>
                  <a:cubicBezTo>
                    <a:pt x="167" y="10692"/>
                    <a:pt x="200" y="10684"/>
                    <a:pt x="234" y="10667"/>
                  </a:cubicBezTo>
                  <a:lnTo>
                    <a:pt x="3970" y="8499"/>
                  </a:lnTo>
                  <a:cubicBezTo>
                    <a:pt x="4036" y="8465"/>
                    <a:pt x="4103" y="8399"/>
                    <a:pt x="4137" y="8332"/>
                  </a:cubicBezTo>
                  <a:cubicBezTo>
                    <a:pt x="4170" y="8232"/>
                    <a:pt x="4170" y="8132"/>
                    <a:pt x="4170" y="8065"/>
                  </a:cubicBezTo>
                  <a:lnTo>
                    <a:pt x="4170" y="6764"/>
                  </a:lnTo>
                  <a:cubicBezTo>
                    <a:pt x="4203" y="6697"/>
                    <a:pt x="4170" y="6631"/>
                    <a:pt x="4137" y="6564"/>
                  </a:cubicBezTo>
                  <a:cubicBezTo>
                    <a:pt x="4103" y="6547"/>
                    <a:pt x="4070" y="6539"/>
                    <a:pt x="4041" y="6539"/>
                  </a:cubicBezTo>
                  <a:cubicBezTo>
                    <a:pt x="4011" y="6539"/>
                    <a:pt x="3986" y="6547"/>
                    <a:pt x="3970" y="6564"/>
                  </a:cubicBezTo>
                  <a:lnTo>
                    <a:pt x="1468" y="7998"/>
                  </a:lnTo>
                  <a:lnTo>
                    <a:pt x="1468" y="6631"/>
                  </a:lnTo>
                  <a:lnTo>
                    <a:pt x="3736" y="5330"/>
                  </a:lnTo>
                  <a:cubicBezTo>
                    <a:pt x="3803" y="5296"/>
                    <a:pt x="3870" y="5230"/>
                    <a:pt x="3903" y="5130"/>
                  </a:cubicBezTo>
                  <a:cubicBezTo>
                    <a:pt x="3936" y="5063"/>
                    <a:pt x="3936" y="4963"/>
                    <a:pt x="3936" y="4863"/>
                  </a:cubicBezTo>
                  <a:lnTo>
                    <a:pt x="3936" y="3595"/>
                  </a:lnTo>
                  <a:cubicBezTo>
                    <a:pt x="3970" y="3495"/>
                    <a:pt x="3936" y="3428"/>
                    <a:pt x="3903" y="3395"/>
                  </a:cubicBezTo>
                  <a:cubicBezTo>
                    <a:pt x="3870" y="3378"/>
                    <a:pt x="3836" y="3370"/>
                    <a:pt x="3807" y="3370"/>
                  </a:cubicBezTo>
                  <a:cubicBezTo>
                    <a:pt x="3778" y="3370"/>
                    <a:pt x="3753" y="3378"/>
                    <a:pt x="3736" y="3395"/>
                  </a:cubicBezTo>
                  <a:lnTo>
                    <a:pt x="1468" y="4696"/>
                  </a:lnTo>
                  <a:lnTo>
                    <a:pt x="1468" y="3362"/>
                  </a:lnTo>
                  <a:lnTo>
                    <a:pt x="3903" y="1961"/>
                  </a:lnTo>
                  <a:cubicBezTo>
                    <a:pt x="3970" y="1927"/>
                    <a:pt x="4036" y="1861"/>
                    <a:pt x="4070" y="1794"/>
                  </a:cubicBezTo>
                  <a:cubicBezTo>
                    <a:pt x="4103" y="1694"/>
                    <a:pt x="4137" y="1627"/>
                    <a:pt x="4137" y="1527"/>
                  </a:cubicBezTo>
                  <a:lnTo>
                    <a:pt x="4137" y="226"/>
                  </a:lnTo>
                  <a:cubicBezTo>
                    <a:pt x="4137" y="159"/>
                    <a:pt x="4103" y="93"/>
                    <a:pt x="4070" y="26"/>
                  </a:cubicBezTo>
                  <a:cubicBezTo>
                    <a:pt x="4036" y="9"/>
                    <a:pt x="4011" y="1"/>
                    <a:pt x="398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53"/>
            <p:cNvSpPr/>
            <p:nvPr/>
          </p:nvSpPr>
          <p:spPr>
            <a:xfrm>
              <a:off x="4512550" y="3459800"/>
              <a:ext cx="115950" cy="274800"/>
            </a:xfrm>
            <a:custGeom>
              <a:rect b="b" l="l" r="r" t="t"/>
              <a:pathLst>
                <a:path extrusionOk="0" h="10992" w="4638">
                  <a:moveTo>
                    <a:pt x="4504" y="0"/>
                  </a:moveTo>
                  <a:cubicBezTo>
                    <a:pt x="4479" y="0"/>
                    <a:pt x="4454" y="9"/>
                    <a:pt x="4437" y="25"/>
                  </a:cubicBezTo>
                  <a:lnTo>
                    <a:pt x="3403" y="626"/>
                  </a:lnTo>
                  <a:cubicBezTo>
                    <a:pt x="3337" y="659"/>
                    <a:pt x="3270" y="726"/>
                    <a:pt x="3237" y="792"/>
                  </a:cubicBezTo>
                  <a:cubicBezTo>
                    <a:pt x="3203" y="893"/>
                    <a:pt x="3170" y="993"/>
                    <a:pt x="3170" y="1093"/>
                  </a:cubicBezTo>
                  <a:lnTo>
                    <a:pt x="3170" y="5196"/>
                  </a:lnTo>
                  <a:lnTo>
                    <a:pt x="1369" y="2060"/>
                  </a:lnTo>
                  <a:cubicBezTo>
                    <a:pt x="1335" y="2027"/>
                    <a:pt x="1302" y="1993"/>
                    <a:pt x="1268" y="1960"/>
                  </a:cubicBezTo>
                  <a:cubicBezTo>
                    <a:pt x="1240" y="1932"/>
                    <a:pt x="1212" y="1921"/>
                    <a:pt x="1181" y="1921"/>
                  </a:cubicBezTo>
                  <a:cubicBezTo>
                    <a:pt x="1139" y="1921"/>
                    <a:pt x="1093" y="1941"/>
                    <a:pt x="1035" y="1960"/>
                  </a:cubicBezTo>
                  <a:lnTo>
                    <a:pt x="201" y="2427"/>
                  </a:lnTo>
                  <a:cubicBezTo>
                    <a:pt x="134" y="2494"/>
                    <a:pt x="68" y="2560"/>
                    <a:pt x="68" y="2627"/>
                  </a:cubicBezTo>
                  <a:cubicBezTo>
                    <a:pt x="1" y="2694"/>
                    <a:pt x="1" y="2794"/>
                    <a:pt x="1" y="2894"/>
                  </a:cubicBezTo>
                  <a:lnTo>
                    <a:pt x="1" y="10766"/>
                  </a:lnTo>
                  <a:cubicBezTo>
                    <a:pt x="1" y="10833"/>
                    <a:pt x="1" y="10900"/>
                    <a:pt x="68" y="10966"/>
                  </a:cubicBezTo>
                  <a:cubicBezTo>
                    <a:pt x="84" y="10983"/>
                    <a:pt x="109" y="10991"/>
                    <a:pt x="134" y="10991"/>
                  </a:cubicBezTo>
                  <a:cubicBezTo>
                    <a:pt x="159" y="10991"/>
                    <a:pt x="184" y="10983"/>
                    <a:pt x="201" y="10966"/>
                  </a:cubicBezTo>
                  <a:lnTo>
                    <a:pt x="1235" y="10366"/>
                  </a:lnTo>
                  <a:cubicBezTo>
                    <a:pt x="1302" y="10333"/>
                    <a:pt x="1369" y="10266"/>
                    <a:pt x="1402" y="10166"/>
                  </a:cubicBezTo>
                  <a:cubicBezTo>
                    <a:pt x="1435" y="10099"/>
                    <a:pt x="1469" y="9999"/>
                    <a:pt x="1469" y="9899"/>
                  </a:cubicBezTo>
                  <a:lnTo>
                    <a:pt x="1469" y="5796"/>
                  </a:lnTo>
                  <a:lnTo>
                    <a:pt x="3270" y="8898"/>
                  </a:lnTo>
                  <a:cubicBezTo>
                    <a:pt x="3303" y="8965"/>
                    <a:pt x="3337" y="8998"/>
                    <a:pt x="3370" y="9032"/>
                  </a:cubicBezTo>
                  <a:cubicBezTo>
                    <a:pt x="3403" y="9048"/>
                    <a:pt x="3437" y="9057"/>
                    <a:pt x="3474" y="9057"/>
                  </a:cubicBezTo>
                  <a:cubicBezTo>
                    <a:pt x="3512" y="9057"/>
                    <a:pt x="3553" y="9048"/>
                    <a:pt x="3603" y="9032"/>
                  </a:cubicBezTo>
                  <a:lnTo>
                    <a:pt x="4437" y="8565"/>
                  </a:lnTo>
                  <a:cubicBezTo>
                    <a:pt x="4504" y="8498"/>
                    <a:pt x="4537" y="8431"/>
                    <a:pt x="4571" y="8365"/>
                  </a:cubicBezTo>
                  <a:cubicBezTo>
                    <a:pt x="4638" y="8298"/>
                    <a:pt x="4638" y="8198"/>
                    <a:pt x="4638" y="8098"/>
                  </a:cubicBezTo>
                  <a:lnTo>
                    <a:pt x="4638" y="225"/>
                  </a:lnTo>
                  <a:cubicBezTo>
                    <a:pt x="4638" y="159"/>
                    <a:pt x="4638" y="59"/>
                    <a:pt x="4571" y="25"/>
                  </a:cubicBezTo>
                  <a:cubicBezTo>
                    <a:pt x="4554" y="9"/>
                    <a:pt x="4529" y="0"/>
                    <a:pt x="450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53"/>
            <p:cNvSpPr/>
            <p:nvPr/>
          </p:nvSpPr>
          <p:spPr>
            <a:xfrm>
              <a:off x="4646000" y="3380775"/>
              <a:ext cx="117600" cy="252925"/>
            </a:xfrm>
            <a:custGeom>
              <a:rect b="b" l="l" r="r" t="t"/>
              <a:pathLst>
                <a:path extrusionOk="0" h="10117" w="4704">
                  <a:moveTo>
                    <a:pt x="4570" y="1"/>
                  </a:moveTo>
                  <a:cubicBezTo>
                    <a:pt x="4545" y="1"/>
                    <a:pt x="4520" y="17"/>
                    <a:pt x="4503" y="51"/>
                  </a:cubicBezTo>
                  <a:lnTo>
                    <a:pt x="234" y="2519"/>
                  </a:lnTo>
                  <a:cubicBezTo>
                    <a:pt x="167" y="2552"/>
                    <a:pt x="100" y="2619"/>
                    <a:pt x="67" y="2686"/>
                  </a:cubicBezTo>
                  <a:cubicBezTo>
                    <a:pt x="33" y="2786"/>
                    <a:pt x="0" y="2886"/>
                    <a:pt x="0" y="2953"/>
                  </a:cubicBezTo>
                  <a:lnTo>
                    <a:pt x="0" y="4254"/>
                  </a:lnTo>
                  <a:cubicBezTo>
                    <a:pt x="0" y="4320"/>
                    <a:pt x="33" y="4387"/>
                    <a:pt x="67" y="4454"/>
                  </a:cubicBezTo>
                  <a:cubicBezTo>
                    <a:pt x="100" y="4471"/>
                    <a:pt x="133" y="4479"/>
                    <a:pt x="163" y="4479"/>
                  </a:cubicBezTo>
                  <a:cubicBezTo>
                    <a:pt x="192" y="4479"/>
                    <a:pt x="217" y="4471"/>
                    <a:pt x="234" y="4454"/>
                  </a:cubicBezTo>
                  <a:lnTo>
                    <a:pt x="1635" y="3653"/>
                  </a:lnTo>
                  <a:lnTo>
                    <a:pt x="1635" y="9891"/>
                  </a:lnTo>
                  <a:cubicBezTo>
                    <a:pt x="1601" y="9958"/>
                    <a:pt x="1635" y="10058"/>
                    <a:pt x="1701" y="10091"/>
                  </a:cubicBezTo>
                  <a:cubicBezTo>
                    <a:pt x="1718" y="10108"/>
                    <a:pt x="1743" y="10116"/>
                    <a:pt x="1768" y="10116"/>
                  </a:cubicBezTo>
                  <a:cubicBezTo>
                    <a:pt x="1793" y="10116"/>
                    <a:pt x="1818" y="10108"/>
                    <a:pt x="1835" y="10091"/>
                  </a:cubicBezTo>
                  <a:lnTo>
                    <a:pt x="2869" y="9491"/>
                  </a:lnTo>
                  <a:cubicBezTo>
                    <a:pt x="2935" y="9457"/>
                    <a:pt x="3002" y="9391"/>
                    <a:pt x="3036" y="9324"/>
                  </a:cubicBezTo>
                  <a:cubicBezTo>
                    <a:pt x="3069" y="9224"/>
                    <a:pt x="3102" y="9124"/>
                    <a:pt x="3102" y="9057"/>
                  </a:cubicBezTo>
                  <a:lnTo>
                    <a:pt x="3102" y="2786"/>
                  </a:lnTo>
                  <a:lnTo>
                    <a:pt x="4503" y="1985"/>
                  </a:lnTo>
                  <a:cubicBezTo>
                    <a:pt x="4570" y="1952"/>
                    <a:pt x="4603" y="1885"/>
                    <a:pt x="4637" y="1785"/>
                  </a:cubicBezTo>
                  <a:cubicBezTo>
                    <a:pt x="4670" y="1719"/>
                    <a:pt x="4703" y="1618"/>
                    <a:pt x="4703" y="1518"/>
                  </a:cubicBezTo>
                  <a:lnTo>
                    <a:pt x="4703" y="251"/>
                  </a:lnTo>
                  <a:cubicBezTo>
                    <a:pt x="4703" y="151"/>
                    <a:pt x="4670" y="84"/>
                    <a:pt x="4637" y="51"/>
                  </a:cubicBezTo>
                  <a:cubicBezTo>
                    <a:pt x="4620" y="17"/>
                    <a:pt x="4595" y="1"/>
                    <a:pt x="457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53"/>
            <p:cNvSpPr/>
            <p:nvPr/>
          </p:nvSpPr>
          <p:spPr>
            <a:xfrm>
              <a:off x="4781075" y="3349725"/>
              <a:ext cx="36725" cy="229750"/>
            </a:xfrm>
            <a:custGeom>
              <a:rect b="b" l="l" r="r" t="t"/>
              <a:pathLst>
                <a:path extrusionOk="0" h="9190" w="1469">
                  <a:moveTo>
                    <a:pt x="1335" y="0"/>
                  </a:moveTo>
                  <a:cubicBezTo>
                    <a:pt x="1310" y="0"/>
                    <a:pt x="1285" y="8"/>
                    <a:pt x="1268" y="25"/>
                  </a:cubicBezTo>
                  <a:lnTo>
                    <a:pt x="234" y="626"/>
                  </a:lnTo>
                  <a:cubicBezTo>
                    <a:pt x="134" y="659"/>
                    <a:pt x="101" y="726"/>
                    <a:pt x="68" y="826"/>
                  </a:cubicBezTo>
                  <a:cubicBezTo>
                    <a:pt x="34" y="892"/>
                    <a:pt x="1" y="992"/>
                    <a:pt x="1" y="1093"/>
                  </a:cubicBezTo>
                  <a:lnTo>
                    <a:pt x="1" y="8965"/>
                  </a:lnTo>
                  <a:cubicBezTo>
                    <a:pt x="1" y="9032"/>
                    <a:pt x="34" y="9132"/>
                    <a:pt x="68" y="9165"/>
                  </a:cubicBezTo>
                  <a:cubicBezTo>
                    <a:pt x="84" y="9182"/>
                    <a:pt x="109" y="9190"/>
                    <a:pt x="139" y="9190"/>
                  </a:cubicBezTo>
                  <a:cubicBezTo>
                    <a:pt x="168" y="9190"/>
                    <a:pt x="201" y="9182"/>
                    <a:pt x="234" y="9165"/>
                  </a:cubicBezTo>
                  <a:lnTo>
                    <a:pt x="1268" y="8598"/>
                  </a:lnTo>
                  <a:cubicBezTo>
                    <a:pt x="1335" y="8531"/>
                    <a:pt x="1369" y="8464"/>
                    <a:pt x="1402" y="8398"/>
                  </a:cubicBezTo>
                  <a:cubicBezTo>
                    <a:pt x="1435" y="8331"/>
                    <a:pt x="1469" y="8231"/>
                    <a:pt x="1469" y="8131"/>
                  </a:cubicBezTo>
                  <a:lnTo>
                    <a:pt x="1469" y="225"/>
                  </a:lnTo>
                  <a:cubicBezTo>
                    <a:pt x="1469" y="159"/>
                    <a:pt x="1469" y="92"/>
                    <a:pt x="1402" y="25"/>
                  </a:cubicBezTo>
                  <a:cubicBezTo>
                    <a:pt x="1385" y="8"/>
                    <a:pt x="1360" y="0"/>
                    <a:pt x="13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53"/>
            <p:cNvSpPr/>
            <p:nvPr/>
          </p:nvSpPr>
          <p:spPr>
            <a:xfrm>
              <a:off x="4841125" y="3286800"/>
              <a:ext cx="124275" cy="236200"/>
            </a:xfrm>
            <a:custGeom>
              <a:rect b="b" l="l" r="r" t="t"/>
              <a:pathLst>
                <a:path extrusionOk="0" h="9448" w="4971">
                  <a:moveTo>
                    <a:pt x="2903" y="2142"/>
                  </a:moveTo>
                  <a:cubicBezTo>
                    <a:pt x="3036" y="2142"/>
                    <a:pt x="3136" y="2175"/>
                    <a:pt x="3203" y="2275"/>
                  </a:cubicBezTo>
                  <a:cubicBezTo>
                    <a:pt x="3303" y="2375"/>
                    <a:pt x="3370" y="2475"/>
                    <a:pt x="3403" y="2609"/>
                  </a:cubicBezTo>
                  <a:cubicBezTo>
                    <a:pt x="3436" y="2776"/>
                    <a:pt x="3470" y="2942"/>
                    <a:pt x="3503" y="3109"/>
                  </a:cubicBezTo>
                  <a:lnTo>
                    <a:pt x="3503" y="3576"/>
                  </a:lnTo>
                  <a:lnTo>
                    <a:pt x="3503" y="4110"/>
                  </a:lnTo>
                  <a:lnTo>
                    <a:pt x="3503" y="4677"/>
                  </a:lnTo>
                  <a:lnTo>
                    <a:pt x="3503" y="5177"/>
                  </a:lnTo>
                  <a:cubicBezTo>
                    <a:pt x="3470" y="5578"/>
                    <a:pt x="3370" y="5978"/>
                    <a:pt x="3236" y="6345"/>
                  </a:cubicBezTo>
                  <a:cubicBezTo>
                    <a:pt x="3103" y="6678"/>
                    <a:pt x="2836" y="6979"/>
                    <a:pt x="2502" y="7179"/>
                  </a:cubicBezTo>
                  <a:cubicBezTo>
                    <a:pt x="2352" y="7262"/>
                    <a:pt x="2211" y="7304"/>
                    <a:pt x="2085" y="7304"/>
                  </a:cubicBezTo>
                  <a:cubicBezTo>
                    <a:pt x="1960" y="7304"/>
                    <a:pt x="1852" y="7262"/>
                    <a:pt x="1769" y="7179"/>
                  </a:cubicBezTo>
                  <a:cubicBezTo>
                    <a:pt x="1568" y="6945"/>
                    <a:pt x="1502" y="6645"/>
                    <a:pt x="1502" y="6345"/>
                  </a:cubicBezTo>
                  <a:lnTo>
                    <a:pt x="1502" y="5844"/>
                  </a:lnTo>
                  <a:lnTo>
                    <a:pt x="1502" y="5311"/>
                  </a:lnTo>
                  <a:lnTo>
                    <a:pt x="1502" y="4777"/>
                  </a:lnTo>
                  <a:lnTo>
                    <a:pt x="1502" y="4277"/>
                  </a:lnTo>
                  <a:cubicBezTo>
                    <a:pt x="1502" y="4077"/>
                    <a:pt x="1535" y="3876"/>
                    <a:pt x="1568" y="3676"/>
                  </a:cubicBezTo>
                  <a:cubicBezTo>
                    <a:pt x="1635" y="3476"/>
                    <a:pt x="1702" y="3309"/>
                    <a:pt x="1769" y="3109"/>
                  </a:cubicBezTo>
                  <a:cubicBezTo>
                    <a:pt x="1835" y="2942"/>
                    <a:pt x="1935" y="2776"/>
                    <a:pt x="2069" y="2642"/>
                  </a:cubicBezTo>
                  <a:cubicBezTo>
                    <a:pt x="2202" y="2509"/>
                    <a:pt x="2336" y="2375"/>
                    <a:pt x="2502" y="2275"/>
                  </a:cubicBezTo>
                  <a:cubicBezTo>
                    <a:pt x="2602" y="2209"/>
                    <a:pt x="2769" y="2142"/>
                    <a:pt x="2903" y="2142"/>
                  </a:cubicBezTo>
                  <a:close/>
                  <a:moveTo>
                    <a:pt x="3606" y="1"/>
                  </a:moveTo>
                  <a:cubicBezTo>
                    <a:pt x="3571" y="1"/>
                    <a:pt x="3537" y="3"/>
                    <a:pt x="3503" y="7"/>
                  </a:cubicBezTo>
                  <a:cubicBezTo>
                    <a:pt x="3136" y="7"/>
                    <a:pt x="2769" y="140"/>
                    <a:pt x="2469" y="341"/>
                  </a:cubicBezTo>
                  <a:cubicBezTo>
                    <a:pt x="2102" y="541"/>
                    <a:pt x="1735" y="841"/>
                    <a:pt x="1435" y="1208"/>
                  </a:cubicBezTo>
                  <a:cubicBezTo>
                    <a:pt x="1135" y="1541"/>
                    <a:pt x="901" y="1942"/>
                    <a:pt x="668" y="2342"/>
                  </a:cubicBezTo>
                  <a:cubicBezTo>
                    <a:pt x="468" y="2776"/>
                    <a:pt x="301" y="3209"/>
                    <a:pt x="201" y="3676"/>
                  </a:cubicBezTo>
                  <a:cubicBezTo>
                    <a:pt x="101" y="4143"/>
                    <a:pt x="34" y="4610"/>
                    <a:pt x="1" y="5077"/>
                  </a:cubicBezTo>
                  <a:cubicBezTo>
                    <a:pt x="1" y="5411"/>
                    <a:pt x="1" y="5778"/>
                    <a:pt x="1" y="6145"/>
                  </a:cubicBezTo>
                  <a:lnTo>
                    <a:pt x="1" y="7212"/>
                  </a:lnTo>
                  <a:cubicBezTo>
                    <a:pt x="1" y="7612"/>
                    <a:pt x="67" y="8013"/>
                    <a:pt x="201" y="8413"/>
                  </a:cubicBezTo>
                  <a:cubicBezTo>
                    <a:pt x="301" y="8680"/>
                    <a:pt x="468" y="8947"/>
                    <a:pt x="668" y="9180"/>
                  </a:cubicBezTo>
                  <a:cubicBezTo>
                    <a:pt x="901" y="9347"/>
                    <a:pt x="1168" y="9447"/>
                    <a:pt x="1435" y="9447"/>
                  </a:cubicBezTo>
                  <a:cubicBezTo>
                    <a:pt x="1802" y="9414"/>
                    <a:pt x="2169" y="9314"/>
                    <a:pt x="2469" y="9113"/>
                  </a:cubicBezTo>
                  <a:cubicBezTo>
                    <a:pt x="2869" y="8880"/>
                    <a:pt x="3203" y="8613"/>
                    <a:pt x="3503" y="8280"/>
                  </a:cubicBezTo>
                  <a:cubicBezTo>
                    <a:pt x="3803" y="7913"/>
                    <a:pt x="4070" y="7546"/>
                    <a:pt x="4270" y="7112"/>
                  </a:cubicBezTo>
                  <a:cubicBezTo>
                    <a:pt x="4470" y="6678"/>
                    <a:pt x="4637" y="6245"/>
                    <a:pt x="4771" y="5778"/>
                  </a:cubicBezTo>
                  <a:cubicBezTo>
                    <a:pt x="4871" y="5311"/>
                    <a:pt x="4937" y="4844"/>
                    <a:pt x="4971" y="4377"/>
                  </a:cubicBezTo>
                  <a:lnTo>
                    <a:pt x="4971" y="3309"/>
                  </a:lnTo>
                  <a:lnTo>
                    <a:pt x="4971" y="2209"/>
                  </a:lnTo>
                  <a:cubicBezTo>
                    <a:pt x="4937" y="1808"/>
                    <a:pt x="4871" y="1408"/>
                    <a:pt x="4771" y="1041"/>
                  </a:cubicBezTo>
                  <a:cubicBezTo>
                    <a:pt x="4671" y="741"/>
                    <a:pt x="4504" y="474"/>
                    <a:pt x="4270" y="274"/>
                  </a:cubicBezTo>
                  <a:cubicBezTo>
                    <a:pt x="4096" y="99"/>
                    <a:pt x="3845" y="1"/>
                    <a:pt x="360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53"/>
            <p:cNvSpPr/>
            <p:nvPr/>
          </p:nvSpPr>
          <p:spPr>
            <a:xfrm>
              <a:off x="4987900" y="3184600"/>
              <a:ext cx="116775" cy="275625"/>
            </a:xfrm>
            <a:custGeom>
              <a:rect b="b" l="l" r="r" t="t"/>
              <a:pathLst>
                <a:path extrusionOk="0" h="11025" w="4671">
                  <a:moveTo>
                    <a:pt x="4537" y="0"/>
                  </a:moveTo>
                  <a:cubicBezTo>
                    <a:pt x="4512" y="0"/>
                    <a:pt x="4487" y="9"/>
                    <a:pt x="4470" y="25"/>
                  </a:cubicBezTo>
                  <a:lnTo>
                    <a:pt x="3403" y="626"/>
                  </a:lnTo>
                  <a:cubicBezTo>
                    <a:pt x="3336" y="693"/>
                    <a:pt x="3303" y="759"/>
                    <a:pt x="3269" y="826"/>
                  </a:cubicBezTo>
                  <a:cubicBezTo>
                    <a:pt x="3236" y="893"/>
                    <a:pt x="3203" y="993"/>
                    <a:pt x="3203" y="1093"/>
                  </a:cubicBezTo>
                  <a:lnTo>
                    <a:pt x="3203" y="5229"/>
                  </a:lnTo>
                  <a:lnTo>
                    <a:pt x="1368" y="2094"/>
                  </a:lnTo>
                  <a:cubicBezTo>
                    <a:pt x="1368" y="2027"/>
                    <a:pt x="1301" y="1993"/>
                    <a:pt x="1268" y="1993"/>
                  </a:cubicBezTo>
                  <a:cubicBezTo>
                    <a:pt x="1235" y="1960"/>
                    <a:pt x="1201" y="1943"/>
                    <a:pt x="1168" y="1943"/>
                  </a:cubicBezTo>
                  <a:cubicBezTo>
                    <a:pt x="1135" y="1943"/>
                    <a:pt x="1101" y="1960"/>
                    <a:pt x="1068" y="1993"/>
                  </a:cubicBezTo>
                  <a:lnTo>
                    <a:pt x="234" y="2460"/>
                  </a:lnTo>
                  <a:cubicBezTo>
                    <a:pt x="167" y="2494"/>
                    <a:pt x="101" y="2561"/>
                    <a:pt x="67" y="2627"/>
                  </a:cubicBezTo>
                  <a:cubicBezTo>
                    <a:pt x="34" y="2727"/>
                    <a:pt x="0" y="2827"/>
                    <a:pt x="0" y="2894"/>
                  </a:cubicBezTo>
                  <a:lnTo>
                    <a:pt x="0" y="10800"/>
                  </a:lnTo>
                  <a:cubicBezTo>
                    <a:pt x="0" y="10866"/>
                    <a:pt x="34" y="10933"/>
                    <a:pt x="67" y="11000"/>
                  </a:cubicBezTo>
                  <a:cubicBezTo>
                    <a:pt x="84" y="11017"/>
                    <a:pt x="109" y="11025"/>
                    <a:pt x="138" y="11025"/>
                  </a:cubicBezTo>
                  <a:cubicBezTo>
                    <a:pt x="167" y="11025"/>
                    <a:pt x="201" y="11017"/>
                    <a:pt x="234" y="11000"/>
                  </a:cubicBezTo>
                  <a:lnTo>
                    <a:pt x="1268" y="10366"/>
                  </a:lnTo>
                  <a:cubicBezTo>
                    <a:pt x="1335" y="10333"/>
                    <a:pt x="1401" y="10266"/>
                    <a:pt x="1435" y="10199"/>
                  </a:cubicBezTo>
                  <a:cubicBezTo>
                    <a:pt x="1468" y="10099"/>
                    <a:pt x="1468" y="10033"/>
                    <a:pt x="1468" y="9932"/>
                  </a:cubicBezTo>
                  <a:lnTo>
                    <a:pt x="1468" y="5796"/>
                  </a:lnTo>
                  <a:lnTo>
                    <a:pt x="3303" y="8932"/>
                  </a:lnTo>
                  <a:cubicBezTo>
                    <a:pt x="3336" y="8965"/>
                    <a:pt x="3370" y="8998"/>
                    <a:pt x="3403" y="9032"/>
                  </a:cubicBezTo>
                  <a:cubicBezTo>
                    <a:pt x="3436" y="9065"/>
                    <a:pt x="3478" y="9082"/>
                    <a:pt x="3520" y="9082"/>
                  </a:cubicBezTo>
                  <a:cubicBezTo>
                    <a:pt x="3561" y="9082"/>
                    <a:pt x="3603" y="9065"/>
                    <a:pt x="3636" y="9032"/>
                  </a:cubicBezTo>
                  <a:lnTo>
                    <a:pt x="4470" y="8565"/>
                  </a:lnTo>
                  <a:cubicBezTo>
                    <a:pt x="4537" y="8498"/>
                    <a:pt x="4570" y="8431"/>
                    <a:pt x="4604" y="8365"/>
                  </a:cubicBezTo>
                  <a:cubicBezTo>
                    <a:pt x="4637" y="8298"/>
                    <a:pt x="4670" y="8198"/>
                    <a:pt x="4670" y="8098"/>
                  </a:cubicBezTo>
                  <a:lnTo>
                    <a:pt x="4670" y="226"/>
                  </a:lnTo>
                  <a:cubicBezTo>
                    <a:pt x="4670" y="125"/>
                    <a:pt x="4637" y="59"/>
                    <a:pt x="4604" y="25"/>
                  </a:cubicBezTo>
                  <a:cubicBezTo>
                    <a:pt x="4587" y="9"/>
                    <a:pt x="4562" y="0"/>
                    <a:pt x="453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53"/>
            <p:cNvSpPr/>
            <p:nvPr/>
          </p:nvSpPr>
          <p:spPr>
            <a:xfrm>
              <a:off x="3807050" y="3876575"/>
              <a:ext cx="105100" cy="383925"/>
            </a:xfrm>
            <a:custGeom>
              <a:rect b="b" l="l" r="r" t="t"/>
              <a:pathLst>
                <a:path extrusionOk="0" h="15357" w="4204">
                  <a:moveTo>
                    <a:pt x="3921" y="1"/>
                  </a:moveTo>
                  <a:cubicBezTo>
                    <a:pt x="3857" y="1"/>
                    <a:pt x="3784" y="22"/>
                    <a:pt x="3703" y="66"/>
                  </a:cubicBezTo>
                  <a:lnTo>
                    <a:pt x="534" y="1734"/>
                  </a:lnTo>
                  <a:cubicBezTo>
                    <a:pt x="201" y="1934"/>
                    <a:pt x="1" y="2268"/>
                    <a:pt x="1" y="2635"/>
                  </a:cubicBezTo>
                  <a:lnTo>
                    <a:pt x="268" y="14944"/>
                  </a:lnTo>
                  <a:cubicBezTo>
                    <a:pt x="219" y="15185"/>
                    <a:pt x="399" y="15357"/>
                    <a:pt x="603" y="15357"/>
                  </a:cubicBezTo>
                  <a:cubicBezTo>
                    <a:pt x="680" y="15357"/>
                    <a:pt x="761" y="15332"/>
                    <a:pt x="835" y="15277"/>
                  </a:cubicBezTo>
                  <a:lnTo>
                    <a:pt x="2503" y="14410"/>
                  </a:lnTo>
                  <a:cubicBezTo>
                    <a:pt x="2803" y="14210"/>
                    <a:pt x="3003" y="13876"/>
                    <a:pt x="3036" y="13509"/>
                  </a:cubicBezTo>
                  <a:lnTo>
                    <a:pt x="4204" y="400"/>
                  </a:lnTo>
                  <a:cubicBezTo>
                    <a:pt x="4204" y="156"/>
                    <a:pt x="4097" y="1"/>
                    <a:pt x="392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53"/>
            <p:cNvSpPr/>
            <p:nvPr/>
          </p:nvSpPr>
          <p:spPr>
            <a:xfrm>
              <a:off x="3800575" y="4284675"/>
              <a:ext cx="87200" cy="121125"/>
            </a:xfrm>
            <a:custGeom>
              <a:rect b="b" l="l" r="r" t="t"/>
              <a:pathLst>
                <a:path extrusionOk="0" h="4845" w="3488">
                  <a:moveTo>
                    <a:pt x="2482" y="0"/>
                  </a:moveTo>
                  <a:cubicBezTo>
                    <a:pt x="2289" y="0"/>
                    <a:pt x="2070" y="58"/>
                    <a:pt x="1828" y="187"/>
                  </a:cubicBezTo>
                  <a:cubicBezTo>
                    <a:pt x="760" y="888"/>
                    <a:pt x="93" y="2055"/>
                    <a:pt x="26" y="3323"/>
                  </a:cubicBezTo>
                  <a:cubicBezTo>
                    <a:pt x="0" y="4173"/>
                    <a:pt x="353" y="4844"/>
                    <a:pt x="1007" y="4844"/>
                  </a:cubicBezTo>
                  <a:cubicBezTo>
                    <a:pt x="1199" y="4844"/>
                    <a:pt x="1418" y="4786"/>
                    <a:pt x="1661" y="4657"/>
                  </a:cubicBezTo>
                  <a:cubicBezTo>
                    <a:pt x="2728" y="3957"/>
                    <a:pt x="3395" y="2789"/>
                    <a:pt x="3462" y="1522"/>
                  </a:cubicBezTo>
                  <a:cubicBezTo>
                    <a:pt x="3488" y="671"/>
                    <a:pt x="3135" y="0"/>
                    <a:pt x="2482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53"/>
            <p:cNvSpPr/>
            <p:nvPr/>
          </p:nvSpPr>
          <p:spPr>
            <a:xfrm>
              <a:off x="3395100" y="3903425"/>
              <a:ext cx="168000" cy="83225"/>
            </a:xfrm>
            <a:custGeom>
              <a:rect b="b" l="l" r="r" t="t"/>
              <a:pathLst>
                <a:path extrusionOk="0" h="3329" w="6720">
                  <a:moveTo>
                    <a:pt x="6014" y="1"/>
                  </a:moveTo>
                  <a:cubicBezTo>
                    <a:pt x="5939" y="1"/>
                    <a:pt x="5857" y="19"/>
                    <a:pt x="5771" y="60"/>
                  </a:cubicBezTo>
                  <a:lnTo>
                    <a:pt x="501" y="2361"/>
                  </a:lnTo>
                  <a:cubicBezTo>
                    <a:pt x="0" y="2595"/>
                    <a:pt x="167" y="3329"/>
                    <a:pt x="701" y="3329"/>
                  </a:cubicBezTo>
                  <a:cubicBezTo>
                    <a:pt x="768" y="3329"/>
                    <a:pt x="834" y="3329"/>
                    <a:pt x="901" y="3295"/>
                  </a:cubicBezTo>
                  <a:lnTo>
                    <a:pt x="6171" y="994"/>
                  </a:lnTo>
                  <a:cubicBezTo>
                    <a:pt x="6719" y="734"/>
                    <a:pt x="6494" y="1"/>
                    <a:pt x="601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53"/>
            <p:cNvSpPr/>
            <p:nvPr/>
          </p:nvSpPr>
          <p:spPr>
            <a:xfrm>
              <a:off x="3393250" y="3710675"/>
              <a:ext cx="184500" cy="84175"/>
            </a:xfrm>
            <a:custGeom>
              <a:rect b="b" l="l" r="r" t="t"/>
              <a:pathLst>
                <a:path extrusionOk="0" h="3367" w="7380">
                  <a:moveTo>
                    <a:pt x="756" y="0"/>
                  </a:moveTo>
                  <a:cubicBezTo>
                    <a:pt x="246" y="0"/>
                    <a:pt x="1" y="829"/>
                    <a:pt x="608" y="1032"/>
                  </a:cubicBezTo>
                  <a:lnTo>
                    <a:pt x="6479" y="3333"/>
                  </a:lnTo>
                  <a:cubicBezTo>
                    <a:pt x="6546" y="3367"/>
                    <a:pt x="6612" y="3367"/>
                    <a:pt x="6679" y="3367"/>
                  </a:cubicBezTo>
                  <a:cubicBezTo>
                    <a:pt x="7246" y="3367"/>
                    <a:pt x="7380" y="2599"/>
                    <a:pt x="6879" y="2399"/>
                  </a:cubicBezTo>
                  <a:lnTo>
                    <a:pt x="1008" y="64"/>
                  </a:lnTo>
                  <a:cubicBezTo>
                    <a:pt x="919" y="20"/>
                    <a:pt x="835" y="0"/>
                    <a:pt x="75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53"/>
            <p:cNvSpPr/>
            <p:nvPr/>
          </p:nvSpPr>
          <p:spPr>
            <a:xfrm>
              <a:off x="3536375" y="3518875"/>
              <a:ext cx="106425" cy="146725"/>
            </a:xfrm>
            <a:custGeom>
              <a:rect b="b" l="l" r="r" t="t"/>
              <a:pathLst>
                <a:path extrusionOk="0" h="5869" w="4257">
                  <a:moveTo>
                    <a:pt x="702" y="1"/>
                  </a:moveTo>
                  <a:cubicBezTo>
                    <a:pt x="351" y="1"/>
                    <a:pt x="0" y="383"/>
                    <a:pt x="254" y="798"/>
                  </a:cubicBezTo>
                  <a:lnTo>
                    <a:pt x="3156" y="5635"/>
                  </a:lnTo>
                  <a:cubicBezTo>
                    <a:pt x="3222" y="5768"/>
                    <a:pt x="3389" y="5868"/>
                    <a:pt x="3589" y="5868"/>
                  </a:cubicBezTo>
                  <a:cubicBezTo>
                    <a:pt x="3990" y="5868"/>
                    <a:pt x="4256" y="5435"/>
                    <a:pt x="4056" y="5101"/>
                  </a:cubicBezTo>
                  <a:lnTo>
                    <a:pt x="1121" y="264"/>
                  </a:lnTo>
                  <a:cubicBezTo>
                    <a:pt x="1017" y="78"/>
                    <a:pt x="860" y="1"/>
                    <a:pt x="70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53"/>
            <p:cNvSpPr/>
            <p:nvPr/>
          </p:nvSpPr>
          <p:spPr>
            <a:xfrm>
              <a:off x="5304800" y="3491500"/>
              <a:ext cx="166650" cy="95700"/>
            </a:xfrm>
            <a:custGeom>
              <a:rect b="b" l="l" r="r" t="t"/>
              <a:pathLst>
                <a:path extrusionOk="0" h="3828" w="6666">
                  <a:moveTo>
                    <a:pt x="5914" y="1"/>
                  </a:moveTo>
                  <a:cubicBezTo>
                    <a:pt x="5827" y="1"/>
                    <a:pt x="5733" y="28"/>
                    <a:pt x="5638" y="92"/>
                  </a:cubicBezTo>
                  <a:lnTo>
                    <a:pt x="334" y="2860"/>
                  </a:lnTo>
                  <a:cubicBezTo>
                    <a:pt x="67" y="2994"/>
                    <a:pt x="0" y="3327"/>
                    <a:pt x="134" y="3561"/>
                  </a:cubicBezTo>
                  <a:cubicBezTo>
                    <a:pt x="200" y="3727"/>
                    <a:pt x="367" y="3828"/>
                    <a:pt x="567" y="3828"/>
                  </a:cubicBezTo>
                  <a:cubicBezTo>
                    <a:pt x="667" y="3828"/>
                    <a:pt x="734" y="3828"/>
                    <a:pt x="801" y="3794"/>
                  </a:cubicBezTo>
                  <a:lnTo>
                    <a:pt x="6105" y="992"/>
                  </a:lnTo>
                  <a:cubicBezTo>
                    <a:pt x="6666" y="768"/>
                    <a:pt x="6377" y="1"/>
                    <a:pt x="591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53"/>
            <p:cNvSpPr/>
            <p:nvPr/>
          </p:nvSpPr>
          <p:spPr>
            <a:xfrm>
              <a:off x="5290850" y="3695250"/>
              <a:ext cx="185750" cy="67900"/>
            </a:xfrm>
            <a:custGeom>
              <a:rect b="b" l="l" r="r" t="t"/>
              <a:pathLst>
                <a:path extrusionOk="0" h="2716" w="7430">
                  <a:moveTo>
                    <a:pt x="697" y="0"/>
                  </a:moveTo>
                  <a:cubicBezTo>
                    <a:pt x="162" y="0"/>
                    <a:pt x="0" y="764"/>
                    <a:pt x="558" y="981"/>
                  </a:cubicBezTo>
                  <a:lnTo>
                    <a:pt x="6596" y="2683"/>
                  </a:lnTo>
                  <a:lnTo>
                    <a:pt x="6729" y="2683"/>
                  </a:lnTo>
                  <a:lnTo>
                    <a:pt x="6729" y="2716"/>
                  </a:lnTo>
                  <a:cubicBezTo>
                    <a:pt x="7330" y="2683"/>
                    <a:pt x="7430" y="1849"/>
                    <a:pt x="6896" y="1682"/>
                  </a:cubicBezTo>
                  <a:lnTo>
                    <a:pt x="825" y="14"/>
                  </a:lnTo>
                  <a:cubicBezTo>
                    <a:pt x="780" y="5"/>
                    <a:pt x="737" y="0"/>
                    <a:pt x="69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53"/>
            <p:cNvSpPr/>
            <p:nvPr/>
          </p:nvSpPr>
          <p:spPr>
            <a:xfrm>
              <a:off x="5229325" y="3828550"/>
              <a:ext cx="108850" cy="135600"/>
            </a:xfrm>
            <a:custGeom>
              <a:rect b="b" l="l" r="r" t="t"/>
              <a:pathLst>
                <a:path extrusionOk="0" h="5424" w="4354">
                  <a:moveTo>
                    <a:pt x="668" y="1"/>
                  </a:moveTo>
                  <a:cubicBezTo>
                    <a:pt x="322" y="1"/>
                    <a:pt x="1" y="368"/>
                    <a:pt x="217" y="753"/>
                  </a:cubicBezTo>
                  <a:lnTo>
                    <a:pt x="3353" y="5190"/>
                  </a:lnTo>
                  <a:cubicBezTo>
                    <a:pt x="3453" y="5323"/>
                    <a:pt x="3620" y="5423"/>
                    <a:pt x="3786" y="5423"/>
                  </a:cubicBezTo>
                  <a:cubicBezTo>
                    <a:pt x="3886" y="5423"/>
                    <a:pt x="3953" y="5390"/>
                    <a:pt x="4053" y="5323"/>
                  </a:cubicBezTo>
                  <a:cubicBezTo>
                    <a:pt x="4287" y="5156"/>
                    <a:pt x="4353" y="4856"/>
                    <a:pt x="4187" y="4622"/>
                  </a:cubicBezTo>
                  <a:lnTo>
                    <a:pt x="1051" y="186"/>
                  </a:lnTo>
                  <a:cubicBezTo>
                    <a:pt x="939" y="56"/>
                    <a:pt x="802" y="1"/>
                    <a:pt x="6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53"/>
            <p:cNvSpPr/>
            <p:nvPr/>
          </p:nvSpPr>
          <p:spPr>
            <a:xfrm>
              <a:off x="2933100" y="453700"/>
              <a:ext cx="591275" cy="702425"/>
            </a:xfrm>
            <a:custGeom>
              <a:rect b="b" l="l" r="r" t="t"/>
              <a:pathLst>
                <a:path extrusionOk="0" h="28097" w="23651">
                  <a:moveTo>
                    <a:pt x="9031" y="0"/>
                  </a:moveTo>
                  <a:cubicBezTo>
                    <a:pt x="8071" y="0"/>
                    <a:pt x="7198" y="222"/>
                    <a:pt x="6438" y="650"/>
                  </a:cubicBezTo>
                  <a:cubicBezTo>
                    <a:pt x="5671" y="1117"/>
                    <a:pt x="3703" y="2218"/>
                    <a:pt x="2936" y="2685"/>
                  </a:cubicBezTo>
                  <a:cubicBezTo>
                    <a:pt x="1135" y="3719"/>
                    <a:pt x="0" y="5987"/>
                    <a:pt x="0" y="9190"/>
                  </a:cubicBezTo>
                  <a:cubicBezTo>
                    <a:pt x="0" y="15661"/>
                    <a:pt x="4537" y="23500"/>
                    <a:pt x="10108" y="26702"/>
                  </a:cubicBezTo>
                  <a:cubicBezTo>
                    <a:pt x="11739" y="27654"/>
                    <a:pt x="13268" y="28097"/>
                    <a:pt x="14623" y="28097"/>
                  </a:cubicBezTo>
                  <a:cubicBezTo>
                    <a:pt x="15596" y="28097"/>
                    <a:pt x="16479" y="27868"/>
                    <a:pt x="17246" y="27436"/>
                  </a:cubicBezTo>
                  <a:lnTo>
                    <a:pt x="20715" y="25435"/>
                  </a:lnTo>
                  <a:cubicBezTo>
                    <a:pt x="22517" y="24367"/>
                    <a:pt x="23651" y="22132"/>
                    <a:pt x="23651" y="18897"/>
                  </a:cubicBezTo>
                  <a:cubicBezTo>
                    <a:pt x="23651" y="12459"/>
                    <a:pt x="19114" y="4620"/>
                    <a:pt x="13543" y="1384"/>
                  </a:cubicBezTo>
                  <a:cubicBezTo>
                    <a:pt x="11921" y="446"/>
                    <a:pt x="10390" y="0"/>
                    <a:pt x="903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53"/>
            <p:cNvSpPr/>
            <p:nvPr/>
          </p:nvSpPr>
          <p:spPr>
            <a:xfrm>
              <a:off x="2933100" y="453700"/>
              <a:ext cx="591275" cy="702425"/>
            </a:xfrm>
            <a:custGeom>
              <a:rect b="b" l="l" r="r" t="t"/>
              <a:pathLst>
                <a:path extrusionOk="0" h="28097" w="23651">
                  <a:moveTo>
                    <a:pt x="9031" y="0"/>
                  </a:moveTo>
                  <a:cubicBezTo>
                    <a:pt x="8071" y="0"/>
                    <a:pt x="7198" y="222"/>
                    <a:pt x="6438" y="650"/>
                  </a:cubicBezTo>
                  <a:cubicBezTo>
                    <a:pt x="5671" y="1117"/>
                    <a:pt x="3703" y="2218"/>
                    <a:pt x="2936" y="2685"/>
                  </a:cubicBezTo>
                  <a:cubicBezTo>
                    <a:pt x="1135" y="3719"/>
                    <a:pt x="0" y="5987"/>
                    <a:pt x="0" y="9190"/>
                  </a:cubicBezTo>
                  <a:cubicBezTo>
                    <a:pt x="0" y="15661"/>
                    <a:pt x="4537" y="23500"/>
                    <a:pt x="10108" y="26702"/>
                  </a:cubicBezTo>
                  <a:cubicBezTo>
                    <a:pt x="11739" y="27654"/>
                    <a:pt x="13268" y="28097"/>
                    <a:pt x="14623" y="28097"/>
                  </a:cubicBezTo>
                  <a:cubicBezTo>
                    <a:pt x="15596" y="28097"/>
                    <a:pt x="16479" y="27868"/>
                    <a:pt x="17246" y="27436"/>
                  </a:cubicBezTo>
                  <a:lnTo>
                    <a:pt x="20715" y="25435"/>
                  </a:lnTo>
                  <a:cubicBezTo>
                    <a:pt x="22517" y="24367"/>
                    <a:pt x="23651" y="22132"/>
                    <a:pt x="23651" y="18897"/>
                  </a:cubicBezTo>
                  <a:cubicBezTo>
                    <a:pt x="23651" y="12459"/>
                    <a:pt x="19114" y="4620"/>
                    <a:pt x="13543" y="1384"/>
                  </a:cubicBezTo>
                  <a:cubicBezTo>
                    <a:pt x="11921" y="446"/>
                    <a:pt x="10390" y="0"/>
                    <a:pt x="90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53"/>
            <p:cNvSpPr/>
            <p:nvPr/>
          </p:nvSpPr>
          <p:spPr>
            <a:xfrm>
              <a:off x="3325875" y="1044525"/>
              <a:ext cx="254375" cy="184525"/>
            </a:xfrm>
            <a:custGeom>
              <a:rect b="b" l="l" r="r" t="t"/>
              <a:pathLst>
                <a:path extrusionOk="0" h="7381" w="10175">
                  <a:moveTo>
                    <a:pt x="6806" y="0"/>
                  </a:moveTo>
                  <a:lnTo>
                    <a:pt x="1" y="3937"/>
                  </a:lnTo>
                  <a:cubicBezTo>
                    <a:pt x="634" y="4937"/>
                    <a:pt x="1502" y="5805"/>
                    <a:pt x="2536" y="6438"/>
                  </a:cubicBezTo>
                  <a:cubicBezTo>
                    <a:pt x="3575" y="7050"/>
                    <a:pt x="4782" y="7381"/>
                    <a:pt x="6003" y="7381"/>
                  </a:cubicBezTo>
                  <a:cubicBezTo>
                    <a:pt x="6115" y="7381"/>
                    <a:pt x="6227" y="7378"/>
                    <a:pt x="6339" y="7372"/>
                  </a:cubicBezTo>
                  <a:cubicBezTo>
                    <a:pt x="6405" y="7372"/>
                    <a:pt x="6439" y="7372"/>
                    <a:pt x="6505" y="7339"/>
                  </a:cubicBezTo>
                  <a:lnTo>
                    <a:pt x="9941" y="5371"/>
                  </a:lnTo>
                  <a:cubicBezTo>
                    <a:pt x="10175" y="5238"/>
                    <a:pt x="10175" y="4904"/>
                    <a:pt x="9941" y="4771"/>
                  </a:cubicBezTo>
                  <a:cubicBezTo>
                    <a:pt x="8173" y="3803"/>
                    <a:pt x="7006" y="2035"/>
                    <a:pt x="68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53"/>
            <p:cNvSpPr/>
            <p:nvPr/>
          </p:nvSpPr>
          <p:spPr>
            <a:xfrm>
              <a:off x="3325875" y="1044525"/>
              <a:ext cx="254375" cy="184525"/>
            </a:xfrm>
            <a:custGeom>
              <a:rect b="b" l="l" r="r" t="t"/>
              <a:pathLst>
                <a:path extrusionOk="0" h="7381" w="10175">
                  <a:moveTo>
                    <a:pt x="6806" y="0"/>
                  </a:moveTo>
                  <a:lnTo>
                    <a:pt x="1" y="3937"/>
                  </a:lnTo>
                  <a:cubicBezTo>
                    <a:pt x="634" y="4937"/>
                    <a:pt x="1502" y="5805"/>
                    <a:pt x="2536" y="6438"/>
                  </a:cubicBezTo>
                  <a:cubicBezTo>
                    <a:pt x="3575" y="7050"/>
                    <a:pt x="4782" y="7381"/>
                    <a:pt x="6003" y="7381"/>
                  </a:cubicBezTo>
                  <a:cubicBezTo>
                    <a:pt x="6115" y="7381"/>
                    <a:pt x="6227" y="7378"/>
                    <a:pt x="6339" y="7372"/>
                  </a:cubicBezTo>
                  <a:cubicBezTo>
                    <a:pt x="6405" y="7372"/>
                    <a:pt x="6439" y="7372"/>
                    <a:pt x="6505" y="7339"/>
                  </a:cubicBezTo>
                  <a:lnTo>
                    <a:pt x="9941" y="5371"/>
                  </a:lnTo>
                  <a:cubicBezTo>
                    <a:pt x="10175" y="5238"/>
                    <a:pt x="10175" y="4904"/>
                    <a:pt x="9941" y="4771"/>
                  </a:cubicBezTo>
                  <a:cubicBezTo>
                    <a:pt x="8173" y="3803"/>
                    <a:pt x="7006" y="2035"/>
                    <a:pt x="680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53"/>
            <p:cNvSpPr/>
            <p:nvPr/>
          </p:nvSpPr>
          <p:spPr>
            <a:xfrm>
              <a:off x="2908075" y="503300"/>
              <a:ext cx="554600" cy="652575"/>
            </a:xfrm>
            <a:custGeom>
              <a:rect b="b" l="l" r="r" t="t"/>
              <a:pathLst>
                <a:path extrusionOk="0" h="26103" w="22184">
                  <a:moveTo>
                    <a:pt x="6580" y="1"/>
                  </a:moveTo>
                  <a:cubicBezTo>
                    <a:pt x="5638" y="1"/>
                    <a:pt x="4755" y="215"/>
                    <a:pt x="3970" y="668"/>
                  </a:cubicBezTo>
                  <a:cubicBezTo>
                    <a:pt x="1" y="2969"/>
                    <a:pt x="1" y="10341"/>
                    <a:pt x="3970" y="17180"/>
                  </a:cubicBezTo>
                  <a:cubicBezTo>
                    <a:pt x="7114" y="22641"/>
                    <a:pt x="11832" y="26102"/>
                    <a:pt x="15610" y="26102"/>
                  </a:cubicBezTo>
                  <a:cubicBezTo>
                    <a:pt x="16562" y="26102"/>
                    <a:pt x="17455" y="25882"/>
                    <a:pt x="18247" y="25419"/>
                  </a:cubicBezTo>
                  <a:cubicBezTo>
                    <a:pt x="22183" y="23150"/>
                    <a:pt x="22183" y="15779"/>
                    <a:pt x="18247" y="8940"/>
                  </a:cubicBezTo>
                  <a:cubicBezTo>
                    <a:pt x="15096" y="3466"/>
                    <a:pt x="10362" y="1"/>
                    <a:pt x="6580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53"/>
            <p:cNvSpPr/>
            <p:nvPr/>
          </p:nvSpPr>
          <p:spPr>
            <a:xfrm>
              <a:off x="3306278" y="1060134"/>
              <a:ext cx="181825" cy="172850"/>
            </a:xfrm>
            <a:custGeom>
              <a:rect b="b" l="l" r="r" t="t"/>
              <a:pathLst>
                <a:path extrusionOk="0" h="6914" w="7273">
                  <a:moveTo>
                    <a:pt x="3870" y="0"/>
                  </a:moveTo>
                  <a:lnTo>
                    <a:pt x="1" y="2235"/>
                  </a:lnTo>
                  <a:cubicBezTo>
                    <a:pt x="1" y="2235"/>
                    <a:pt x="334" y="4270"/>
                    <a:pt x="3003" y="5971"/>
                  </a:cubicBezTo>
                  <a:cubicBezTo>
                    <a:pt x="4072" y="6583"/>
                    <a:pt x="5254" y="6914"/>
                    <a:pt x="6470" y="6914"/>
                  </a:cubicBezTo>
                  <a:cubicBezTo>
                    <a:pt x="6582" y="6914"/>
                    <a:pt x="6694" y="6911"/>
                    <a:pt x="6806" y="6905"/>
                  </a:cubicBezTo>
                  <a:cubicBezTo>
                    <a:pt x="7172" y="6905"/>
                    <a:pt x="7273" y="6438"/>
                    <a:pt x="6972" y="6272"/>
                  </a:cubicBezTo>
                  <a:cubicBezTo>
                    <a:pt x="4737" y="5037"/>
                    <a:pt x="3470" y="2536"/>
                    <a:pt x="387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53"/>
            <p:cNvSpPr/>
            <p:nvPr/>
          </p:nvSpPr>
          <p:spPr>
            <a:xfrm>
              <a:off x="3124900" y="619925"/>
              <a:ext cx="82575" cy="299550"/>
            </a:xfrm>
            <a:custGeom>
              <a:rect b="b" l="l" r="r" t="t"/>
              <a:pathLst>
                <a:path extrusionOk="0" h="11982" w="3303">
                  <a:moveTo>
                    <a:pt x="237" y="1"/>
                  </a:moveTo>
                  <a:cubicBezTo>
                    <a:pt x="93" y="1"/>
                    <a:pt x="1" y="107"/>
                    <a:pt x="1" y="306"/>
                  </a:cubicBezTo>
                  <a:lnTo>
                    <a:pt x="901" y="10513"/>
                  </a:lnTo>
                  <a:cubicBezTo>
                    <a:pt x="935" y="10813"/>
                    <a:pt x="1101" y="11080"/>
                    <a:pt x="1368" y="11247"/>
                  </a:cubicBezTo>
                  <a:lnTo>
                    <a:pt x="2669" y="11914"/>
                  </a:lnTo>
                  <a:cubicBezTo>
                    <a:pt x="2726" y="11961"/>
                    <a:pt x="2787" y="11982"/>
                    <a:pt x="2846" y="11982"/>
                  </a:cubicBezTo>
                  <a:cubicBezTo>
                    <a:pt x="2996" y="11982"/>
                    <a:pt x="3127" y="11848"/>
                    <a:pt x="3103" y="11681"/>
                  </a:cubicBezTo>
                  <a:lnTo>
                    <a:pt x="3303" y="2074"/>
                  </a:lnTo>
                  <a:cubicBezTo>
                    <a:pt x="3270" y="1774"/>
                    <a:pt x="3136" y="1507"/>
                    <a:pt x="2869" y="1373"/>
                  </a:cubicBezTo>
                  <a:lnTo>
                    <a:pt x="401" y="39"/>
                  </a:lnTo>
                  <a:cubicBezTo>
                    <a:pt x="341" y="13"/>
                    <a:pt x="286" y="1"/>
                    <a:pt x="2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53"/>
            <p:cNvSpPr/>
            <p:nvPr/>
          </p:nvSpPr>
          <p:spPr>
            <a:xfrm>
              <a:off x="3144275" y="938350"/>
              <a:ext cx="67825" cy="94300"/>
            </a:xfrm>
            <a:custGeom>
              <a:rect b="b" l="l" r="r" t="t"/>
              <a:pathLst>
                <a:path extrusionOk="0" h="3772" w="2713">
                  <a:moveTo>
                    <a:pt x="780" y="0"/>
                  </a:moveTo>
                  <a:cubicBezTo>
                    <a:pt x="272" y="0"/>
                    <a:pt x="0" y="510"/>
                    <a:pt x="26" y="1179"/>
                  </a:cubicBezTo>
                  <a:cubicBezTo>
                    <a:pt x="60" y="2179"/>
                    <a:pt x="593" y="3080"/>
                    <a:pt x="1427" y="3614"/>
                  </a:cubicBezTo>
                  <a:cubicBezTo>
                    <a:pt x="1622" y="3723"/>
                    <a:pt x="1797" y="3772"/>
                    <a:pt x="1949" y="3772"/>
                  </a:cubicBezTo>
                  <a:cubicBezTo>
                    <a:pt x="2450" y="3772"/>
                    <a:pt x="2713" y="3244"/>
                    <a:pt x="2661" y="2580"/>
                  </a:cubicBezTo>
                  <a:cubicBezTo>
                    <a:pt x="2628" y="1612"/>
                    <a:pt x="2094" y="678"/>
                    <a:pt x="1294" y="144"/>
                  </a:cubicBezTo>
                  <a:cubicBezTo>
                    <a:pt x="1103" y="45"/>
                    <a:pt x="931" y="0"/>
                    <a:pt x="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53"/>
            <p:cNvSpPr/>
            <p:nvPr/>
          </p:nvSpPr>
          <p:spPr>
            <a:xfrm>
              <a:off x="5367325" y="719300"/>
              <a:ext cx="722225" cy="722200"/>
            </a:xfrm>
            <a:custGeom>
              <a:rect b="b" l="l" r="r" t="t"/>
              <a:pathLst>
                <a:path extrusionOk="0" h="28888" w="28889">
                  <a:moveTo>
                    <a:pt x="14445" y="0"/>
                  </a:moveTo>
                  <a:cubicBezTo>
                    <a:pt x="6472" y="0"/>
                    <a:pt x="1" y="6471"/>
                    <a:pt x="1" y="14444"/>
                  </a:cubicBezTo>
                  <a:cubicBezTo>
                    <a:pt x="1" y="22416"/>
                    <a:pt x="6472" y="28887"/>
                    <a:pt x="14445" y="28887"/>
                  </a:cubicBezTo>
                  <a:cubicBezTo>
                    <a:pt x="22417" y="28887"/>
                    <a:pt x="28888" y="22416"/>
                    <a:pt x="28888" y="14444"/>
                  </a:cubicBezTo>
                  <a:cubicBezTo>
                    <a:pt x="28888" y="6471"/>
                    <a:pt x="22417" y="0"/>
                    <a:pt x="1444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53"/>
            <p:cNvSpPr/>
            <p:nvPr/>
          </p:nvSpPr>
          <p:spPr>
            <a:xfrm>
              <a:off x="5501600" y="878575"/>
              <a:ext cx="626300" cy="563125"/>
            </a:xfrm>
            <a:custGeom>
              <a:rect b="b" l="l" r="r" t="t"/>
              <a:pathLst>
                <a:path extrusionOk="0" h="22525" w="25052">
                  <a:moveTo>
                    <a:pt x="21049" y="0"/>
                  </a:moveTo>
                  <a:cubicBezTo>
                    <a:pt x="22350" y="3670"/>
                    <a:pt x="21549" y="6872"/>
                    <a:pt x="16312" y="9907"/>
                  </a:cubicBezTo>
                  <a:lnTo>
                    <a:pt x="0" y="19314"/>
                  </a:lnTo>
                  <a:cubicBezTo>
                    <a:pt x="2657" y="21461"/>
                    <a:pt x="5866" y="22524"/>
                    <a:pt x="9069" y="22524"/>
                  </a:cubicBezTo>
                  <a:cubicBezTo>
                    <a:pt x="12584" y="22524"/>
                    <a:pt x="16090" y="21244"/>
                    <a:pt x="18847" y="18714"/>
                  </a:cubicBezTo>
                  <a:cubicBezTo>
                    <a:pt x="24118" y="13877"/>
                    <a:pt x="25052" y="5938"/>
                    <a:pt x="21049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53"/>
            <p:cNvSpPr/>
            <p:nvPr/>
          </p:nvSpPr>
          <p:spPr>
            <a:xfrm>
              <a:off x="5405700" y="1183800"/>
              <a:ext cx="273550" cy="1104975"/>
            </a:xfrm>
            <a:custGeom>
              <a:rect b="b" l="l" r="r" t="t"/>
              <a:pathLst>
                <a:path extrusionOk="0" h="44199" w="10942">
                  <a:moveTo>
                    <a:pt x="0" y="0"/>
                  </a:moveTo>
                  <a:lnTo>
                    <a:pt x="0" y="0"/>
                  </a:lnTo>
                  <a:cubicBezTo>
                    <a:pt x="3103" y="11642"/>
                    <a:pt x="4837" y="29088"/>
                    <a:pt x="4037" y="41863"/>
                  </a:cubicBezTo>
                  <a:lnTo>
                    <a:pt x="8073" y="44198"/>
                  </a:lnTo>
                  <a:cubicBezTo>
                    <a:pt x="10408" y="36526"/>
                    <a:pt x="10942" y="20815"/>
                    <a:pt x="10074" y="583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53"/>
            <p:cNvSpPr/>
            <p:nvPr/>
          </p:nvSpPr>
          <p:spPr>
            <a:xfrm>
              <a:off x="5607500" y="1327225"/>
              <a:ext cx="356125" cy="962375"/>
            </a:xfrm>
            <a:custGeom>
              <a:rect b="b" l="l" r="r" t="t"/>
              <a:pathLst>
                <a:path extrusionOk="0" h="38495" w="14245">
                  <a:moveTo>
                    <a:pt x="14244" y="1"/>
                  </a:moveTo>
                  <a:lnTo>
                    <a:pt x="2002" y="134"/>
                  </a:lnTo>
                  <a:cubicBezTo>
                    <a:pt x="2669" y="13744"/>
                    <a:pt x="2403" y="29322"/>
                    <a:pt x="1" y="38495"/>
                  </a:cubicBezTo>
                  <a:cubicBezTo>
                    <a:pt x="6072" y="34892"/>
                    <a:pt x="9841" y="28354"/>
                    <a:pt x="9908" y="21249"/>
                  </a:cubicBezTo>
                  <a:lnTo>
                    <a:pt x="10008" y="5438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53"/>
            <p:cNvSpPr/>
            <p:nvPr/>
          </p:nvSpPr>
          <p:spPr>
            <a:xfrm>
              <a:off x="5607500" y="1746275"/>
              <a:ext cx="150975" cy="100525"/>
            </a:xfrm>
            <a:custGeom>
              <a:rect b="b" l="l" r="r" t="t"/>
              <a:pathLst>
                <a:path extrusionOk="0" h="4021" w="6039">
                  <a:moveTo>
                    <a:pt x="5559" y="0"/>
                  </a:moveTo>
                  <a:cubicBezTo>
                    <a:pt x="5441" y="0"/>
                    <a:pt x="5309" y="39"/>
                    <a:pt x="5171" y="117"/>
                  </a:cubicBezTo>
                  <a:lnTo>
                    <a:pt x="2870" y="1452"/>
                  </a:lnTo>
                  <a:cubicBezTo>
                    <a:pt x="2603" y="1585"/>
                    <a:pt x="2302" y="1652"/>
                    <a:pt x="2002" y="1652"/>
                  </a:cubicBezTo>
                  <a:cubicBezTo>
                    <a:pt x="1702" y="1652"/>
                    <a:pt x="1402" y="1585"/>
                    <a:pt x="1135" y="1452"/>
                  </a:cubicBezTo>
                  <a:lnTo>
                    <a:pt x="835" y="1285"/>
                  </a:lnTo>
                  <a:cubicBezTo>
                    <a:pt x="699" y="1207"/>
                    <a:pt x="571" y="1169"/>
                    <a:pt x="458" y="1169"/>
                  </a:cubicBezTo>
                  <a:cubicBezTo>
                    <a:pt x="185" y="1169"/>
                    <a:pt x="1" y="1393"/>
                    <a:pt x="1" y="1818"/>
                  </a:cubicBezTo>
                  <a:lnTo>
                    <a:pt x="1" y="2152"/>
                  </a:lnTo>
                  <a:cubicBezTo>
                    <a:pt x="34" y="2752"/>
                    <a:pt x="334" y="3286"/>
                    <a:pt x="835" y="3653"/>
                  </a:cubicBezTo>
                  <a:lnTo>
                    <a:pt x="1102" y="3820"/>
                  </a:lnTo>
                  <a:cubicBezTo>
                    <a:pt x="1368" y="3953"/>
                    <a:pt x="1669" y="4020"/>
                    <a:pt x="1969" y="4020"/>
                  </a:cubicBezTo>
                  <a:cubicBezTo>
                    <a:pt x="2269" y="4020"/>
                    <a:pt x="2569" y="3953"/>
                    <a:pt x="2836" y="3820"/>
                  </a:cubicBezTo>
                  <a:lnTo>
                    <a:pt x="5171" y="2452"/>
                  </a:lnTo>
                  <a:cubicBezTo>
                    <a:pt x="5672" y="2119"/>
                    <a:pt x="6005" y="1585"/>
                    <a:pt x="6038" y="985"/>
                  </a:cubicBezTo>
                  <a:lnTo>
                    <a:pt x="6038" y="618"/>
                  </a:lnTo>
                  <a:cubicBezTo>
                    <a:pt x="6038" y="218"/>
                    <a:pt x="5840" y="0"/>
                    <a:pt x="555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53"/>
            <p:cNvSpPr/>
            <p:nvPr/>
          </p:nvSpPr>
          <p:spPr>
            <a:xfrm>
              <a:off x="5598575" y="1875675"/>
              <a:ext cx="150725" cy="100375"/>
            </a:xfrm>
            <a:custGeom>
              <a:rect b="b" l="l" r="r" t="t"/>
              <a:pathLst>
                <a:path extrusionOk="0" h="4015" w="6029">
                  <a:moveTo>
                    <a:pt x="5534" y="1"/>
                  </a:moveTo>
                  <a:cubicBezTo>
                    <a:pt x="5420" y="1"/>
                    <a:pt x="5293" y="36"/>
                    <a:pt x="5161" y="112"/>
                  </a:cubicBezTo>
                  <a:lnTo>
                    <a:pt x="2860" y="1446"/>
                  </a:lnTo>
                  <a:cubicBezTo>
                    <a:pt x="2593" y="1596"/>
                    <a:pt x="2301" y="1671"/>
                    <a:pt x="2005" y="1671"/>
                  </a:cubicBezTo>
                  <a:cubicBezTo>
                    <a:pt x="1709" y="1671"/>
                    <a:pt x="1409" y="1596"/>
                    <a:pt x="1125" y="1446"/>
                  </a:cubicBezTo>
                  <a:lnTo>
                    <a:pt x="858" y="1279"/>
                  </a:lnTo>
                  <a:cubicBezTo>
                    <a:pt x="711" y="1200"/>
                    <a:pt x="575" y="1162"/>
                    <a:pt x="457" y="1162"/>
                  </a:cubicBezTo>
                  <a:cubicBezTo>
                    <a:pt x="176" y="1162"/>
                    <a:pt x="1" y="1380"/>
                    <a:pt x="24" y="1779"/>
                  </a:cubicBezTo>
                  <a:lnTo>
                    <a:pt x="24" y="2146"/>
                  </a:lnTo>
                  <a:cubicBezTo>
                    <a:pt x="58" y="2747"/>
                    <a:pt x="358" y="3281"/>
                    <a:pt x="858" y="3648"/>
                  </a:cubicBezTo>
                  <a:lnTo>
                    <a:pt x="1125" y="3814"/>
                  </a:lnTo>
                  <a:cubicBezTo>
                    <a:pt x="1392" y="3948"/>
                    <a:pt x="1684" y="4014"/>
                    <a:pt x="1980" y="4014"/>
                  </a:cubicBezTo>
                  <a:cubicBezTo>
                    <a:pt x="2276" y="4014"/>
                    <a:pt x="2576" y="3948"/>
                    <a:pt x="2860" y="3814"/>
                  </a:cubicBezTo>
                  <a:lnTo>
                    <a:pt x="5195" y="2447"/>
                  </a:lnTo>
                  <a:cubicBezTo>
                    <a:pt x="5695" y="2113"/>
                    <a:pt x="5995" y="1546"/>
                    <a:pt x="6029" y="946"/>
                  </a:cubicBezTo>
                  <a:lnTo>
                    <a:pt x="6029" y="612"/>
                  </a:lnTo>
                  <a:cubicBezTo>
                    <a:pt x="6029" y="229"/>
                    <a:pt x="5823" y="1"/>
                    <a:pt x="55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53"/>
            <p:cNvSpPr/>
            <p:nvPr/>
          </p:nvSpPr>
          <p:spPr>
            <a:xfrm>
              <a:off x="5589150" y="2005625"/>
              <a:ext cx="150975" cy="99675"/>
            </a:xfrm>
            <a:custGeom>
              <a:rect b="b" l="l" r="r" t="t"/>
              <a:pathLst>
                <a:path extrusionOk="0" h="3987" w="6039">
                  <a:moveTo>
                    <a:pt x="5559" y="1"/>
                  </a:moveTo>
                  <a:cubicBezTo>
                    <a:pt x="5441" y="1"/>
                    <a:pt x="5309" y="39"/>
                    <a:pt x="5171" y="117"/>
                  </a:cubicBezTo>
                  <a:lnTo>
                    <a:pt x="2870" y="1452"/>
                  </a:lnTo>
                  <a:cubicBezTo>
                    <a:pt x="2603" y="1585"/>
                    <a:pt x="2311" y="1652"/>
                    <a:pt x="2019" y="1652"/>
                  </a:cubicBezTo>
                  <a:cubicBezTo>
                    <a:pt x="1727" y="1652"/>
                    <a:pt x="1435" y="1585"/>
                    <a:pt x="1168" y="1452"/>
                  </a:cubicBezTo>
                  <a:lnTo>
                    <a:pt x="868" y="1285"/>
                  </a:lnTo>
                  <a:cubicBezTo>
                    <a:pt x="729" y="1195"/>
                    <a:pt x="596" y="1153"/>
                    <a:pt x="478" y="1153"/>
                  </a:cubicBezTo>
                  <a:cubicBezTo>
                    <a:pt x="198" y="1153"/>
                    <a:pt x="1" y="1387"/>
                    <a:pt x="1" y="1785"/>
                  </a:cubicBezTo>
                  <a:lnTo>
                    <a:pt x="1" y="2119"/>
                  </a:lnTo>
                  <a:cubicBezTo>
                    <a:pt x="34" y="2719"/>
                    <a:pt x="368" y="3286"/>
                    <a:pt x="835" y="3620"/>
                  </a:cubicBezTo>
                  <a:lnTo>
                    <a:pt x="1135" y="3787"/>
                  </a:lnTo>
                  <a:cubicBezTo>
                    <a:pt x="1402" y="3920"/>
                    <a:pt x="1694" y="3987"/>
                    <a:pt x="1986" y="3987"/>
                  </a:cubicBezTo>
                  <a:cubicBezTo>
                    <a:pt x="2278" y="3987"/>
                    <a:pt x="2569" y="3920"/>
                    <a:pt x="2836" y="3787"/>
                  </a:cubicBezTo>
                  <a:lnTo>
                    <a:pt x="5171" y="2419"/>
                  </a:lnTo>
                  <a:cubicBezTo>
                    <a:pt x="5672" y="2085"/>
                    <a:pt x="6005" y="1552"/>
                    <a:pt x="6039" y="951"/>
                  </a:cubicBezTo>
                  <a:lnTo>
                    <a:pt x="6039" y="618"/>
                  </a:lnTo>
                  <a:cubicBezTo>
                    <a:pt x="6039" y="218"/>
                    <a:pt x="5840" y="1"/>
                    <a:pt x="555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53"/>
            <p:cNvSpPr/>
            <p:nvPr/>
          </p:nvSpPr>
          <p:spPr>
            <a:xfrm>
              <a:off x="5257250" y="730600"/>
              <a:ext cx="713050" cy="854325"/>
            </a:xfrm>
            <a:custGeom>
              <a:rect b="b" l="l" r="r" t="t"/>
              <a:pathLst>
                <a:path extrusionOk="0" h="34173" w="28522">
                  <a:moveTo>
                    <a:pt x="11726" y="1"/>
                  </a:moveTo>
                  <a:cubicBezTo>
                    <a:pt x="10252" y="1"/>
                    <a:pt x="8782" y="352"/>
                    <a:pt x="7439" y="1049"/>
                  </a:cubicBezTo>
                  <a:lnTo>
                    <a:pt x="7239" y="1149"/>
                  </a:lnTo>
                  <a:cubicBezTo>
                    <a:pt x="7139" y="1183"/>
                    <a:pt x="7039" y="1249"/>
                    <a:pt x="6972" y="1316"/>
                  </a:cubicBezTo>
                  <a:lnTo>
                    <a:pt x="1" y="5319"/>
                  </a:lnTo>
                  <a:cubicBezTo>
                    <a:pt x="897" y="4809"/>
                    <a:pt x="1936" y="4542"/>
                    <a:pt x="3082" y="4542"/>
                  </a:cubicBezTo>
                  <a:cubicBezTo>
                    <a:pt x="4410" y="4542"/>
                    <a:pt x="5882" y="4900"/>
                    <a:pt x="7439" y="5652"/>
                  </a:cubicBezTo>
                  <a:cubicBezTo>
                    <a:pt x="7740" y="5819"/>
                    <a:pt x="8040" y="5986"/>
                    <a:pt x="8373" y="6153"/>
                  </a:cubicBezTo>
                  <a:cubicBezTo>
                    <a:pt x="8674" y="6320"/>
                    <a:pt x="9074" y="6586"/>
                    <a:pt x="9441" y="6853"/>
                  </a:cubicBezTo>
                  <a:cubicBezTo>
                    <a:pt x="10041" y="7254"/>
                    <a:pt x="10642" y="7687"/>
                    <a:pt x="11209" y="8154"/>
                  </a:cubicBezTo>
                  <a:cubicBezTo>
                    <a:pt x="12243" y="9055"/>
                    <a:pt x="13244" y="10056"/>
                    <a:pt x="14111" y="11123"/>
                  </a:cubicBezTo>
                  <a:cubicBezTo>
                    <a:pt x="16546" y="14125"/>
                    <a:pt x="18347" y="17561"/>
                    <a:pt x="19415" y="21264"/>
                  </a:cubicBezTo>
                  <a:cubicBezTo>
                    <a:pt x="19915" y="22998"/>
                    <a:pt x="20182" y="24800"/>
                    <a:pt x="20182" y="26634"/>
                  </a:cubicBezTo>
                  <a:cubicBezTo>
                    <a:pt x="20182" y="30303"/>
                    <a:pt x="18948" y="32905"/>
                    <a:pt x="16880" y="34173"/>
                  </a:cubicBezTo>
                  <a:lnTo>
                    <a:pt x="24151" y="30003"/>
                  </a:lnTo>
                  <a:cubicBezTo>
                    <a:pt x="26920" y="28202"/>
                    <a:pt x="28521" y="25133"/>
                    <a:pt x="28455" y="21864"/>
                  </a:cubicBezTo>
                  <a:cubicBezTo>
                    <a:pt x="28455" y="20130"/>
                    <a:pt x="28188" y="18428"/>
                    <a:pt x="27721" y="16760"/>
                  </a:cubicBezTo>
                  <a:cubicBezTo>
                    <a:pt x="26687" y="12958"/>
                    <a:pt x="24852" y="9422"/>
                    <a:pt x="22350" y="6353"/>
                  </a:cubicBezTo>
                  <a:cubicBezTo>
                    <a:pt x="21449" y="5286"/>
                    <a:pt x="20482" y="4285"/>
                    <a:pt x="19415" y="3384"/>
                  </a:cubicBezTo>
                  <a:cubicBezTo>
                    <a:pt x="18881" y="2917"/>
                    <a:pt x="18281" y="2450"/>
                    <a:pt x="17680" y="2050"/>
                  </a:cubicBezTo>
                  <a:cubicBezTo>
                    <a:pt x="17347" y="1816"/>
                    <a:pt x="16980" y="1583"/>
                    <a:pt x="16613" y="1383"/>
                  </a:cubicBezTo>
                  <a:cubicBezTo>
                    <a:pt x="16312" y="1183"/>
                    <a:pt x="16012" y="1049"/>
                    <a:pt x="15679" y="882"/>
                  </a:cubicBezTo>
                  <a:cubicBezTo>
                    <a:pt x="14421" y="293"/>
                    <a:pt x="13072" y="1"/>
                    <a:pt x="1172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53"/>
            <p:cNvSpPr/>
            <p:nvPr/>
          </p:nvSpPr>
          <p:spPr>
            <a:xfrm>
              <a:off x="5679225" y="1149600"/>
              <a:ext cx="291075" cy="436175"/>
            </a:xfrm>
            <a:custGeom>
              <a:rect b="b" l="l" r="r" t="t"/>
              <a:pathLst>
                <a:path extrusionOk="0" h="17447" w="11643">
                  <a:moveTo>
                    <a:pt x="10875" y="0"/>
                  </a:moveTo>
                  <a:lnTo>
                    <a:pt x="2536" y="4537"/>
                  </a:lnTo>
                  <a:cubicBezTo>
                    <a:pt x="3036" y="6272"/>
                    <a:pt x="3270" y="8073"/>
                    <a:pt x="3303" y="9874"/>
                  </a:cubicBezTo>
                  <a:cubicBezTo>
                    <a:pt x="3303" y="13543"/>
                    <a:pt x="2069" y="16179"/>
                    <a:pt x="1" y="17446"/>
                  </a:cubicBezTo>
                  <a:lnTo>
                    <a:pt x="7272" y="13243"/>
                  </a:lnTo>
                  <a:cubicBezTo>
                    <a:pt x="10041" y="11442"/>
                    <a:pt x="11642" y="8373"/>
                    <a:pt x="11576" y="5104"/>
                  </a:cubicBezTo>
                  <a:cubicBezTo>
                    <a:pt x="11576" y="3370"/>
                    <a:pt x="11309" y="1668"/>
                    <a:pt x="10875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53"/>
            <p:cNvSpPr/>
            <p:nvPr/>
          </p:nvSpPr>
          <p:spPr>
            <a:xfrm>
              <a:off x="5170525" y="844100"/>
              <a:ext cx="591275" cy="763250"/>
            </a:xfrm>
            <a:custGeom>
              <a:rect b="b" l="l" r="r" t="t"/>
              <a:pathLst>
                <a:path extrusionOk="0" h="30530" w="23651">
                  <a:moveTo>
                    <a:pt x="6551" y="0"/>
                  </a:moveTo>
                  <a:cubicBezTo>
                    <a:pt x="5419" y="0"/>
                    <a:pt x="4392" y="265"/>
                    <a:pt x="3503" y="779"/>
                  </a:cubicBezTo>
                  <a:cubicBezTo>
                    <a:pt x="1368" y="2013"/>
                    <a:pt x="1" y="4648"/>
                    <a:pt x="1" y="8418"/>
                  </a:cubicBezTo>
                  <a:cubicBezTo>
                    <a:pt x="1" y="15956"/>
                    <a:pt x="5304" y="25130"/>
                    <a:pt x="11842" y="28899"/>
                  </a:cubicBezTo>
                  <a:cubicBezTo>
                    <a:pt x="13734" y="29999"/>
                    <a:pt x="15524" y="30530"/>
                    <a:pt x="17118" y="30530"/>
                  </a:cubicBezTo>
                  <a:cubicBezTo>
                    <a:pt x="18279" y="30530"/>
                    <a:pt x="19335" y="30248"/>
                    <a:pt x="20248" y="29700"/>
                  </a:cubicBezTo>
                  <a:cubicBezTo>
                    <a:pt x="20282" y="29700"/>
                    <a:pt x="20315" y="29666"/>
                    <a:pt x="20349" y="29633"/>
                  </a:cubicBezTo>
                  <a:cubicBezTo>
                    <a:pt x="22417" y="28399"/>
                    <a:pt x="23651" y="25763"/>
                    <a:pt x="23651" y="22094"/>
                  </a:cubicBezTo>
                  <a:cubicBezTo>
                    <a:pt x="23651" y="14555"/>
                    <a:pt x="18380" y="5382"/>
                    <a:pt x="11842" y="1613"/>
                  </a:cubicBezTo>
                  <a:cubicBezTo>
                    <a:pt x="9934" y="522"/>
                    <a:pt x="8139" y="0"/>
                    <a:pt x="65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53"/>
            <p:cNvSpPr/>
            <p:nvPr/>
          </p:nvSpPr>
          <p:spPr>
            <a:xfrm>
              <a:off x="5170525" y="844100"/>
              <a:ext cx="591275" cy="763250"/>
            </a:xfrm>
            <a:custGeom>
              <a:rect b="b" l="l" r="r" t="t"/>
              <a:pathLst>
                <a:path extrusionOk="0" h="30530" w="23651">
                  <a:moveTo>
                    <a:pt x="6551" y="0"/>
                  </a:moveTo>
                  <a:cubicBezTo>
                    <a:pt x="5419" y="0"/>
                    <a:pt x="4392" y="265"/>
                    <a:pt x="3503" y="779"/>
                  </a:cubicBezTo>
                  <a:cubicBezTo>
                    <a:pt x="1368" y="2013"/>
                    <a:pt x="1" y="4648"/>
                    <a:pt x="1" y="8418"/>
                  </a:cubicBezTo>
                  <a:cubicBezTo>
                    <a:pt x="1" y="15956"/>
                    <a:pt x="5304" y="25130"/>
                    <a:pt x="11842" y="28899"/>
                  </a:cubicBezTo>
                  <a:cubicBezTo>
                    <a:pt x="13734" y="29999"/>
                    <a:pt x="15524" y="30530"/>
                    <a:pt x="17118" y="30530"/>
                  </a:cubicBezTo>
                  <a:cubicBezTo>
                    <a:pt x="18279" y="30530"/>
                    <a:pt x="19335" y="30248"/>
                    <a:pt x="20248" y="29700"/>
                  </a:cubicBezTo>
                  <a:cubicBezTo>
                    <a:pt x="20282" y="29700"/>
                    <a:pt x="20315" y="29666"/>
                    <a:pt x="20349" y="29633"/>
                  </a:cubicBezTo>
                  <a:cubicBezTo>
                    <a:pt x="22417" y="28399"/>
                    <a:pt x="23651" y="25763"/>
                    <a:pt x="23651" y="22094"/>
                  </a:cubicBezTo>
                  <a:cubicBezTo>
                    <a:pt x="23651" y="14555"/>
                    <a:pt x="18380" y="5382"/>
                    <a:pt x="11842" y="1613"/>
                  </a:cubicBezTo>
                  <a:cubicBezTo>
                    <a:pt x="9934" y="522"/>
                    <a:pt x="8139" y="0"/>
                    <a:pt x="655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53"/>
            <p:cNvSpPr/>
            <p:nvPr/>
          </p:nvSpPr>
          <p:spPr>
            <a:xfrm>
              <a:off x="4264875" y="862600"/>
              <a:ext cx="1477750" cy="1513725"/>
            </a:xfrm>
            <a:custGeom>
              <a:rect b="b" l="l" r="r" t="t"/>
              <a:pathLst>
                <a:path extrusionOk="0" h="60549" w="59110">
                  <a:moveTo>
                    <a:pt x="42810" y="1"/>
                  </a:moveTo>
                  <a:cubicBezTo>
                    <a:pt x="41808" y="1"/>
                    <a:pt x="40892" y="228"/>
                    <a:pt x="40096" y="673"/>
                  </a:cubicBezTo>
                  <a:cubicBezTo>
                    <a:pt x="36460" y="2207"/>
                    <a:pt x="32758" y="3575"/>
                    <a:pt x="28988" y="4742"/>
                  </a:cubicBezTo>
                  <a:cubicBezTo>
                    <a:pt x="23957" y="6269"/>
                    <a:pt x="18835" y="6821"/>
                    <a:pt x="13768" y="6821"/>
                  </a:cubicBezTo>
                  <a:cubicBezTo>
                    <a:pt x="9094" y="6821"/>
                    <a:pt x="4467" y="6351"/>
                    <a:pt x="1" y="5743"/>
                  </a:cubicBezTo>
                  <a:lnTo>
                    <a:pt x="1" y="5743"/>
                  </a:lnTo>
                  <a:cubicBezTo>
                    <a:pt x="1" y="5743"/>
                    <a:pt x="11909" y="11848"/>
                    <a:pt x="22083" y="29493"/>
                  </a:cubicBezTo>
                  <a:cubicBezTo>
                    <a:pt x="23918" y="32662"/>
                    <a:pt x="25519" y="35965"/>
                    <a:pt x="26920" y="39334"/>
                  </a:cubicBezTo>
                  <a:cubicBezTo>
                    <a:pt x="32024" y="51909"/>
                    <a:pt x="31623" y="60549"/>
                    <a:pt x="31623" y="60549"/>
                  </a:cubicBezTo>
                  <a:cubicBezTo>
                    <a:pt x="35159" y="51843"/>
                    <a:pt x="39596" y="42803"/>
                    <a:pt x="46968" y="35898"/>
                  </a:cubicBezTo>
                  <a:cubicBezTo>
                    <a:pt x="49836" y="33229"/>
                    <a:pt x="52872" y="30694"/>
                    <a:pt x="56041" y="28326"/>
                  </a:cubicBezTo>
                  <a:cubicBezTo>
                    <a:pt x="57976" y="27192"/>
                    <a:pt x="59110" y="24723"/>
                    <a:pt x="59110" y="21354"/>
                  </a:cubicBezTo>
                  <a:cubicBezTo>
                    <a:pt x="59076" y="18986"/>
                    <a:pt x="58643" y="16617"/>
                    <a:pt x="57775" y="14416"/>
                  </a:cubicBezTo>
                  <a:cubicBezTo>
                    <a:pt x="57242" y="12881"/>
                    <a:pt x="56575" y="11447"/>
                    <a:pt x="55774" y="10046"/>
                  </a:cubicBezTo>
                  <a:cubicBezTo>
                    <a:pt x="53706" y="6443"/>
                    <a:pt x="50837" y="3341"/>
                    <a:pt x="47702" y="1507"/>
                  </a:cubicBezTo>
                  <a:cubicBezTo>
                    <a:pt x="45953" y="493"/>
                    <a:pt x="44287" y="1"/>
                    <a:pt x="4281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53"/>
            <p:cNvSpPr/>
            <p:nvPr/>
          </p:nvSpPr>
          <p:spPr>
            <a:xfrm>
              <a:off x="4264875" y="862600"/>
              <a:ext cx="1477750" cy="1513725"/>
            </a:xfrm>
            <a:custGeom>
              <a:rect b="b" l="l" r="r" t="t"/>
              <a:pathLst>
                <a:path extrusionOk="0" h="60549" w="59110">
                  <a:moveTo>
                    <a:pt x="42810" y="1"/>
                  </a:moveTo>
                  <a:cubicBezTo>
                    <a:pt x="41808" y="1"/>
                    <a:pt x="40892" y="228"/>
                    <a:pt x="40096" y="673"/>
                  </a:cubicBezTo>
                  <a:cubicBezTo>
                    <a:pt x="36460" y="2207"/>
                    <a:pt x="32758" y="3575"/>
                    <a:pt x="28988" y="4742"/>
                  </a:cubicBezTo>
                  <a:cubicBezTo>
                    <a:pt x="23957" y="6269"/>
                    <a:pt x="18835" y="6821"/>
                    <a:pt x="13768" y="6821"/>
                  </a:cubicBezTo>
                  <a:cubicBezTo>
                    <a:pt x="9094" y="6821"/>
                    <a:pt x="4467" y="6351"/>
                    <a:pt x="1" y="5743"/>
                  </a:cubicBezTo>
                  <a:lnTo>
                    <a:pt x="1" y="5743"/>
                  </a:lnTo>
                  <a:cubicBezTo>
                    <a:pt x="1" y="5743"/>
                    <a:pt x="11909" y="11848"/>
                    <a:pt x="22083" y="29493"/>
                  </a:cubicBezTo>
                  <a:cubicBezTo>
                    <a:pt x="23918" y="32662"/>
                    <a:pt x="25519" y="35965"/>
                    <a:pt x="26920" y="39334"/>
                  </a:cubicBezTo>
                  <a:cubicBezTo>
                    <a:pt x="32024" y="51909"/>
                    <a:pt x="31623" y="60549"/>
                    <a:pt x="31623" y="60549"/>
                  </a:cubicBezTo>
                  <a:cubicBezTo>
                    <a:pt x="35159" y="51843"/>
                    <a:pt x="39596" y="42803"/>
                    <a:pt x="46968" y="35898"/>
                  </a:cubicBezTo>
                  <a:cubicBezTo>
                    <a:pt x="49836" y="33229"/>
                    <a:pt x="52872" y="30694"/>
                    <a:pt x="56041" y="28326"/>
                  </a:cubicBezTo>
                  <a:cubicBezTo>
                    <a:pt x="57976" y="27192"/>
                    <a:pt x="59110" y="24723"/>
                    <a:pt x="59110" y="21354"/>
                  </a:cubicBezTo>
                  <a:cubicBezTo>
                    <a:pt x="59076" y="18986"/>
                    <a:pt x="58643" y="16617"/>
                    <a:pt x="57775" y="14416"/>
                  </a:cubicBezTo>
                  <a:cubicBezTo>
                    <a:pt x="57242" y="12881"/>
                    <a:pt x="56575" y="11447"/>
                    <a:pt x="55774" y="10046"/>
                  </a:cubicBezTo>
                  <a:cubicBezTo>
                    <a:pt x="53706" y="6443"/>
                    <a:pt x="50837" y="3341"/>
                    <a:pt x="47702" y="1507"/>
                  </a:cubicBezTo>
                  <a:cubicBezTo>
                    <a:pt x="45953" y="493"/>
                    <a:pt x="44287" y="1"/>
                    <a:pt x="42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53"/>
            <p:cNvSpPr/>
            <p:nvPr/>
          </p:nvSpPr>
          <p:spPr>
            <a:xfrm>
              <a:off x="4938700" y="1222975"/>
              <a:ext cx="804775" cy="1153350"/>
            </a:xfrm>
            <a:custGeom>
              <a:rect b="b" l="l" r="r" t="t"/>
              <a:pathLst>
                <a:path extrusionOk="0" h="46134" w="32191">
                  <a:moveTo>
                    <a:pt x="30856" y="1"/>
                  </a:moveTo>
                  <a:cubicBezTo>
                    <a:pt x="21816" y="4504"/>
                    <a:pt x="7172" y="12843"/>
                    <a:pt x="0" y="24919"/>
                  </a:cubicBezTo>
                  <a:cubicBezTo>
                    <a:pt x="5104" y="37494"/>
                    <a:pt x="4670" y="46134"/>
                    <a:pt x="4670" y="46134"/>
                  </a:cubicBezTo>
                  <a:cubicBezTo>
                    <a:pt x="8240" y="37428"/>
                    <a:pt x="12643" y="28421"/>
                    <a:pt x="20015" y="21516"/>
                  </a:cubicBezTo>
                  <a:cubicBezTo>
                    <a:pt x="22917" y="18814"/>
                    <a:pt x="25952" y="16279"/>
                    <a:pt x="29088" y="13911"/>
                  </a:cubicBezTo>
                  <a:cubicBezTo>
                    <a:pt x="31056" y="12777"/>
                    <a:pt x="32190" y="10308"/>
                    <a:pt x="32190" y="6939"/>
                  </a:cubicBezTo>
                  <a:cubicBezTo>
                    <a:pt x="32157" y="4571"/>
                    <a:pt x="31690" y="2202"/>
                    <a:pt x="3085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53"/>
            <p:cNvSpPr/>
            <p:nvPr/>
          </p:nvSpPr>
          <p:spPr>
            <a:xfrm>
              <a:off x="3702825" y="929250"/>
              <a:ext cx="1406025" cy="1816700"/>
            </a:xfrm>
            <a:custGeom>
              <a:rect b="b" l="l" r="r" t="t"/>
              <a:pathLst>
                <a:path extrusionOk="0" h="72668" w="56241">
                  <a:moveTo>
                    <a:pt x="15568" y="0"/>
                  </a:moveTo>
                  <a:cubicBezTo>
                    <a:pt x="6344" y="0"/>
                    <a:pt x="0" y="7359"/>
                    <a:pt x="0" y="20089"/>
                  </a:cubicBezTo>
                  <a:cubicBezTo>
                    <a:pt x="0" y="27961"/>
                    <a:pt x="2402" y="36568"/>
                    <a:pt x="6438" y="44507"/>
                  </a:cubicBezTo>
                  <a:cubicBezTo>
                    <a:pt x="11608" y="54681"/>
                    <a:pt x="19414" y="63787"/>
                    <a:pt x="28120" y="68824"/>
                  </a:cubicBezTo>
                  <a:cubicBezTo>
                    <a:pt x="32637" y="71431"/>
                    <a:pt x="36903" y="72667"/>
                    <a:pt x="40683" y="72667"/>
                  </a:cubicBezTo>
                  <a:cubicBezTo>
                    <a:pt x="49911" y="72667"/>
                    <a:pt x="56240" y="65301"/>
                    <a:pt x="56240" y="52546"/>
                  </a:cubicBezTo>
                  <a:cubicBezTo>
                    <a:pt x="56207" y="48243"/>
                    <a:pt x="55573" y="43973"/>
                    <a:pt x="54406" y="39837"/>
                  </a:cubicBezTo>
                  <a:cubicBezTo>
                    <a:pt x="51437" y="29229"/>
                    <a:pt x="45166" y="18588"/>
                    <a:pt x="37360" y="10949"/>
                  </a:cubicBezTo>
                  <a:cubicBezTo>
                    <a:pt x="36226" y="9882"/>
                    <a:pt x="35092" y="8848"/>
                    <a:pt x="33958" y="7914"/>
                  </a:cubicBezTo>
                  <a:cubicBezTo>
                    <a:pt x="33457" y="7480"/>
                    <a:pt x="32990" y="7113"/>
                    <a:pt x="32490" y="6746"/>
                  </a:cubicBezTo>
                  <a:cubicBezTo>
                    <a:pt x="31789" y="6213"/>
                    <a:pt x="31089" y="5712"/>
                    <a:pt x="30388" y="5245"/>
                  </a:cubicBezTo>
                  <a:cubicBezTo>
                    <a:pt x="29655" y="4745"/>
                    <a:pt x="28887" y="4278"/>
                    <a:pt x="28120" y="3844"/>
                  </a:cubicBezTo>
                  <a:cubicBezTo>
                    <a:pt x="23612" y="1236"/>
                    <a:pt x="19348" y="0"/>
                    <a:pt x="155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53"/>
            <p:cNvSpPr/>
            <p:nvPr/>
          </p:nvSpPr>
          <p:spPr>
            <a:xfrm>
              <a:off x="3863775" y="1925150"/>
              <a:ext cx="1245900" cy="820800"/>
            </a:xfrm>
            <a:custGeom>
              <a:rect b="b" l="l" r="r" t="t"/>
              <a:pathLst>
                <a:path extrusionOk="0" h="32832" w="49836">
                  <a:moveTo>
                    <a:pt x="47968" y="1"/>
                  </a:moveTo>
                  <a:cubicBezTo>
                    <a:pt x="47180" y="1778"/>
                    <a:pt x="44789" y="4116"/>
                    <a:pt x="42956" y="4116"/>
                  </a:cubicBezTo>
                  <a:cubicBezTo>
                    <a:pt x="42381" y="4116"/>
                    <a:pt x="41861" y="3886"/>
                    <a:pt x="41463" y="3336"/>
                  </a:cubicBezTo>
                  <a:lnTo>
                    <a:pt x="41463" y="3336"/>
                  </a:lnTo>
                  <a:cubicBezTo>
                    <a:pt x="42497" y="7006"/>
                    <a:pt x="43031" y="10775"/>
                    <a:pt x="43097" y="14611"/>
                  </a:cubicBezTo>
                  <a:cubicBezTo>
                    <a:pt x="43097" y="19748"/>
                    <a:pt x="41930" y="23918"/>
                    <a:pt x="39762" y="26653"/>
                  </a:cubicBezTo>
                  <a:cubicBezTo>
                    <a:pt x="37919" y="28924"/>
                    <a:pt x="35427" y="30123"/>
                    <a:pt x="32318" y="30123"/>
                  </a:cubicBezTo>
                  <a:cubicBezTo>
                    <a:pt x="32275" y="30123"/>
                    <a:pt x="32233" y="30123"/>
                    <a:pt x="32190" y="30122"/>
                  </a:cubicBezTo>
                  <a:cubicBezTo>
                    <a:pt x="29087" y="30122"/>
                    <a:pt x="25518" y="29021"/>
                    <a:pt x="21816" y="26887"/>
                  </a:cubicBezTo>
                  <a:cubicBezTo>
                    <a:pt x="14410" y="22583"/>
                    <a:pt x="7572" y="14911"/>
                    <a:pt x="2735" y="6172"/>
                  </a:cubicBezTo>
                  <a:cubicBezTo>
                    <a:pt x="2735" y="6186"/>
                    <a:pt x="2570" y="6331"/>
                    <a:pt x="2250" y="6331"/>
                  </a:cubicBezTo>
                  <a:cubicBezTo>
                    <a:pt x="1798" y="6331"/>
                    <a:pt x="1036" y="6039"/>
                    <a:pt x="0" y="4671"/>
                  </a:cubicBezTo>
                  <a:lnTo>
                    <a:pt x="0" y="4671"/>
                  </a:lnTo>
                  <a:cubicBezTo>
                    <a:pt x="5170" y="14878"/>
                    <a:pt x="12976" y="23951"/>
                    <a:pt x="21682" y="28988"/>
                  </a:cubicBezTo>
                  <a:cubicBezTo>
                    <a:pt x="26200" y="31596"/>
                    <a:pt x="30471" y="32832"/>
                    <a:pt x="34255" y="32832"/>
                  </a:cubicBezTo>
                  <a:cubicBezTo>
                    <a:pt x="43491" y="32832"/>
                    <a:pt x="49836" y="25473"/>
                    <a:pt x="49836" y="12743"/>
                  </a:cubicBezTo>
                  <a:cubicBezTo>
                    <a:pt x="49769" y="8407"/>
                    <a:pt x="49168" y="4137"/>
                    <a:pt x="47968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53"/>
            <p:cNvSpPr/>
            <p:nvPr/>
          </p:nvSpPr>
          <p:spPr>
            <a:xfrm>
              <a:off x="4216525" y="1617425"/>
              <a:ext cx="332750" cy="441175"/>
            </a:xfrm>
            <a:custGeom>
              <a:rect b="b" l="l" r="r" t="t"/>
              <a:pathLst>
                <a:path extrusionOk="0" h="17647" w="13310">
                  <a:moveTo>
                    <a:pt x="3336" y="1"/>
                  </a:moveTo>
                  <a:cubicBezTo>
                    <a:pt x="1268" y="1"/>
                    <a:pt x="0" y="1669"/>
                    <a:pt x="0" y="4504"/>
                  </a:cubicBezTo>
                  <a:lnTo>
                    <a:pt x="0" y="4604"/>
                  </a:lnTo>
                  <a:cubicBezTo>
                    <a:pt x="0" y="9041"/>
                    <a:pt x="3136" y="14478"/>
                    <a:pt x="7005" y="16679"/>
                  </a:cubicBezTo>
                  <a:lnTo>
                    <a:pt x="7072" y="16746"/>
                  </a:lnTo>
                  <a:cubicBezTo>
                    <a:pt x="7939" y="17280"/>
                    <a:pt x="8940" y="17580"/>
                    <a:pt x="9974" y="17647"/>
                  </a:cubicBezTo>
                  <a:cubicBezTo>
                    <a:pt x="12075" y="17647"/>
                    <a:pt x="13310" y="15979"/>
                    <a:pt x="13310" y="13110"/>
                  </a:cubicBezTo>
                  <a:lnTo>
                    <a:pt x="13310" y="13044"/>
                  </a:lnTo>
                  <a:cubicBezTo>
                    <a:pt x="13310" y="8574"/>
                    <a:pt x="10174" y="3136"/>
                    <a:pt x="6338" y="935"/>
                  </a:cubicBezTo>
                  <a:lnTo>
                    <a:pt x="6271" y="901"/>
                  </a:lnTo>
                  <a:cubicBezTo>
                    <a:pt x="5371" y="334"/>
                    <a:pt x="4370" y="34"/>
                    <a:pt x="33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53"/>
            <p:cNvSpPr/>
            <p:nvPr/>
          </p:nvSpPr>
          <p:spPr>
            <a:xfrm>
              <a:off x="2577000" y="3513800"/>
              <a:ext cx="370300" cy="734300"/>
            </a:xfrm>
            <a:custGeom>
              <a:rect b="b" l="l" r="r" t="t"/>
              <a:pathLst>
                <a:path extrusionOk="0" h="29372" w="14812">
                  <a:moveTo>
                    <a:pt x="8540" y="0"/>
                  </a:moveTo>
                  <a:lnTo>
                    <a:pt x="1" y="6305"/>
                  </a:lnTo>
                  <a:cubicBezTo>
                    <a:pt x="1235" y="16479"/>
                    <a:pt x="1736" y="19214"/>
                    <a:pt x="1769" y="20882"/>
                  </a:cubicBezTo>
                  <a:cubicBezTo>
                    <a:pt x="1736" y="21015"/>
                    <a:pt x="1736" y="21182"/>
                    <a:pt x="1736" y="21315"/>
                  </a:cubicBezTo>
                  <a:cubicBezTo>
                    <a:pt x="1736" y="23317"/>
                    <a:pt x="4004" y="24418"/>
                    <a:pt x="5772" y="25752"/>
                  </a:cubicBezTo>
                  <a:cubicBezTo>
                    <a:pt x="7273" y="26919"/>
                    <a:pt x="8874" y="27987"/>
                    <a:pt x="10575" y="28887"/>
                  </a:cubicBezTo>
                  <a:cubicBezTo>
                    <a:pt x="11195" y="29197"/>
                    <a:pt x="12140" y="29371"/>
                    <a:pt x="12985" y="29371"/>
                  </a:cubicBezTo>
                  <a:cubicBezTo>
                    <a:pt x="13868" y="29371"/>
                    <a:pt x="14641" y="29181"/>
                    <a:pt x="14812" y="28754"/>
                  </a:cubicBezTo>
                  <a:cubicBezTo>
                    <a:pt x="12643" y="27120"/>
                    <a:pt x="10142" y="25318"/>
                    <a:pt x="8440" y="23417"/>
                  </a:cubicBezTo>
                  <a:cubicBezTo>
                    <a:pt x="7606" y="22550"/>
                    <a:pt x="7039" y="21616"/>
                    <a:pt x="7206" y="19514"/>
                  </a:cubicBezTo>
                  <a:cubicBezTo>
                    <a:pt x="7340" y="17746"/>
                    <a:pt x="8540" y="1"/>
                    <a:pt x="854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53"/>
            <p:cNvSpPr/>
            <p:nvPr/>
          </p:nvSpPr>
          <p:spPr>
            <a:xfrm>
              <a:off x="2592850" y="4173425"/>
              <a:ext cx="452850" cy="190200"/>
            </a:xfrm>
            <a:custGeom>
              <a:rect b="b" l="l" r="r" t="t"/>
              <a:pathLst>
                <a:path extrusionOk="0" h="7608" w="18114">
                  <a:moveTo>
                    <a:pt x="34" y="1"/>
                  </a:moveTo>
                  <a:cubicBezTo>
                    <a:pt x="34" y="1"/>
                    <a:pt x="1" y="1535"/>
                    <a:pt x="368" y="1902"/>
                  </a:cubicBezTo>
                  <a:cubicBezTo>
                    <a:pt x="735" y="2236"/>
                    <a:pt x="1935" y="2769"/>
                    <a:pt x="3070" y="3003"/>
                  </a:cubicBezTo>
                  <a:cubicBezTo>
                    <a:pt x="4304" y="3270"/>
                    <a:pt x="5805" y="4537"/>
                    <a:pt x="6872" y="5438"/>
                  </a:cubicBezTo>
                  <a:cubicBezTo>
                    <a:pt x="7973" y="6339"/>
                    <a:pt x="9407" y="7172"/>
                    <a:pt x="12109" y="7539"/>
                  </a:cubicBezTo>
                  <a:cubicBezTo>
                    <a:pt x="12490" y="7586"/>
                    <a:pt x="12858" y="7608"/>
                    <a:pt x="13210" y="7608"/>
                  </a:cubicBezTo>
                  <a:cubicBezTo>
                    <a:pt x="15358" y="7608"/>
                    <a:pt x="16940" y="6821"/>
                    <a:pt x="17513" y="6305"/>
                  </a:cubicBezTo>
                  <a:cubicBezTo>
                    <a:pt x="18114" y="5771"/>
                    <a:pt x="17947" y="4571"/>
                    <a:pt x="17847" y="4571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53"/>
            <p:cNvSpPr/>
            <p:nvPr/>
          </p:nvSpPr>
          <p:spPr>
            <a:xfrm>
              <a:off x="2592850" y="4024150"/>
              <a:ext cx="458700" cy="320275"/>
            </a:xfrm>
            <a:custGeom>
              <a:rect b="b" l="l" r="r" t="t"/>
              <a:pathLst>
                <a:path extrusionOk="0" h="12811" w="18348">
                  <a:moveTo>
                    <a:pt x="1135" y="1"/>
                  </a:moveTo>
                  <a:cubicBezTo>
                    <a:pt x="901" y="1"/>
                    <a:pt x="735" y="134"/>
                    <a:pt x="701" y="368"/>
                  </a:cubicBezTo>
                  <a:cubicBezTo>
                    <a:pt x="635" y="768"/>
                    <a:pt x="534" y="2036"/>
                    <a:pt x="368" y="2736"/>
                  </a:cubicBezTo>
                  <a:cubicBezTo>
                    <a:pt x="67" y="3970"/>
                    <a:pt x="1" y="5238"/>
                    <a:pt x="101" y="6505"/>
                  </a:cubicBezTo>
                  <a:cubicBezTo>
                    <a:pt x="234" y="7306"/>
                    <a:pt x="2102" y="7840"/>
                    <a:pt x="3270" y="8307"/>
                  </a:cubicBezTo>
                  <a:cubicBezTo>
                    <a:pt x="4637" y="8907"/>
                    <a:pt x="5938" y="9708"/>
                    <a:pt x="7072" y="10708"/>
                  </a:cubicBezTo>
                  <a:cubicBezTo>
                    <a:pt x="8321" y="11727"/>
                    <a:pt x="10930" y="12811"/>
                    <a:pt x="12665" y="12811"/>
                  </a:cubicBezTo>
                  <a:cubicBezTo>
                    <a:pt x="12692" y="12811"/>
                    <a:pt x="12717" y="12810"/>
                    <a:pt x="12743" y="12810"/>
                  </a:cubicBezTo>
                  <a:cubicBezTo>
                    <a:pt x="14845" y="12810"/>
                    <a:pt x="17146" y="12143"/>
                    <a:pt x="17680" y="11175"/>
                  </a:cubicBezTo>
                  <a:cubicBezTo>
                    <a:pt x="18347" y="9975"/>
                    <a:pt x="17847" y="9307"/>
                    <a:pt x="14778" y="7873"/>
                  </a:cubicBezTo>
                  <a:cubicBezTo>
                    <a:pt x="14211" y="7606"/>
                    <a:pt x="12143" y="6405"/>
                    <a:pt x="11442" y="5938"/>
                  </a:cubicBezTo>
                  <a:cubicBezTo>
                    <a:pt x="9541" y="4771"/>
                    <a:pt x="7673" y="3103"/>
                    <a:pt x="6806" y="1001"/>
                  </a:cubicBezTo>
                  <a:cubicBezTo>
                    <a:pt x="6739" y="768"/>
                    <a:pt x="6605" y="534"/>
                    <a:pt x="6372" y="368"/>
                  </a:cubicBezTo>
                  <a:cubicBezTo>
                    <a:pt x="6248" y="326"/>
                    <a:pt x="6125" y="298"/>
                    <a:pt x="6001" y="298"/>
                  </a:cubicBezTo>
                  <a:cubicBezTo>
                    <a:pt x="5924" y="298"/>
                    <a:pt x="5848" y="309"/>
                    <a:pt x="5772" y="334"/>
                  </a:cubicBezTo>
                  <a:cubicBezTo>
                    <a:pt x="5271" y="401"/>
                    <a:pt x="4771" y="534"/>
                    <a:pt x="4304" y="768"/>
                  </a:cubicBezTo>
                  <a:cubicBezTo>
                    <a:pt x="3870" y="968"/>
                    <a:pt x="3303" y="1168"/>
                    <a:pt x="3303" y="1702"/>
                  </a:cubicBezTo>
                  <a:cubicBezTo>
                    <a:pt x="3303" y="1902"/>
                    <a:pt x="3370" y="2069"/>
                    <a:pt x="3437" y="2269"/>
                  </a:cubicBezTo>
                  <a:cubicBezTo>
                    <a:pt x="3470" y="2369"/>
                    <a:pt x="3503" y="2503"/>
                    <a:pt x="3403" y="2569"/>
                  </a:cubicBezTo>
                  <a:cubicBezTo>
                    <a:pt x="3374" y="2589"/>
                    <a:pt x="3345" y="2597"/>
                    <a:pt x="3315" y="2597"/>
                  </a:cubicBezTo>
                  <a:cubicBezTo>
                    <a:pt x="3244" y="2597"/>
                    <a:pt x="3174" y="2550"/>
                    <a:pt x="3103" y="2503"/>
                  </a:cubicBezTo>
                  <a:cubicBezTo>
                    <a:pt x="2803" y="2169"/>
                    <a:pt x="2536" y="1835"/>
                    <a:pt x="2269" y="1502"/>
                  </a:cubicBezTo>
                  <a:cubicBezTo>
                    <a:pt x="2136" y="1302"/>
                    <a:pt x="1969" y="1135"/>
                    <a:pt x="1802" y="1001"/>
                  </a:cubicBezTo>
                  <a:cubicBezTo>
                    <a:pt x="1602" y="901"/>
                    <a:pt x="1435" y="768"/>
                    <a:pt x="1268" y="668"/>
                  </a:cubicBezTo>
                  <a:cubicBezTo>
                    <a:pt x="1102" y="468"/>
                    <a:pt x="1135" y="234"/>
                    <a:pt x="1135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53"/>
            <p:cNvSpPr/>
            <p:nvPr/>
          </p:nvSpPr>
          <p:spPr>
            <a:xfrm>
              <a:off x="2727950" y="4213450"/>
              <a:ext cx="324425" cy="133450"/>
            </a:xfrm>
            <a:custGeom>
              <a:rect b="b" l="l" r="r" t="t"/>
              <a:pathLst>
                <a:path extrusionOk="0" h="5338" w="12977">
                  <a:moveTo>
                    <a:pt x="8774" y="1"/>
                  </a:moveTo>
                  <a:cubicBezTo>
                    <a:pt x="7873" y="101"/>
                    <a:pt x="5538" y="1168"/>
                    <a:pt x="5571" y="1435"/>
                  </a:cubicBezTo>
                  <a:cubicBezTo>
                    <a:pt x="5605" y="1669"/>
                    <a:pt x="6038" y="2436"/>
                    <a:pt x="5104" y="3103"/>
                  </a:cubicBezTo>
                  <a:cubicBezTo>
                    <a:pt x="4837" y="3279"/>
                    <a:pt x="4497" y="3352"/>
                    <a:pt x="4120" y="3352"/>
                  </a:cubicBezTo>
                  <a:cubicBezTo>
                    <a:pt x="2432" y="3352"/>
                    <a:pt x="2" y="1903"/>
                    <a:pt x="1" y="1902"/>
                  </a:cubicBezTo>
                  <a:lnTo>
                    <a:pt x="1" y="1902"/>
                  </a:lnTo>
                  <a:cubicBezTo>
                    <a:pt x="601" y="2269"/>
                    <a:pt x="1135" y="2703"/>
                    <a:pt x="1668" y="3136"/>
                  </a:cubicBezTo>
                  <a:cubicBezTo>
                    <a:pt x="2936" y="4170"/>
                    <a:pt x="5638" y="5305"/>
                    <a:pt x="7406" y="5338"/>
                  </a:cubicBezTo>
                  <a:cubicBezTo>
                    <a:pt x="10074" y="5338"/>
                    <a:pt x="11776" y="4571"/>
                    <a:pt x="12309" y="3603"/>
                  </a:cubicBezTo>
                  <a:cubicBezTo>
                    <a:pt x="12977" y="2436"/>
                    <a:pt x="12443" y="1735"/>
                    <a:pt x="9374" y="301"/>
                  </a:cubicBezTo>
                  <a:cubicBezTo>
                    <a:pt x="9241" y="234"/>
                    <a:pt x="9040" y="134"/>
                    <a:pt x="87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53"/>
            <p:cNvSpPr/>
            <p:nvPr/>
          </p:nvSpPr>
          <p:spPr>
            <a:xfrm>
              <a:off x="2607875" y="4024150"/>
              <a:ext cx="300225" cy="236900"/>
            </a:xfrm>
            <a:custGeom>
              <a:rect b="b" l="l" r="r" t="t"/>
              <a:pathLst>
                <a:path extrusionOk="0" h="9476" w="12009">
                  <a:moveTo>
                    <a:pt x="534" y="1"/>
                  </a:moveTo>
                  <a:cubicBezTo>
                    <a:pt x="334" y="1"/>
                    <a:pt x="134" y="134"/>
                    <a:pt x="100" y="368"/>
                  </a:cubicBezTo>
                  <a:cubicBezTo>
                    <a:pt x="67" y="568"/>
                    <a:pt x="34" y="935"/>
                    <a:pt x="0" y="1368"/>
                  </a:cubicBezTo>
                  <a:cubicBezTo>
                    <a:pt x="267" y="1635"/>
                    <a:pt x="567" y="1902"/>
                    <a:pt x="834" y="2102"/>
                  </a:cubicBezTo>
                  <a:cubicBezTo>
                    <a:pt x="1601" y="2703"/>
                    <a:pt x="2902" y="4471"/>
                    <a:pt x="4937" y="6105"/>
                  </a:cubicBezTo>
                  <a:cubicBezTo>
                    <a:pt x="6871" y="7613"/>
                    <a:pt x="10030" y="9476"/>
                    <a:pt x="10645" y="9476"/>
                  </a:cubicBezTo>
                  <a:cubicBezTo>
                    <a:pt x="10655" y="9476"/>
                    <a:pt x="10665" y="9475"/>
                    <a:pt x="10674" y="9474"/>
                  </a:cubicBezTo>
                  <a:cubicBezTo>
                    <a:pt x="11208" y="9374"/>
                    <a:pt x="12009" y="9041"/>
                    <a:pt x="10107" y="8273"/>
                  </a:cubicBezTo>
                  <a:cubicBezTo>
                    <a:pt x="8173" y="7506"/>
                    <a:pt x="4170" y="4604"/>
                    <a:pt x="2535" y="2503"/>
                  </a:cubicBezTo>
                  <a:cubicBezTo>
                    <a:pt x="2235" y="2169"/>
                    <a:pt x="1935" y="1869"/>
                    <a:pt x="1701" y="1502"/>
                  </a:cubicBezTo>
                  <a:cubicBezTo>
                    <a:pt x="1568" y="1302"/>
                    <a:pt x="1401" y="1135"/>
                    <a:pt x="1201" y="1001"/>
                  </a:cubicBezTo>
                  <a:cubicBezTo>
                    <a:pt x="1034" y="901"/>
                    <a:pt x="867" y="801"/>
                    <a:pt x="667" y="668"/>
                  </a:cubicBezTo>
                  <a:cubicBezTo>
                    <a:pt x="501" y="468"/>
                    <a:pt x="534" y="234"/>
                    <a:pt x="5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53"/>
            <p:cNvSpPr/>
            <p:nvPr/>
          </p:nvSpPr>
          <p:spPr>
            <a:xfrm>
              <a:off x="2865550" y="4210800"/>
              <a:ext cx="94250" cy="42700"/>
            </a:xfrm>
            <a:custGeom>
              <a:rect b="b" l="l" r="r" t="t"/>
              <a:pathLst>
                <a:path extrusionOk="0" h="1708" w="3770">
                  <a:moveTo>
                    <a:pt x="3339" y="1"/>
                  </a:moveTo>
                  <a:cubicBezTo>
                    <a:pt x="2120" y="1"/>
                    <a:pt x="946" y="498"/>
                    <a:pt x="67" y="1408"/>
                  </a:cubicBezTo>
                  <a:cubicBezTo>
                    <a:pt x="1" y="1474"/>
                    <a:pt x="34" y="1608"/>
                    <a:pt x="101" y="1675"/>
                  </a:cubicBezTo>
                  <a:cubicBezTo>
                    <a:pt x="134" y="1675"/>
                    <a:pt x="167" y="1708"/>
                    <a:pt x="234" y="1708"/>
                  </a:cubicBezTo>
                  <a:cubicBezTo>
                    <a:pt x="267" y="1708"/>
                    <a:pt x="334" y="1675"/>
                    <a:pt x="367" y="1641"/>
                  </a:cubicBezTo>
                  <a:cubicBezTo>
                    <a:pt x="1149" y="860"/>
                    <a:pt x="2194" y="401"/>
                    <a:pt x="3310" y="401"/>
                  </a:cubicBezTo>
                  <a:cubicBezTo>
                    <a:pt x="3385" y="401"/>
                    <a:pt x="3461" y="403"/>
                    <a:pt x="3536" y="407"/>
                  </a:cubicBezTo>
                  <a:cubicBezTo>
                    <a:pt x="3636" y="407"/>
                    <a:pt x="3737" y="340"/>
                    <a:pt x="3737" y="240"/>
                  </a:cubicBezTo>
                  <a:cubicBezTo>
                    <a:pt x="3770" y="107"/>
                    <a:pt x="3670" y="40"/>
                    <a:pt x="3570" y="7"/>
                  </a:cubicBezTo>
                  <a:cubicBezTo>
                    <a:pt x="3493" y="3"/>
                    <a:pt x="3416" y="1"/>
                    <a:pt x="333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53"/>
            <p:cNvSpPr/>
            <p:nvPr/>
          </p:nvSpPr>
          <p:spPr>
            <a:xfrm>
              <a:off x="2823850" y="4185650"/>
              <a:ext cx="95925" cy="42000"/>
            </a:xfrm>
            <a:custGeom>
              <a:rect b="b" l="l" r="r" t="t"/>
              <a:pathLst>
                <a:path extrusionOk="0" h="1680" w="3837">
                  <a:moveTo>
                    <a:pt x="3258" y="0"/>
                  </a:moveTo>
                  <a:cubicBezTo>
                    <a:pt x="2068" y="0"/>
                    <a:pt x="927" y="521"/>
                    <a:pt x="67" y="1380"/>
                  </a:cubicBezTo>
                  <a:cubicBezTo>
                    <a:pt x="1" y="1446"/>
                    <a:pt x="34" y="1580"/>
                    <a:pt x="101" y="1647"/>
                  </a:cubicBezTo>
                  <a:cubicBezTo>
                    <a:pt x="134" y="1680"/>
                    <a:pt x="167" y="1680"/>
                    <a:pt x="234" y="1680"/>
                  </a:cubicBezTo>
                  <a:cubicBezTo>
                    <a:pt x="268" y="1680"/>
                    <a:pt x="334" y="1680"/>
                    <a:pt x="368" y="1613"/>
                  </a:cubicBezTo>
                  <a:cubicBezTo>
                    <a:pt x="1149" y="832"/>
                    <a:pt x="2194" y="373"/>
                    <a:pt x="3310" y="373"/>
                  </a:cubicBezTo>
                  <a:cubicBezTo>
                    <a:pt x="3385" y="373"/>
                    <a:pt x="3461" y="375"/>
                    <a:pt x="3537" y="379"/>
                  </a:cubicBezTo>
                  <a:cubicBezTo>
                    <a:pt x="3770" y="379"/>
                    <a:pt x="3837" y="12"/>
                    <a:pt x="3570" y="12"/>
                  </a:cubicBezTo>
                  <a:cubicBezTo>
                    <a:pt x="3466" y="4"/>
                    <a:pt x="3362" y="0"/>
                    <a:pt x="3258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53"/>
            <p:cNvSpPr/>
            <p:nvPr/>
          </p:nvSpPr>
          <p:spPr>
            <a:xfrm>
              <a:off x="2782150" y="4160775"/>
              <a:ext cx="95925" cy="42700"/>
            </a:xfrm>
            <a:custGeom>
              <a:rect b="b" l="l" r="r" t="t"/>
              <a:pathLst>
                <a:path extrusionOk="0" h="1708" w="3837">
                  <a:moveTo>
                    <a:pt x="3339" y="0"/>
                  </a:moveTo>
                  <a:cubicBezTo>
                    <a:pt x="2117" y="0"/>
                    <a:pt x="915" y="497"/>
                    <a:pt x="68" y="1407"/>
                  </a:cubicBezTo>
                  <a:cubicBezTo>
                    <a:pt x="1" y="1474"/>
                    <a:pt x="34" y="1607"/>
                    <a:pt x="101" y="1674"/>
                  </a:cubicBezTo>
                  <a:cubicBezTo>
                    <a:pt x="134" y="1708"/>
                    <a:pt x="168" y="1708"/>
                    <a:pt x="234" y="1708"/>
                  </a:cubicBezTo>
                  <a:cubicBezTo>
                    <a:pt x="268" y="1708"/>
                    <a:pt x="334" y="1674"/>
                    <a:pt x="368" y="1641"/>
                  </a:cubicBezTo>
                  <a:cubicBezTo>
                    <a:pt x="1149" y="860"/>
                    <a:pt x="2194" y="400"/>
                    <a:pt x="3310" y="400"/>
                  </a:cubicBezTo>
                  <a:cubicBezTo>
                    <a:pt x="3385" y="400"/>
                    <a:pt x="3461" y="402"/>
                    <a:pt x="3537" y="407"/>
                  </a:cubicBezTo>
                  <a:cubicBezTo>
                    <a:pt x="3770" y="407"/>
                    <a:pt x="3837" y="40"/>
                    <a:pt x="3570" y="6"/>
                  </a:cubicBezTo>
                  <a:cubicBezTo>
                    <a:pt x="3493" y="2"/>
                    <a:pt x="3416" y="0"/>
                    <a:pt x="333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53"/>
            <p:cNvSpPr/>
            <p:nvPr/>
          </p:nvSpPr>
          <p:spPr>
            <a:xfrm>
              <a:off x="2743800" y="4133250"/>
              <a:ext cx="93425" cy="42700"/>
            </a:xfrm>
            <a:custGeom>
              <a:rect b="b" l="l" r="r" t="t"/>
              <a:pathLst>
                <a:path extrusionOk="0" h="1708" w="3737">
                  <a:moveTo>
                    <a:pt x="3338" y="1"/>
                  </a:moveTo>
                  <a:cubicBezTo>
                    <a:pt x="2116" y="1"/>
                    <a:pt x="914" y="496"/>
                    <a:pt x="67" y="1374"/>
                  </a:cubicBezTo>
                  <a:cubicBezTo>
                    <a:pt x="0" y="1474"/>
                    <a:pt x="0" y="1574"/>
                    <a:pt x="100" y="1641"/>
                  </a:cubicBezTo>
                  <a:cubicBezTo>
                    <a:pt x="134" y="1674"/>
                    <a:pt x="167" y="1708"/>
                    <a:pt x="201" y="1708"/>
                  </a:cubicBezTo>
                  <a:cubicBezTo>
                    <a:pt x="267" y="1708"/>
                    <a:pt x="334" y="1674"/>
                    <a:pt x="367" y="1641"/>
                  </a:cubicBezTo>
                  <a:cubicBezTo>
                    <a:pt x="1171" y="805"/>
                    <a:pt x="2255" y="372"/>
                    <a:pt x="3408" y="372"/>
                  </a:cubicBezTo>
                  <a:cubicBezTo>
                    <a:pt x="3450" y="372"/>
                    <a:pt x="3493" y="372"/>
                    <a:pt x="3536" y="373"/>
                  </a:cubicBezTo>
                  <a:cubicBezTo>
                    <a:pt x="3550" y="378"/>
                    <a:pt x="3563" y="380"/>
                    <a:pt x="3576" y="380"/>
                  </a:cubicBezTo>
                  <a:cubicBezTo>
                    <a:pt x="3661" y="380"/>
                    <a:pt x="3736" y="293"/>
                    <a:pt x="3736" y="207"/>
                  </a:cubicBezTo>
                  <a:cubicBezTo>
                    <a:pt x="3736" y="107"/>
                    <a:pt x="3670" y="7"/>
                    <a:pt x="3570" y="7"/>
                  </a:cubicBezTo>
                  <a:cubicBezTo>
                    <a:pt x="3493" y="3"/>
                    <a:pt x="3415" y="1"/>
                    <a:pt x="3338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53"/>
            <p:cNvSpPr/>
            <p:nvPr/>
          </p:nvSpPr>
          <p:spPr>
            <a:xfrm>
              <a:off x="2705425" y="4104575"/>
              <a:ext cx="103200" cy="43025"/>
            </a:xfrm>
            <a:custGeom>
              <a:rect b="b" l="l" r="r" t="t"/>
              <a:pathLst>
                <a:path extrusionOk="0" h="1721" w="4128">
                  <a:moveTo>
                    <a:pt x="3506" y="1"/>
                  </a:moveTo>
                  <a:cubicBezTo>
                    <a:pt x="2199" y="1"/>
                    <a:pt x="763" y="574"/>
                    <a:pt x="68" y="1420"/>
                  </a:cubicBezTo>
                  <a:cubicBezTo>
                    <a:pt x="1" y="1520"/>
                    <a:pt x="34" y="1621"/>
                    <a:pt x="101" y="1687"/>
                  </a:cubicBezTo>
                  <a:cubicBezTo>
                    <a:pt x="134" y="1721"/>
                    <a:pt x="168" y="1721"/>
                    <a:pt x="234" y="1721"/>
                  </a:cubicBezTo>
                  <a:cubicBezTo>
                    <a:pt x="301" y="1721"/>
                    <a:pt x="335" y="1687"/>
                    <a:pt x="368" y="1654"/>
                  </a:cubicBezTo>
                  <a:cubicBezTo>
                    <a:pt x="969" y="902"/>
                    <a:pt x="2304" y="367"/>
                    <a:pt x="3489" y="367"/>
                  </a:cubicBezTo>
                  <a:cubicBezTo>
                    <a:pt x="3618" y="367"/>
                    <a:pt x="3746" y="373"/>
                    <a:pt x="3870" y="386"/>
                  </a:cubicBezTo>
                  <a:cubicBezTo>
                    <a:pt x="3881" y="388"/>
                    <a:pt x="3890" y="388"/>
                    <a:pt x="3900" y="388"/>
                  </a:cubicBezTo>
                  <a:cubicBezTo>
                    <a:pt x="4106" y="388"/>
                    <a:pt x="4127" y="51"/>
                    <a:pt x="3904" y="19"/>
                  </a:cubicBezTo>
                  <a:cubicBezTo>
                    <a:pt x="3773" y="7"/>
                    <a:pt x="3640" y="1"/>
                    <a:pt x="3506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53"/>
            <p:cNvSpPr/>
            <p:nvPr/>
          </p:nvSpPr>
          <p:spPr>
            <a:xfrm>
              <a:off x="1901225" y="3567150"/>
              <a:ext cx="347250" cy="770075"/>
            </a:xfrm>
            <a:custGeom>
              <a:rect b="b" l="l" r="r" t="t"/>
              <a:pathLst>
                <a:path extrusionOk="0" h="30803" w="13890">
                  <a:moveTo>
                    <a:pt x="6250" y="1"/>
                  </a:moveTo>
                  <a:cubicBezTo>
                    <a:pt x="4783" y="5505"/>
                    <a:pt x="3749" y="13044"/>
                    <a:pt x="2381" y="18214"/>
                  </a:cubicBezTo>
                  <a:cubicBezTo>
                    <a:pt x="2114" y="19181"/>
                    <a:pt x="446" y="25719"/>
                    <a:pt x="213" y="27821"/>
                  </a:cubicBezTo>
                  <a:cubicBezTo>
                    <a:pt x="0" y="29820"/>
                    <a:pt x="1414" y="30802"/>
                    <a:pt x="2649" y="30802"/>
                  </a:cubicBezTo>
                  <a:cubicBezTo>
                    <a:pt x="3351" y="30802"/>
                    <a:pt x="3995" y="30484"/>
                    <a:pt x="4249" y="29856"/>
                  </a:cubicBezTo>
                  <a:cubicBezTo>
                    <a:pt x="4983" y="28121"/>
                    <a:pt x="7051" y="20582"/>
                    <a:pt x="7285" y="19815"/>
                  </a:cubicBezTo>
                  <a:cubicBezTo>
                    <a:pt x="8219" y="16546"/>
                    <a:pt x="13756" y="3504"/>
                    <a:pt x="13889" y="3237"/>
                  </a:cubicBezTo>
                  <a:lnTo>
                    <a:pt x="6250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53"/>
            <p:cNvSpPr/>
            <p:nvPr/>
          </p:nvSpPr>
          <p:spPr>
            <a:xfrm>
              <a:off x="1838975" y="4274325"/>
              <a:ext cx="193500" cy="197200"/>
            </a:xfrm>
            <a:custGeom>
              <a:rect b="b" l="l" r="r" t="t"/>
              <a:pathLst>
                <a:path extrusionOk="0" h="7888" w="7740">
                  <a:moveTo>
                    <a:pt x="868" y="1"/>
                  </a:moveTo>
                  <a:cubicBezTo>
                    <a:pt x="268" y="1635"/>
                    <a:pt x="1" y="2703"/>
                    <a:pt x="68" y="4304"/>
                  </a:cubicBezTo>
                  <a:cubicBezTo>
                    <a:pt x="134" y="5905"/>
                    <a:pt x="1502" y="7039"/>
                    <a:pt x="2669" y="7573"/>
                  </a:cubicBezTo>
                  <a:cubicBezTo>
                    <a:pt x="3136" y="7780"/>
                    <a:pt x="3608" y="7887"/>
                    <a:pt x="4059" y="7887"/>
                  </a:cubicBezTo>
                  <a:cubicBezTo>
                    <a:pt x="4769" y="7887"/>
                    <a:pt x="5429" y="7623"/>
                    <a:pt x="5938" y="7073"/>
                  </a:cubicBezTo>
                  <a:cubicBezTo>
                    <a:pt x="6772" y="6139"/>
                    <a:pt x="7273" y="5004"/>
                    <a:pt x="7740" y="320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53"/>
            <p:cNvSpPr/>
            <p:nvPr/>
          </p:nvSpPr>
          <p:spPr>
            <a:xfrm>
              <a:off x="1844000" y="4006625"/>
              <a:ext cx="254350" cy="446500"/>
            </a:xfrm>
            <a:custGeom>
              <a:rect b="b" l="l" r="r" t="t"/>
              <a:pathLst>
                <a:path extrusionOk="0" h="17860" w="10174">
                  <a:moveTo>
                    <a:pt x="4826" y="1"/>
                  </a:moveTo>
                  <a:cubicBezTo>
                    <a:pt x="4328" y="1"/>
                    <a:pt x="3731" y="2353"/>
                    <a:pt x="3002" y="4705"/>
                  </a:cubicBezTo>
                  <a:cubicBezTo>
                    <a:pt x="2202" y="7240"/>
                    <a:pt x="1501" y="8140"/>
                    <a:pt x="834" y="10209"/>
                  </a:cubicBezTo>
                  <a:cubicBezTo>
                    <a:pt x="67" y="12577"/>
                    <a:pt x="0" y="13678"/>
                    <a:pt x="534" y="15312"/>
                  </a:cubicBezTo>
                  <a:cubicBezTo>
                    <a:pt x="940" y="16483"/>
                    <a:pt x="2476" y="17859"/>
                    <a:pt x="4001" y="17859"/>
                  </a:cubicBezTo>
                  <a:cubicBezTo>
                    <a:pt x="4605" y="17859"/>
                    <a:pt x="5208" y="17643"/>
                    <a:pt x="5737" y="17113"/>
                  </a:cubicBezTo>
                  <a:cubicBezTo>
                    <a:pt x="7272" y="15646"/>
                    <a:pt x="7672" y="13744"/>
                    <a:pt x="8006" y="11309"/>
                  </a:cubicBezTo>
                  <a:cubicBezTo>
                    <a:pt x="8339" y="9208"/>
                    <a:pt x="8806" y="7140"/>
                    <a:pt x="9340" y="5072"/>
                  </a:cubicBezTo>
                  <a:cubicBezTo>
                    <a:pt x="9774" y="3304"/>
                    <a:pt x="10174" y="1803"/>
                    <a:pt x="9807" y="1536"/>
                  </a:cubicBezTo>
                  <a:lnTo>
                    <a:pt x="9807" y="1536"/>
                  </a:lnTo>
                  <a:cubicBezTo>
                    <a:pt x="9707" y="1803"/>
                    <a:pt x="9640" y="2136"/>
                    <a:pt x="9540" y="2370"/>
                  </a:cubicBezTo>
                  <a:cubicBezTo>
                    <a:pt x="9442" y="2599"/>
                    <a:pt x="9247" y="3505"/>
                    <a:pt x="8987" y="3505"/>
                  </a:cubicBezTo>
                  <a:cubicBezTo>
                    <a:pt x="8982" y="3505"/>
                    <a:pt x="8978" y="3504"/>
                    <a:pt x="8973" y="3504"/>
                  </a:cubicBezTo>
                  <a:cubicBezTo>
                    <a:pt x="8973" y="3270"/>
                    <a:pt x="9006" y="3037"/>
                    <a:pt x="9073" y="2803"/>
                  </a:cubicBezTo>
                  <a:cubicBezTo>
                    <a:pt x="9140" y="2603"/>
                    <a:pt x="9140" y="2403"/>
                    <a:pt x="9040" y="2203"/>
                  </a:cubicBezTo>
                  <a:cubicBezTo>
                    <a:pt x="8906" y="2036"/>
                    <a:pt x="8740" y="1936"/>
                    <a:pt x="8539" y="1869"/>
                  </a:cubicBezTo>
                  <a:cubicBezTo>
                    <a:pt x="8072" y="1669"/>
                    <a:pt x="7339" y="1269"/>
                    <a:pt x="6872" y="1135"/>
                  </a:cubicBezTo>
                  <a:cubicBezTo>
                    <a:pt x="6638" y="1069"/>
                    <a:pt x="6371" y="1002"/>
                    <a:pt x="6138" y="969"/>
                  </a:cubicBezTo>
                  <a:cubicBezTo>
                    <a:pt x="5902" y="945"/>
                    <a:pt x="5683" y="921"/>
                    <a:pt x="5468" y="921"/>
                  </a:cubicBezTo>
                  <a:cubicBezTo>
                    <a:pt x="5380" y="921"/>
                    <a:pt x="5292" y="925"/>
                    <a:pt x="5204" y="935"/>
                  </a:cubicBezTo>
                  <a:cubicBezTo>
                    <a:pt x="5070" y="969"/>
                    <a:pt x="4937" y="1035"/>
                    <a:pt x="4870" y="1135"/>
                  </a:cubicBezTo>
                  <a:cubicBezTo>
                    <a:pt x="4837" y="1235"/>
                    <a:pt x="4803" y="1302"/>
                    <a:pt x="4803" y="1402"/>
                  </a:cubicBezTo>
                  <a:cubicBezTo>
                    <a:pt x="4770" y="1569"/>
                    <a:pt x="4703" y="1736"/>
                    <a:pt x="4637" y="1869"/>
                  </a:cubicBezTo>
                  <a:cubicBezTo>
                    <a:pt x="4609" y="1924"/>
                    <a:pt x="4560" y="1978"/>
                    <a:pt x="4488" y="1978"/>
                  </a:cubicBezTo>
                  <a:cubicBezTo>
                    <a:pt x="4472" y="1978"/>
                    <a:pt x="4455" y="1975"/>
                    <a:pt x="4437" y="1969"/>
                  </a:cubicBezTo>
                  <a:cubicBezTo>
                    <a:pt x="4403" y="1936"/>
                    <a:pt x="4370" y="1869"/>
                    <a:pt x="4403" y="1836"/>
                  </a:cubicBezTo>
                  <a:cubicBezTo>
                    <a:pt x="4437" y="1536"/>
                    <a:pt x="4537" y="1336"/>
                    <a:pt x="4603" y="1002"/>
                  </a:cubicBezTo>
                  <a:cubicBezTo>
                    <a:pt x="4637" y="835"/>
                    <a:pt x="4703" y="635"/>
                    <a:pt x="4737" y="468"/>
                  </a:cubicBezTo>
                  <a:cubicBezTo>
                    <a:pt x="4770" y="301"/>
                    <a:pt x="4803" y="168"/>
                    <a:pt x="4837" y="1"/>
                  </a:cubicBezTo>
                  <a:cubicBezTo>
                    <a:pt x="4833" y="1"/>
                    <a:pt x="4830" y="1"/>
                    <a:pt x="4826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53"/>
            <p:cNvSpPr/>
            <p:nvPr/>
          </p:nvSpPr>
          <p:spPr>
            <a:xfrm>
              <a:off x="1842325" y="4245150"/>
              <a:ext cx="201000" cy="207975"/>
            </a:xfrm>
            <a:custGeom>
              <a:rect b="b" l="l" r="r" t="t"/>
              <a:pathLst>
                <a:path extrusionOk="0" h="8319" w="8040">
                  <a:moveTo>
                    <a:pt x="8039" y="1968"/>
                  </a:moveTo>
                  <a:lnTo>
                    <a:pt x="8039" y="1968"/>
                  </a:lnTo>
                  <a:cubicBezTo>
                    <a:pt x="8039" y="1969"/>
                    <a:pt x="8039" y="1970"/>
                    <a:pt x="8039" y="1971"/>
                  </a:cubicBezTo>
                  <a:lnTo>
                    <a:pt x="8039" y="1971"/>
                  </a:lnTo>
                  <a:cubicBezTo>
                    <a:pt x="8039" y="1970"/>
                    <a:pt x="8039" y="1969"/>
                    <a:pt x="8039" y="1968"/>
                  </a:cubicBezTo>
                  <a:close/>
                  <a:moveTo>
                    <a:pt x="1134" y="0"/>
                  </a:moveTo>
                  <a:cubicBezTo>
                    <a:pt x="1068" y="234"/>
                    <a:pt x="968" y="434"/>
                    <a:pt x="868" y="668"/>
                  </a:cubicBezTo>
                  <a:cubicBezTo>
                    <a:pt x="100" y="3036"/>
                    <a:pt x="0" y="4137"/>
                    <a:pt x="601" y="5771"/>
                  </a:cubicBezTo>
                  <a:cubicBezTo>
                    <a:pt x="1031" y="6942"/>
                    <a:pt x="2556" y="8318"/>
                    <a:pt x="4074" y="8318"/>
                  </a:cubicBezTo>
                  <a:cubicBezTo>
                    <a:pt x="4675" y="8318"/>
                    <a:pt x="5275" y="8102"/>
                    <a:pt x="5804" y="7572"/>
                  </a:cubicBezTo>
                  <a:cubicBezTo>
                    <a:pt x="7272" y="6139"/>
                    <a:pt x="7705" y="4305"/>
                    <a:pt x="8039" y="1971"/>
                  </a:cubicBezTo>
                  <a:lnTo>
                    <a:pt x="8039" y="1971"/>
                  </a:lnTo>
                  <a:cubicBezTo>
                    <a:pt x="8020" y="2069"/>
                    <a:pt x="7296" y="4605"/>
                    <a:pt x="6605" y="4737"/>
                  </a:cubicBezTo>
                  <a:cubicBezTo>
                    <a:pt x="6566" y="4747"/>
                    <a:pt x="6529" y="4751"/>
                    <a:pt x="6494" y="4751"/>
                  </a:cubicBezTo>
                  <a:cubicBezTo>
                    <a:pt x="5923" y="4751"/>
                    <a:pt x="5814" y="3550"/>
                    <a:pt x="5971" y="3236"/>
                  </a:cubicBezTo>
                  <a:cubicBezTo>
                    <a:pt x="4239" y="2072"/>
                    <a:pt x="2815" y="1963"/>
                    <a:pt x="2339" y="1963"/>
                  </a:cubicBezTo>
                  <a:cubicBezTo>
                    <a:pt x="2228" y="1963"/>
                    <a:pt x="2169" y="1968"/>
                    <a:pt x="2169" y="1968"/>
                  </a:cubicBezTo>
                  <a:cubicBezTo>
                    <a:pt x="2169" y="1968"/>
                    <a:pt x="1570" y="3240"/>
                    <a:pt x="1063" y="3240"/>
                  </a:cubicBezTo>
                  <a:cubicBezTo>
                    <a:pt x="984" y="3240"/>
                    <a:pt x="907" y="3208"/>
                    <a:pt x="834" y="3136"/>
                  </a:cubicBezTo>
                  <a:cubicBezTo>
                    <a:pt x="301" y="2602"/>
                    <a:pt x="1034" y="367"/>
                    <a:pt x="11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53"/>
            <p:cNvSpPr/>
            <p:nvPr/>
          </p:nvSpPr>
          <p:spPr>
            <a:xfrm>
              <a:off x="1877425" y="4006600"/>
              <a:ext cx="87500" cy="303900"/>
            </a:xfrm>
            <a:custGeom>
              <a:rect b="b" l="l" r="r" t="t"/>
              <a:pathLst>
                <a:path extrusionOk="0" h="12156" w="3500">
                  <a:moveTo>
                    <a:pt x="3479" y="1"/>
                  </a:moveTo>
                  <a:cubicBezTo>
                    <a:pt x="2983" y="1"/>
                    <a:pt x="2389" y="2369"/>
                    <a:pt x="1665" y="4706"/>
                  </a:cubicBezTo>
                  <a:cubicBezTo>
                    <a:pt x="1265" y="6807"/>
                    <a:pt x="298" y="9609"/>
                    <a:pt x="131" y="10877"/>
                  </a:cubicBezTo>
                  <a:cubicBezTo>
                    <a:pt x="1" y="11677"/>
                    <a:pt x="292" y="12155"/>
                    <a:pt x="558" y="12155"/>
                  </a:cubicBezTo>
                  <a:cubicBezTo>
                    <a:pt x="703" y="12155"/>
                    <a:pt x="839" y="12015"/>
                    <a:pt x="898" y="11711"/>
                  </a:cubicBezTo>
                  <a:cubicBezTo>
                    <a:pt x="1098" y="10677"/>
                    <a:pt x="1332" y="9642"/>
                    <a:pt x="1665" y="8608"/>
                  </a:cubicBezTo>
                  <a:cubicBezTo>
                    <a:pt x="2099" y="7007"/>
                    <a:pt x="2733" y="3605"/>
                    <a:pt x="3066" y="1837"/>
                  </a:cubicBezTo>
                  <a:cubicBezTo>
                    <a:pt x="3100" y="1637"/>
                    <a:pt x="3166" y="1470"/>
                    <a:pt x="3200" y="1303"/>
                  </a:cubicBezTo>
                  <a:lnTo>
                    <a:pt x="3500" y="102"/>
                  </a:lnTo>
                  <a:cubicBezTo>
                    <a:pt x="3500" y="69"/>
                    <a:pt x="3500" y="36"/>
                    <a:pt x="3500" y="2"/>
                  </a:cubicBezTo>
                  <a:cubicBezTo>
                    <a:pt x="3493" y="1"/>
                    <a:pt x="3486" y="1"/>
                    <a:pt x="34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53"/>
            <p:cNvSpPr/>
            <p:nvPr/>
          </p:nvSpPr>
          <p:spPr>
            <a:xfrm>
              <a:off x="1981325" y="4045000"/>
              <a:ext cx="114525" cy="294950"/>
            </a:xfrm>
            <a:custGeom>
              <a:rect b="b" l="l" r="r" t="t"/>
              <a:pathLst>
                <a:path extrusionOk="0" h="11798" w="4581">
                  <a:moveTo>
                    <a:pt x="4281" y="1"/>
                  </a:moveTo>
                  <a:lnTo>
                    <a:pt x="4281" y="67"/>
                  </a:lnTo>
                  <a:cubicBezTo>
                    <a:pt x="4214" y="301"/>
                    <a:pt x="4114" y="601"/>
                    <a:pt x="4047" y="835"/>
                  </a:cubicBezTo>
                  <a:cubicBezTo>
                    <a:pt x="3947" y="1168"/>
                    <a:pt x="3847" y="1502"/>
                    <a:pt x="3680" y="1802"/>
                  </a:cubicBezTo>
                  <a:cubicBezTo>
                    <a:pt x="3013" y="3503"/>
                    <a:pt x="1679" y="6605"/>
                    <a:pt x="1212" y="8207"/>
                  </a:cubicBezTo>
                  <a:cubicBezTo>
                    <a:pt x="912" y="9207"/>
                    <a:pt x="578" y="10208"/>
                    <a:pt x="144" y="11175"/>
                  </a:cubicBezTo>
                  <a:cubicBezTo>
                    <a:pt x="1" y="11575"/>
                    <a:pt x="132" y="11798"/>
                    <a:pt x="363" y="11798"/>
                  </a:cubicBezTo>
                  <a:cubicBezTo>
                    <a:pt x="615" y="11798"/>
                    <a:pt x="984" y="11533"/>
                    <a:pt x="1245" y="10942"/>
                  </a:cubicBezTo>
                  <a:cubicBezTo>
                    <a:pt x="1746" y="9774"/>
                    <a:pt x="2346" y="6839"/>
                    <a:pt x="3180" y="4837"/>
                  </a:cubicBezTo>
                  <a:cubicBezTo>
                    <a:pt x="3513" y="3803"/>
                    <a:pt x="3947" y="3070"/>
                    <a:pt x="4147" y="2402"/>
                  </a:cubicBezTo>
                  <a:cubicBezTo>
                    <a:pt x="4414" y="1168"/>
                    <a:pt x="4581" y="201"/>
                    <a:pt x="42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53"/>
            <p:cNvSpPr/>
            <p:nvPr/>
          </p:nvSpPr>
          <p:spPr>
            <a:xfrm>
              <a:off x="1891525" y="4289825"/>
              <a:ext cx="107600" cy="38750"/>
            </a:xfrm>
            <a:custGeom>
              <a:rect b="b" l="l" r="r" t="t"/>
              <a:pathLst>
                <a:path extrusionOk="0" h="1550" w="4304">
                  <a:moveTo>
                    <a:pt x="582" y="1"/>
                  </a:moveTo>
                  <a:cubicBezTo>
                    <a:pt x="444" y="1"/>
                    <a:pt x="306" y="5"/>
                    <a:pt x="167" y="15"/>
                  </a:cubicBezTo>
                  <a:cubicBezTo>
                    <a:pt x="67" y="15"/>
                    <a:pt x="0" y="81"/>
                    <a:pt x="0" y="215"/>
                  </a:cubicBezTo>
                  <a:cubicBezTo>
                    <a:pt x="0" y="315"/>
                    <a:pt x="100" y="382"/>
                    <a:pt x="201" y="382"/>
                  </a:cubicBezTo>
                  <a:cubicBezTo>
                    <a:pt x="299" y="377"/>
                    <a:pt x="397" y="374"/>
                    <a:pt x="495" y="374"/>
                  </a:cubicBezTo>
                  <a:cubicBezTo>
                    <a:pt x="1759" y="374"/>
                    <a:pt x="2981" y="773"/>
                    <a:pt x="4003" y="1516"/>
                  </a:cubicBezTo>
                  <a:cubicBezTo>
                    <a:pt x="4003" y="1516"/>
                    <a:pt x="4037" y="1516"/>
                    <a:pt x="4070" y="1549"/>
                  </a:cubicBezTo>
                  <a:cubicBezTo>
                    <a:pt x="4137" y="1549"/>
                    <a:pt x="4203" y="1549"/>
                    <a:pt x="4270" y="1482"/>
                  </a:cubicBezTo>
                  <a:cubicBezTo>
                    <a:pt x="4303" y="1382"/>
                    <a:pt x="4303" y="1282"/>
                    <a:pt x="4237" y="1216"/>
                  </a:cubicBezTo>
                  <a:cubicBezTo>
                    <a:pt x="3149" y="430"/>
                    <a:pt x="1898" y="1"/>
                    <a:pt x="582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53"/>
            <p:cNvSpPr/>
            <p:nvPr/>
          </p:nvSpPr>
          <p:spPr>
            <a:xfrm>
              <a:off x="1899850" y="4240925"/>
              <a:ext cx="119750" cy="42025"/>
            </a:xfrm>
            <a:custGeom>
              <a:rect b="b" l="l" r="r" t="t"/>
              <a:pathLst>
                <a:path extrusionOk="0" h="1681" w="4790">
                  <a:moveTo>
                    <a:pt x="328" y="1"/>
                  </a:moveTo>
                  <a:cubicBezTo>
                    <a:pt x="275" y="1"/>
                    <a:pt x="221" y="2"/>
                    <a:pt x="168" y="3"/>
                  </a:cubicBezTo>
                  <a:cubicBezTo>
                    <a:pt x="68" y="3"/>
                    <a:pt x="1" y="103"/>
                    <a:pt x="1" y="203"/>
                  </a:cubicBezTo>
                  <a:cubicBezTo>
                    <a:pt x="1" y="303"/>
                    <a:pt x="101" y="403"/>
                    <a:pt x="201" y="403"/>
                  </a:cubicBezTo>
                  <a:cubicBezTo>
                    <a:pt x="255" y="402"/>
                    <a:pt x="309" y="401"/>
                    <a:pt x="362" y="401"/>
                  </a:cubicBezTo>
                  <a:cubicBezTo>
                    <a:pt x="1807" y="401"/>
                    <a:pt x="3215" y="833"/>
                    <a:pt x="4437" y="1637"/>
                  </a:cubicBezTo>
                  <a:cubicBezTo>
                    <a:pt x="4471" y="1670"/>
                    <a:pt x="4471" y="1670"/>
                    <a:pt x="4504" y="1670"/>
                  </a:cubicBezTo>
                  <a:cubicBezTo>
                    <a:pt x="4526" y="1678"/>
                    <a:pt x="4546" y="1681"/>
                    <a:pt x="4565" y="1681"/>
                  </a:cubicBezTo>
                  <a:cubicBezTo>
                    <a:pt x="4723" y="1681"/>
                    <a:pt x="4790" y="1456"/>
                    <a:pt x="4671" y="1337"/>
                  </a:cubicBezTo>
                  <a:cubicBezTo>
                    <a:pt x="3381" y="466"/>
                    <a:pt x="1873" y="1"/>
                    <a:pt x="328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53"/>
            <p:cNvSpPr/>
            <p:nvPr/>
          </p:nvSpPr>
          <p:spPr>
            <a:xfrm>
              <a:off x="1912375" y="4195625"/>
              <a:ext cx="119275" cy="41525"/>
            </a:xfrm>
            <a:custGeom>
              <a:rect b="b" l="l" r="r" t="t"/>
              <a:pathLst>
                <a:path extrusionOk="0" h="1661" w="4771">
                  <a:moveTo>
                    <a:pt x="871" y="0"/>
                  </a:moveTo>
                  <a:cubicBezTo>
                    <a:pt x="652" y="0"/>
                    <a:pt x="428" y="15"/>
                    <a:pt x="200" y="47"/>
                  </a:cubicBezTo>
                  <a:cubicBezTo>
                    <a:pt x="67" y="47"/>
                    <a:pt x="0" y="147"/>
                    <a:pt x="34" y="247"/>
                  </a:cubicBezTo>
                  <a:cubicBezTo>
                    <a:pt x="34" y="314"/>
                    <a:pt x="100" y="380"/>
                    <a:pt x="167" y="414"/>
                  </a:cubicBezTo>
                  <a:lnTo>
                    <a:pt x="234" y="414"/>
                  </a:lnTo>
                  <a:cubicBezTo>
                    <a:pt x="453" y="381"/>
                    <a:pt x="669" y="366"/>
                    <a:pt x="882" y="366"/>
                  </a:cubicBezTo>
                  <a:cubicBezTo>
                    <a:pt x="2836" y="366"/>
                    <a:pt x="4437" y="1614"/>
                    <a:pt x="4437" y="1614"/>
                  </a:cubicBezTo>
                  <a:cubicBezTo>
                    <a:pt x="4467" y="1644"/>
                    <a:pt x="4510" y="1661"/>
                    <a:pt x="4555" y="1661"/>
                  </a:cubicBezTo>
                  <a:cubicBezTo>
                    <a:pt x="4610" y="1661"/>
                    <a:pt x="4667" y="1636"/>
                    <a:pt x="4704" y="1581"/>
                  </a:cubicBezTo>
                  <a:cubicBezTo>
                    <a:pt x="4770" y="1514"/>
                    <a:pt x="4737" y="1381"/>
                    <a:pt x="4670" y="1348"/>
                  </a:cubicBezTo>
                  <a:cubicBezTo>
                    <a:pt x="4580" y="1287"/>
                    <a:pt x="2935" y="0"/>
                    <a:pt x="871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53"/>
            <p:cNvSpPr/>
            <p:nvPr/>
          </p:nvSpPr>
          <p:spPr>
            <a:xfrm>
              <a:off x="1916550" y="4153250"/>
              <a:ext cx="129325" cy="41950"/>
            </a:xfrm>
            <a:custGeom>
              <a:rect b="b" l="l" r="r" t="t"/>
              <a:pathLst>
                <a:path extrusionOk="0" h="1678" w="5173">
                  <a:moveTo>
                    <a:pt x="1078" y="1"/>
                  </a:moveTo>
                  <a:cubicBezTo>
                    <a:pt x="783" y="1"/>
                    <a:pt x="479" y="23"/>
                    <a:pt x="167" y="74"/>
                  </a:cubicBezTo>
                  <a:cubicBezTo>
                    <a:pt x="67" y="74"/>
                    <a:pt x="0" y="174"/>
                    <a:pt x="33" y="274"/>
                  </a:cubicBezTo>
                  <a:cubicBezTo>
                    <a:pt x="33" y="341"/>
                    <a:pt x="100" y="407"/>
                    <a:pt x="167" y="441"/>
                  </a:cubicBezTo>
                  <a:lnTo>
                    <a:pt x="234" y="441"/>
                  </a:lnTo>
                  <a:cubicBezTo>
                    <a:pt x="508" y="396"/>
                    <a:pt x="778" y="377"/>
                    <a:pt x="1040" y="377"/>
                  </a:cubicBezTo>
                  <a:cubicBezTo>
                    <a:pt x="3143" y="377"/>
                    <a:pt x="4804" y="1642"/>
                    <a:pt x="4804" y="1642"/>
                  </a:cubicBezTo>
                  <a:cubicBezTo>
                    <a:pt x="4835" y="1667"/>
                    <a:pt x="4869" y="1678"/>
                    <a:pt x="4902" y="1678"/>
                  </a:cubicBezTo>
                  <a:cubicBezTo>
                    <a:pt x="5044" y="1678"/>
                    <a:pt x="5172" y="1477"/>
                    <a:pt x="5037" y="1341"/>
                  </a:cubicBezTo>
                  <a:cubicBezTo>
                    <a:pt x="4978" y="1282"/>
                    <a:pt x="3306" y="1"/>
                    <a:pt x="1078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53"/>
            <p:cNvSpPr/>
            <p:nvPr/>
          </p:nvSpPr>
          <p:spPr>
            <a:xfrm>
              <a:off x="1929050" y="4106000"/>
              <a:ext cx="128450" cy="43675"/>
            </a:xfrm>
            <a:custGeom>
              <a:rect b="b" l="l" r="r" t="t"/>
              <a:pathLst>
                <a:path extrusionOk="0" h="1747" w="5138">
                  <a:moveTo>
                    <a:pt x="993" y="1"/>
                  </a:moveTo>
                  <a:cubicBezTo>
                    <a:pt x="733" y="1"/>
                    <a:pt x="468" y="20"/>
                    <a:pt x="201" y="62"/>
                  </a:cubicBezTo>
                  <a:cubicBezTo>
                    <a:pt x="101" y="96"/>
                    <a:pt x="0" y="196"/>
                    <a:pt x="34" y="296"/>
                  </a:cubicBezTo>
                  <a:cubicBezTo>
                    <a:pt x="34" y="363"/>
                    <a:pt x="101" y="396"/>
                    <a:pt x="167" y="429"/>
                  </a:cubicBezTo>
                  <a:cubicBezTo>
                    <a:pt x="167" y="429"/>
                    <a:pt x="201" y="463"/>
                    <a:pt x="234" y="463"/>
                  </a:cubicBezTo>
                  <a:cubicBezTo>
                    <a:pt x="499" y="413"/>
                    <a:pt x="763" y="391"/>
                    <a:pt x="1024" y="391"/>
                  </a:cubicBezTo>
                  <a:cubicBezTo>
                    <a:pt x="3027" y="391"/>
                    <a:pt x="4804" y="1697"/>
                    <a:pt x="4804" y="1697"/>
                  </a:cubicBezTo>
                  <a:cubicBezTo>
                    <a:pt x="4837" y="1730"/>
                    <a:pt x="4887" y="1747"/>
                    <a:pt x="4937" y="1747"/>
                  </a:cubicBezTo>
                  <a:cubicBezTo>
                    <a:pt x="4987" y="1747"/>
                    <a:pt x="5037" y="1730"/>
                    <a:pt x="5071" y="1697"/>
                  </a:cubicBezTo>
                  <a:cubicBezTo>
                    <a:pt x="5137" y="1597"/>
                    <a:pt x="5137" y="1497"/>
                    <a:pt x="5071" y="1430"/>
                  </a:cubicBezTo>
                  <a:cubicBezTo>
                    <a:pt x="5011" y="1341"/>
                    <a:pt x="3169" y="1"/>
                    <a:pt x="993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53"/>
            <p:cNvSpPr/>
            <p:nvPr/>
          </p:nvSpPr>
          <p:spPr>
            <a:xfrm>
              <a:off x="1978250" y="2232050"/>
              <a:ext cx="860650" cy="1704450"/>
            </a:xfrm>
            <a:custGeom>
              <a:rect b="b" l="l" r="r" t="t"/>
              <a:pathLst>
                <a:path extrusionOk="0" h="68178" w="34426">
                  <a:moveTo>
                    <a:pt x="11976" y="0"/>
                  </a:moveTo>
                  <a:cubicBezTo>
                    <a:pt x="10308" y="3736"/>
                    <a:pt x="8773" y="5604"/>
                    <a:pt x="7973" y="13743"/>
                  </a:cubicBezTo>
                  <a:cubicBezTo>
                    <a:pt x="6505" y="28254"/>
                    <a:pt x="5605" y="38995"/>
                    <a:pt x="5605" y="38995"/>
                  </a:cubicBezTo>
                  <a:cubicBezTo>
                    <a:pt x="5271" y="40529"/>
                    <a:pt x="4337" y="44065"/>
                    <a:pt x="2869" y="50136"/>
                  </a:cubicBezTo>
                  <a:cubicBezTo>
                    <a:pt x="1502" y="55707"/>
                    <a:pt x="1" y="66915"/>
                    <a:pt x="1" y="66915"/>
                  </a:cubicBezTo>
                  <a:cubicBezTo>
                    <a:pt x="1" y="66915"/>
                    <a:pt x="1441" y="67348"/>
                    <a:pt x="3376" y="67348"/>
                  </a:cubicBezTo>
                  <a:cubicBezTo>
                    <a:pt x="4572" y="67348"/>
                    <a:pt x="5956" y="67183"/>
                    <a:pt x="7306" y="66648"/>
                  </a:cubicBezTo>
                  <a:cubicBezTo>
                    <a:pt x="9441" y="61311"/>
                    <a:pt x="14644" y="48135"/>
                    <a:pt x="16412" y="41697"/>
                  </a:cubicBezTo>
                  <a:cubicBezTo>
                    <a:pt x="18180" y="35359"/>
                    <a:pt x="21116" y="25685"/>
                    <a:pt x="21116" y="25685"/>
                  </a:cubicBezTo>
                  <a:lnTo>
                    <a:pt x="23217" y="40362"/>
                  </a:lnTo>
                  <a:cubicBezTo>
                    <a:pt x="23217" y="40362"/>
                    <a:pt x="22717" y="46233"/>
                    <a:pt x="22884" y="49669"/>
                  </a:cubicBezTo>
                  <a:cubicBezTo>
                    <a:pt x="23050" y="53705"/>
                    <a:pt x="24818" y="67415"/>
                    <a:pt x="24818" y="67415"/>
                  </a:cubicBezTo>
                  <a:cubicBezTo>
                    <a:pt x="24818" y="67415"/>
                    <a:pt x="26357" y="68178"/>
                    <a:pt x="28265" y="68178"/>
                  </a:cubicBezTo>
                  <a:cubicBezTo>
                    <a:pt x="29370" y="68178"/>
                    <a:pt x="30598" y="67922"/>
                    <a:pt x="31723" y="67115"/>
                  </a:cubicBezTo>
                  <a:cubicBezTo>
                    <a:pt x="31723" y="67115"/>
                    <a:pt x="33491" y="44332"/>
                    <a:pt x="33558" y="39495"/>
                  </a:cubicBezTo>
                  <a:cubicBezTo>
                    <a:pt x="33725" y="29988"/>
                    <a:pt x="34425" y="9974"/>
                    <a:pt x="3289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53"/>
            <p:cNvSpPr/>
            <p:nvPr/>
          </p:nvSpPr>
          <p:spPr>
            <a:xfrm>
              <a:off x="1978250" y="3839850"/>
              <a:ext cx="182650" cy="121000"/>
            </a:xfrm>
            <a:custGeom>
              <a:rect b="b" l="l" r="r" t="t"/>
              <a:pathLst>
                <a:path extrusionOk="0" h="4840" w="7306">
                  <a:moveTo>
                    <a:pt x="367" y="1"/>
                  </a:moveTo>
                  <a:lnTo>
                    <a:pt x="1" y="2603"/>
                  </a:lnTo>
                  <a:cubicBezTo>
                    <a:pt x="1" y="2603"/>
                    <a:pt x="601" y="3837"/>
                    <a:pt x="3236" y="4504"/>
                  </a:cubicBezTo>
                  <a:cubicBezTo>
                    <a:pt x="4237" y="4761"/>
                    <a:pt x="4951" y="4840"/>
                    <a:pt x="5452" y="4840"/>
                  </a:cubicBezTo>
                  <a:cubicBezTo>
                    <a:pt x="6253" y="4840"/>
                    <a:pt x="6505" y="4637"/>
                    <a:pt x="6505" y="4637"/>
                  </a:cubicBezTo>
                  <a:lnTo>
                    <a:pt x="7306" y="2336"/>
                  </a:lnTo>
                  <a:lnTo>
                    <a:pt x="7306" y="2336"/>
                  </a:lnTo>
                  <a:cubicBezTo>
                    <a:pt x="7093" y="2374"/>
                    <a:pt x="6864" y="2391"/>
                    <a:pt x="6624" y="2391"/>
                  </a:cubicBezTo>
                  <a:cubicBezTo>
                    <a:pt x="4522" y="2391"/>
                    <a:pt x="1505" y="1048"/>
                    <a:pt x="3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53"/>
            <p:cNvSpPr/>
            <p:nvPr/>
          </p:nvSpPr>
          <p:spPr>
            <a:xfrm>
              <a:off x="2593700" y="3876550"/>
              <a:ext cx="180150" cy="81750"/>
            </a:xfrm>
            <a:custGeom>
              <a:rect b="b" l="l" r="r" t="t"/>
              <a:pathLst>
                <a:path extrusionOk="0" h="3270" w="7206">
                  <a:moveTo>
                    <a:pt x="0" y="1"/>
                  </a:moveTo>
                  <a:lnTo>
                    <a:pt x="134" y="2436"/>
                  </a:lnTo>
                  <a:cubicBezTo>
                    <a:pt x="134" y="2436"/>
                    <a:pt x="1134" y="3270"/>
                    <a:pt x="3803" y="3270"/>
                  </a:cubicBezTo>
                  <a:cubicBezTo>
                    <a:pt x="6505" y="3236"/>
                    <a:pt x="7139" y="2369"/>
                    <a:pt x="7139" y="2369"/>
                  </a:cubicBezTo>
                  <a:lnTo>
                    <a:pt x="7205" y="1"/>
                  </a:lnTo>
                  <a:lnTo>
                    <a:pt x="7205" y="1"/>
                  </a:lnTo>
                  <a:cubicBezTo>
                    <a:pt x="6334" y="451"/>
                    <a:pt x="5043" y="641"/>
                    <a:pt x="3757" y="641"/>
                  </a:cubicBezTo>
                  <a:cubicBezTo>
                    <a:pt x="2285" y="641"/>
                    <a:pt x="819" y="392"/>
                    <a:pt x="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53"/>
            <p:cNvSpPr/>
            <p:nvPr/>
          </p:nvSpPr>
          <p:spPr>
            <a:xfrm>
              <a:off x="2506125" y="2538925"/>
              <a:ext cx="259375" cy="699700"/>
            </a:xfrm>
            <a:custGeom>
              <a:rect b="b" l="l" r="r" t="t"/>
              <a:pathLst>
                <a:path extrusionOk="0" h="27988" w="10375">
                  <a:moveTo>
                    <a:pt x="10375" y="1"/>
                  </a:moveTo>
                  <a:lnTo>
                    <a:pt x="10375" y="1"/>
                  </a:lnTo>
                  <a:cubicBezTo>
                    <a:pt x="8073" y="2169"/>
                    <a:pt x="1769" y="2869"/>
                    <a:pt x="1769" y="2869"/>
                  </a:cubicBezTo>
                  <a:lnTo>
                    <a:pt x="1" y="13410"/>
                  </a:lnTo>
                  <a:lnTo>
                    <a:pt x="2069" y="27987"/>
                  </a:lnTo>
                  <a:lnTo>
                    <a:pt x="1268" y="13444"/>
                  </a:lnTo>
                  <a:lnTo>
                    <a:pt x="3170" y="4671"/>
                  </a:lnTo>
                  <a:cubicBezTo>
                    <a:pt x="7472" y="4070"/>
                    <a:pt x="10374" y="1"/>
                    <a:pt x="103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53"/>
            <p:cNvSpPr/>
            <p:nvPr/>
          </p:nvSpPr>
          <p:spPr>
            <a:xfrm>
              <a:off x="2722950" y="1559750"/>
              <a:ext cx="458675" cy="437150"/>
            </a:xfrm>
            <a:custGeom>
              <a:rect b="b" l="l" r="r" t="t"/>
              <a:pathLst>
                <a:path extrusionOk="0" h="17486" w="18347">
                  <a:moveTo>
                    <a:pt x="459" y="1"/>
                  </a:moveTo>
                  <a:cubicBezTo>
                    <a:pt x="313" y="1"/>
                    <a:pt x="160" y="2"/>
                    <a:pt x="0" y="6"/>
                  </a:cubicBezTo>
                  <a:lnTo>
                    <a:pt x="1335" y="9179"/>
                  </a:lnTo>
                  <a:cubicBezTo>
                    <a:pt x="1335" y="9179"/>
                    <a:pt x="4370" y="11281"/>
                    <a:pt x="7172" y="13316"/>
                  </a:cubicBezTo>
                  <a:cubicBezTo>
                    <a:pt x="9974" y="15351"/>
                    <a:pt x="12109" y="16651"/>
                    <a:pt x="15111" y="17485"/>
                  </a:cubicBezTo>
                  <a:lnTo>
                    <a:pt x="18347" y="12915"/>
                  </a:lnTo>
                  <a:cubicBezTo>
                    <a:pt x="18347" y="12915"/>
                    <a:pt x="5604" y="1941"/>
                    <a:pt x="4570" y="1274"/>
                  </a:cubicBezTo>
                  <a:cubicBezTo>
                    <a:pt x="3406" y="518"/>
                    <a:pt x="2895" y="1"/>
                    <a:pt x="459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53"/>
            <p:cNvSpPr/>
            <p:nvPr/>
          </p:nvSpPr>
          <p:spPr>
            <a:xfrm>
              <a:off x="2041625" y="1449050"/>
              <a:ext cx="512900" cy="333575"/>
            </a:xfrm>
            <a:custGeom>
              <a:rect b="b" l="l" r="r" t="t"/>
              <a:pathLst>
                <a:path extrusionOk="0" h="13343" w="20516">
                  <a:moveTo>
                    <a:pt x="5605" y="1"/>
                  </a:moveTo>
                  <a:cubicBezTo>
                    <a:pt x="5539" y="1"/>
                    <a:pt x="5472" y="10"/>
                    <a:pt x="5405" y="31"/>
                  </a:cubicBezTo>
                  <a:cubicBezTo>
                    <a:pt x="5071" y="131"/>
                    <a:pt x="4804" y="431"/>
                    <a:pt x="4737" y="798"/>
                  </a:cubicBezTo>
                  <a:cubicBezTo>
                    <a:pt x="4471" y="1532"/>
                    <a:pt x="4471" y="2333"/>
                    <a:pt x="4671" y="3067"/>
                  </a:cubicBezTo>
                  <a:cubicBezTo>
                    <a:pt x="3737" y="2766"/>
                    <a:pt x="2936" y="2099"/>
                    <a:pt x="2436" y="1232"/>
                  </a:cubicBezTo>
                  <a:cubicBezTo>
                    <a:pt x="2336" y="965"/>
                    <a:pt x="2169" y="732"/>
                    <a:pt x="1935" y="598"/>
                  </a:cubicBezTo>
                  <a:cubicBezTo>
                    <a:pt x="1833" y="557"/>
                    <a:pt x="1731" y="538"/>
                    <a:pt x="1633" y="538"/>
                  </a:cubicBezTo>
                  <a:cubicBezTo>
                    <a:pt x="1410" y="538"/>
                    <a:pt x="1207" y="636"/>
                    <a:pt x="1068" y="798"/>
                  </a:cubicBezTo>
                  <a:cubicBezTo>
                    <a:pt x="835" y="1032"/>
                    <a:pt x="701" y="1299"/>
                    <a:pt x="634" y="1632"/>
                  </a:cubicBezTo>
                  <a:cubicBezTo>
                    <a:pt x="1" y="4001"/>
                    <a:pt x="1001" y="6502"/>
                    <a:pt x="3070" y="7803"/>
                  </a:cubicBezTo>
                  <a:cubicBezTo>
                    <a:pt x="2975" y="7809"/>
                    <a:pt x="2880" y="7812"/>
                    <a:pt x="2786" y="7812"/>
                  </a:cubicBezTo>
                  <a:cubicBezTo>
                    <a:pt x="2314" y="7812"/>
                    <a:pt x="1846" y="7742"/>
                    <a:pt x="1402" y="7603"/>
                  </a:cubicBezTo>
                  <a:cubicBezTo>
                    <a:pt x="1321" y="7587"/>
                    <a:pt x="1242" y="7579"/>
                    <a:pt x="1166" y="7579"/>
                  </a:cubicBezTo>
                  <a:cubicBezTo>
                    <a:pt x="928" y="7579"/>
                    <a:pt x="719" y="7660"/>
                    <a:pt x="568" y="7837"/>
                  </a:cubicBezTo>
                  <a:cubicBezTo>
                    <a:pt x="334" y="8170"/>
                    <a:pt x="268" y="8604"/>
                    <a:pt x="401" y="8971"/>
                  </a:cubicBezTo>
                  <a:cubicBezTo>
                    <a:pt x="768" y="10072"/>
                    <a:pt x="1502" y="11039"/>
                    <a:pt x="2502" y="11673"/>
                  </a:cubicBezTo>
                  <a:cubicBezTo>
                    <a:pt x="4266" y="12807"/>
                    <a:pt x="6500" y="13343"/>
                    <a:pt x="8780" y="13343"/>
                  </a:cubicBezTo>
                  <a:cubicBezTo>
                    <a:pt x="12063" y="13343"/>
                    <a:pt x="15442" y="12233"/>
                    <a:pt x="17647" y="10205"/>
                  </a:cubicBezTo>
                  <a:cubicBezTo>
                    <a:pt x="19448" y="8537"/>
                    <a:pt x="20515" y="6035"/>
                    <a:pt x="20115" y="3600"/>
                  </a:cubicBezTo>
                  <a:cubicBezTo>
                    <a:pt x="20015" y="3000"/>
                    <a:pt x="19781" y="2433"/>
                    <a:pt x="19481" y="1899"/>
                  </a:cubicBezTo>
                  <a:cubicBezTo>
                    <a:pt x="19381" y="1666"/>
                    <a:pt x="19214" y="1499"/>
                    <a:pt x="19081" y="1299"/>
                  </a:cubicBezTo>
                  <a:cubicBezTo>
                    <a:pt x="18379" y="557"/>
                    <a:pt x="17376" y="309"/>
                    <a:pt x="16355" y="309"/>
                  </a:cubicBezTo>
                  <a:cubicBezTo>
                    <a:pt x="15677" y="309"/>
                    <a:pt x="14990" y="418"/>
                    <a:pt x="14378" y="565"/>
                  </a:cubicBezTo>
                  <a:cubicBezTo>
                    <a:pt x="13010" y="898"/>
                    <a:pt x="11709" y="1432"/>
                    <a:pt x="10275" y="1599"/>
                  </a:cubicBezTo>
                  <a:cubicBezTo>
                    <a:pt x="10100" y="1617"/>
                    <a:pt x="9926" y="1626"/>
                    <a:pt x="9751" y="1626"/>
                  </a:cubicBezTo>
                  <a:cubicBezTo>
                    <a:pt x="8622" y="1626"/>
                    <a:pt x="7501" y="1254"/>
                    <a:pt x="6605" y="531"/>
                  </a:cubicBezTo>
                  <a:cubicBezTo>
                    <a:pt x="6296" y="278"/>
                    <a:pt x="5962" y="1"/>
                    <a:pt x="5605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53"/>
            <p:cNvSpPr/>
            <p:nvPr/>
          </p:nvSpPr>
          <p:spPr>
            <a:xfrm>
              <a:off x="2277625" y="1549050"/>
              <a:ext cx="613800" cy="736375"/>
            </a:xfrm>
            <a:custGeom>
              <a:rect b="b" l="l" r="r" t="t"/>
              <a:pathLst>
                <a:path extrusionOk="0" h="29455" w="24552">
                  <a:moveTo>
                    <a:pt x="8640" y="1"/>
                  </a:moveTo>
                  <a:lnTo>
                    <a:pt x="3036" y="568"/>
                  </a:lnTo>
                  <a:cubicBezTo>
                    <a:pt x="3270" y="4671"/>
                    <a:pt x="2269" y="8740"/>
                    <a:pt x="201" y="12276"/>
                  </a:cubicBezTo>
                  <a:lnTo>
                    <a:pt x="1869" y="21883"/>
                  </a:lnTo>
                  <a:cubicBezTo>
                    <a:pt x="1935" y="23651"/>
                    <a:pt x="768" y="25485"/>
                    <a:pt x="1" y="27320"/>
                  </a:cubicBezTo>
                  <a:cubicBezTo>
                    <a:pt x="1" y="27320"/>
                    <a:pt x="5797" y="29455"/>
                    <a:pt x="11994" y="29455"/>
                  </a:cubicBezTo>
                  <a:cubicBezTo>
                    <a:pt x="15093" y="29455"/>
                    <a:pt x="18292" y="28921"/>
                    <a:pt x="20916" y="27320"/>
                  </a:cubicBezTo>
                  <a:cubicBezTo>
                    <a:pt x="20916" y="27320"/>
                    <a:pt x="20816" y="19214"/>
                    <a:pt x="21016" y="16713"/>
                  </a:cubicBezTo>
                  <a:cubicBezTo>
                    <a:pt x="23884" y="13710"/>
                    <a:pt x="24552" y="10375"/>
                    <a:pt x="22617" y="6672"/>
                  </a:cubicBezTo>
                  <a:cubicBezTo>
                    <a:pt x="21349" y="4337"/>
                    <a:pt x="19715" y="2202"/>
                    <a:pt x="17813" y="401"/>
                  </a:cubicBezTo>
                  <a:lnTo>
                    <a:pt x="14011" y="134"/>
                  </a:lnTo>
                  <a:lnTo>
                    <a:pt x="86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53"/>
            <p:cNvSpPr/>
            <p:nvPr/>
          </p:nvSpPr>
          <p:spPr>
            <a:xfrm>
              <a:off x="2262625" y="1001550"/>
              <a:ext cx="527075" cy="456625"/>
            </a:xfrm>
            <a:custGeom>
              <a:rect b="b" l="l" r="r" t="t"/>
              <a:pathLst>
                <a:path extrusionOk="0" h="18265" w="21083">
                  <a:moveTo>
                    <a:pt x="10759" y="1"/>
                  </a:moveTo>
                  <a:cubicBezTo>
                    <a:pt x="8972" y="1"/>
                    <a:pt x="7149" y="806"/>
                    <a:pt x="5671" y="1719"/>
                  </a:cubicBezTo>
                  <a:cubicBezTo>
                    <a:pt x="4103" y="2687"/>
                    <a:pt x="2702" y="3888"/>
                    <a:pt x="1535" y="5322"/>
                  </a:cubicBezTo>
                  <a:cubicBezTo>
                    <a:pt x="901" y="5989"/>
                    <a:pt x="434" y="6823"/>
                    <a:pt x="134" y="7690"/>
                  </a:cubicBezTo>
                  <a:cubicBezTo>
                    <a:pt x="0" y="8024"/>
                    <a:pt x="0" y="8424"/>
                    <a:pt x="134" y="8758"/>
                  </a:cubicBezTo>
                  <a:cubicBezTo>
                    <a:pt x="334" y="9125"/>
                    <a:pt x="701" y="9358"/>
                    <a:pt x="1134" y="9392"/>
                  </a:cubicBezTo>
                  <a:cubicBezTo>
                    <a:pt x="1529" y="9392"/>
                    <a:pt x="1956" y="9359"/>
                    <a:pt x="2352" y="9230"/>
                  </a:cubicBezTo>
                  <a:lnTo>
                    <a:pt x="2352" y="9230"/>
                  </a:lnTo>
                  <a:cubicBezTo>
                    <a:pt x="2101" y="9344"/>
                    <a:pt x="2906" y="10628"/>
                    <a:pt x="3103" y="10726"/>
                  </a:cubicBezTo>
                  <a:cubicBezTo>
                    <a:pt x="3571" y="10960"/>
                    <a:pt x="4090" y="11066"/>
                    <a:pt x="4638" y="11066"/>
                  </a:cubicBezTo>
                  <a:cubicBezTo>
                    <a:pt x="4715" y="11066"/>
                    <a:pt x="4792" y="11064"/>
                    <a:pt x="4870" y="11059"/>
                  </a:cubicBezTo>
                  <a:cubicBezTo>
                    <a:pt x="5271" y="11059"/>
                    <a:pt x="5671" y="10959"/>
                    <a:pt x="6071" y="10926"/>
                  </a:cubicBezTo>
                  <a:cubicBezTo>
                    <a:pt x="6238" y="10926"/>
                    <a:pt x="6438" y="10901"/>
                    <a:pt x="6630" y="10901"/>
                  </a:cubicBezTo>
                  <a:cubicBezTo>
                    <a:pt x="6822" y="10901"/>
                    <a:pt x="7005" y="10926"/>
                    <a:pt x="7139" y="11026"/>
                  </a:cubicBezTo>
                  <a:cubicBezTo>
                    <a:pt x="7406" y="11260"/>
                    <a:pt x="7639" y="11493"/>
                    <a:pt x="7839" y="11760"/>
                  </a:cubicBezTo>
                  <a:lnTo>
                    <a:pt x="8673" y="12561"/>
                  </a:lnTo>
                  <a:lnTo>
                    <a:pt x="11909" y="15663"/>
                  </a:lnTo>
                  <a:cubicBezTo>
                    <a:pt x="13076" y="16764"/>
                    <a:pt x="14244" y="17164"/>
                    <a:pt x="15378" y="18265"/>
                  </a:cubicBezTo>
                  <a:cubicBezTo>
                    <a:pt x="16045" y="16964"/>
                    <a:pt x="16879" y="16196"/>
                    <a:pt x="18547" y="14395"/>
                  </a:cubicBezTo>
                  <a:cubicBezTo>
                    <a:pt x="21082" y="11593"/>
                    <a:pt x="20915" y="5756"/>
                    <a:pt x="18547" y="4155"/>
                  </a:cubicBezTo>
                  <a:cubicBezTo>
                    <a:pt x="17012" y="2086"/>
                    <a:pt x="14511" y="752"/>
                    <a:pt x="12042" y="152"/>
                  </a:cubicBezTo>
                  <a:cubicBezTo>
                    <a:pt x="11620" y="48"/>
                    <a:pt x="11191" y="1"/>
                    <a:pt x="1075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53"/>
            <p:cNvSpPr/>
            <p:nvPr/>
          </p:nvSpPr>
          <p:spPr>
            <a:xfrm>
              <a:off x="2309325" y="1079550"/>
              <a:ext cx="467850" cy="619625"/>
            </a:xfrm>
            <a:custGeom>
              <a:rect b="b" l="l" r="r" t="t"/>
              <a:pathLst>
                <a:path extrusionOk="0" h="24785" w="18714">
                  <a:moveTo>
                    <a:pt x="4070" y="0"/>
                  </a:moveTo>
                  <a:cubicBezTo>
                    <a:pt x="3636" y="34"/>
                    <a:pt x="2936" y="0"/>
                    <a:pt x="2535" y="167"/>
                  </a:cubicBezTo>
                  <a:cubicBezTo>
                    <a:pt x="1301" y="834"/>
                    <a:pt x="0" y="2102"/>
                    <a:pt x="267" y="8473"/>
                  </a:cubicBezTo>
                  <a:cubicBezTo>
                    <a:pt x="501" y="13477"/>
                    <a:pt x="1835" y="15845"/>
                    <a:pt x="2702" y="16279"/>
                  </a:cubicBezTo>
                  <a:cubicBezTo>
                    <a:pt x="3308" y="16582"/>
                    <a:pt x="3996" y="16722"/>
                    <a:pt x="4924" y="16722"/>
                  </a:cubicBezTo>
                  <a:cubicBezTo>
                    <a:pt x="5324" y="16722"/>
                    <a:pt x="5769" y="16696"/>
                    <a:pt x="6271" y="16646"/>
                  </a:cubicBezTo>
                  <a:lnTo>
                    <a:pt x="6271" y="19481"/>
                  </a:lnTo>
                  <a:cubicBezTo>
                    <a:pt x="6238" y="19648"/>
                    <a:pt x="9073" y="23817"/>
                    <a:pt x="13143" y="24785"/>
                  </a:cubicBezTo>
                  <a:cubicBezTo>
                    <a:pt x="14411" y="23384"/>
                    <a:pt x="14878" y="21516"/>
                    <a:pt x="13477" y="19081"/>
                  </a:cubicBezTo>
                  <a:lnTo>
                    <a:pt x="13577" y="11876"/>
                  </a:lnTo>
                  <a:cubicBezTo>
                    <a:pt x="14044" y="12259"/>
                    <a:pt x="14619" y="12451"/>
                    <a:pt x="15194" y="12451"/>
                  </a:cubicBezTo>
                  <a:cubicBezTo>
                    <a:pt x="15770" y="12451"/>
                    <a:pt x="16345" y="12259"/>
                    <a:pt x="16812" y="11876"/>
                  </a:cubicBezTo>
                  <a:cubicBezTo>
                    <a:pt x="18213" y="10741"/>
                    <a:pt x="18714" y="8373"/>
                    <a:pt x="17479" y="7472"/>
                  </a:cubicBezTo>
                  <a:cubicBezTo>
                    <a:pt x="16992" y="7125"/>
                    <a:pt x="16539" y="6983"/>
                    <a:pt x="16128" y="6983"/>
                  </a:cubicBezTo>
                  <a:cubicBezTo>
                    <a:pt x="15276" y="6983"/>
                    <a:pt x="14605" y="7598"/>
                    <a:pt x="14177" y="8273"/>
                  </a:cubicBezTo>
                  <a:cubicBezTo>
                    <a:pt x="14077" y="8540"/>
                    <a:pt x="13877" y="8773"/>
                    <a:pt x="13677" y="8940"/>
                  </a:cubicBezTo>
                  <a:cubicBezTo>
                    <a:pt x="13547" y="9005"/>
                    <a:pt x="13418" y="9042"/>
                    <a:pt x="13289" y="9042"/>
                  </a:cubicBezTo>
                  <a:cubicBezTo>
                    <a:pt x="13218" y="9042"/>
                    <a:pt x="13147" y="9031"/>
                    <a:pt x="13076" y="9007"/>
                  </a:cubicBezTo>
                  <a:cubicBezTo>
                    <a:pt x="12509" y="8773"/>
                    <a:pt x="12376" y="8040"/>
                    <a:pt x="12276" y="7539"/>
                  </a:cubicBezTo>
                  <a:cubicBezTo>
                    <a:pt x="12109" y="6805"/>
                    <a:pt x="12076" y="6071"/>
                    <a:pt x="12176" y="5338"/>
                  </a:cubicBezTo>
                  <a:lnTo>
                    <a:pt x="12176" y="5338"/>
                  </a:lnTo>
                  <a:cubicBezTo>
                    <a:pt x="11875" y="5604"/>
                    <a:pt x="11475" y="5771"/>
                    <a:pt x="11075" y="5805"/>
                  </a:cubicBezTo>
                  <a:cubicBezTo>
                    <a:pt x="10675" y="5805"/>
                    <a:pt x="10274" y="5604"/>
                    <a:pt x="10041" y="5271"/>
                  </a:cubicBezTo>
                  <a:cubicBezTo>
                    <a:pt x="9774" y="4804"/>
                    <a:pt x="9674" y="4304"/>
                    <a:pt x="9741" y="3770"/>
                  </a:cubicBezTo>
                  <a:cubicBezTo>
                    <a:pt x="9707" y="3169"/>
                    <a:pt x="9674" y="2302"/>
                    <a:pt x="9407" y="1768"/>
                  </a:cubicBezTo>
                  <a:cubicBezTo>
                    <a:pt x="9174" y="1368"/>
                    <a:pt x="8540" y="1068"/>
                    <a:pt x="8139" y="868"/>
                  </a:cubicBezTo>
                  <a:cubicBezTo>
                    <a:pt x="7398" y="481"/>
                    <a:pt x="6533" y="32"/>
                    <a:pt x="5693" y="32"/>
                  </a:cubicBezTo>
                  <a:cubicBezTo>
                    <a:pt x="5663" y="32"/>
                    <a:pt x="5634" y="33"/>
                    <a:pt x="5604" y="34"/>
                  </a:cubicBezTo>
                  <a:cubicBezTo>
                    <a:pt x="5104" y="34"/>
                    <a:pt x="4570" y="0"/>
                    <a:pt x="407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53"/>
            <p:cNvSpPr/>
            <p:nvPr/>
          </p:nvSpPr>
          <p:spPr>
            <a:xfrm>
              <a:off x="2669575" y="1278025"/>
              <a:ext cx="67575" cy="88125"/>
            </a:xfrm>
            <a:custGeom>
              <a:rect b="b" l="l" r="r" t="t"/>
              <a:pathLst>
                <a:path extrusionOk="0" h="3525" w="2703">
                  <a:moveTo>
                    <a:pt x="1568" y="0"/>
                  </a:moveTo>
                  <a:cubicBezTo>
                    <a:pt x="1001" y="34"/>
                    <a:pt x="501" y="434"/>
                    <a:pt x="368" y="968"/>
                  </a:cubicBezTo>
                  <a:cubicBezTo>
                    <a:pt x="334" y="1101"/>
                    <a:pt x="434" y="1201"/>
                    <a:pt x="534" y="1235"/>
                  </a:cubicBezTo>
                  <a:cubicBezTo>
                    <a:pt x="701" y="1268"/>
                    <a:pt x="835" y="1268"/>
                    <a:pt x="968" y="1301"/>
                  </a:cubicBezTo>
                  <a:cubicBezTo>
                    <a:pt x="1101" y="1335"/>
                    <a:pt x="1135" y="1401"/>
                    <a:pt x="1135" y="1535"/>
                  </a:cubicBezTo>
                  <a:cubicBezTo>
                    <a:pt x="1168" y="1702"/>
                    <a:pt x="1101" y="1835"/>
                    <a:pt x="968" y="1969"/>
                  </a:cubicBezTo>
                  <a:cubicBezTo>
                    <a:pt x="868" y="2044"/>
                    <a:pt x="768" y="2081"/>
                    <a:pt x="654" y="2081"/>
                  </a:cubicBezTo>
                  <a:cubicBezTo>
                    <a:pt x="616" y="2081"/>
                    <a:pt x="576" y="2077"/>
                    <a:pt x="534" y="2069"/>
                  </a:cubicBezTo>
                  <a:cubicBezTo>
                    <a:pt x="506" y="2063"/>
                    <a:pt x="477" y="2060"/>
                    <a:pt x="449" y="2060"/>
                  </a:cubicBezTo>
                  <a:cubicBezTo>
                    <a:pt x="312" y="2060"/>
                    <a:pt x="184" y="2125"/>
                    <a:pt x="101" y="2235"/>
                  </a:cubicBezTo>
                  <a:cubicBezTo>
                    <a:pt x="67" y="2335"/>
                    <a:pt x="34" y="2436"/>
                    <a:pt x="1" y="2536"/>
                  </a:cubicBezTo>
                  <a:cubicBezTo>
                    <a:pt x="1" y="2636"/>
                    <a:pt x="1" y="2702"/>
                    <a:pt x="1" y="2769"/>
                  </a:cubicBezTo>
                  <a:cubicBezTo>
                    <a:pt x="34" y="3103"/>
                    <a:pt x="267" y="3403"/>
                    <a:pt x="568" y="3470"/>
                  </a:cubicBezTo>
                  <a:cubicBezTo>
                    <a:pt x="665" y="3509"/>
                    <a:pt x="775" y="3525"/>
                    <a:pt x="882" y="3525"/>
                  </a:cubicBezTo>
                  <a:cubicBezTo>
                    <a:pt x="957" y="3525"/>
                    <a:pt x="1032" y="3517"/>
                    <a:pt x="1101" y="3503"/>
                  </a:cubicBezTo>
                  <a:cubicBezTo>
                    <a:pt x="1268" y="3503"/>
                    <a:pt x="1435" y="3403"/>
                    <a:pt x="1568" y="3269"/>
                  </a:cubicBezTo>
                  <a:lnTo>
                    <a:pt x="1568" y="3269"/>
                  </a:lnTo>
                  <a:cubicBezTo>
                    <a:pt x="1435" y="3319"/>
                    <a:pt x="1302" y="3345"/>
                    <a:pt x="1172" y="3345"/>
                  </a:cubicBezTo>
                  <a:cubicBezTo>
                    <a:pt x="1043" y="3345"/>
                    <a:pt x="918" y="3319"/>
                    <a:pt x="801" y="3269"/>
                  </a:cubicBezTo>
                  <a:cubicBezTo>
                    <a:pt x="634" y="3236"/>
                    <a:pt x="501" y="3103"/>
                    <a:pt x="401" y="2969"/>
                  </a:cubicBezTo>
                  <a:cubicBezTo>
                    <a:pt x="267" y="2802"/>
                    <a:pt x="334" y="2536"/>
                    <a:pt x="501" y="2402"/>
                  </a:cubicBezTo>
                  <a:lnTo>
                    <a:pt x="901" y="2402"/>
                  </a:lnTo>
                  <a:cubicBezTo>
                    <a:pt x="1068" y="2369"/>
                    <a:pt x="1201" y="2269"/>
                    <a:pt x="1335" y="2169"/>
                  </a:cubicBezTo>
                  <a:cubicBezTo>
                    <a:pt x="1568" y="1902"/>
                    <a:pt x="1602" y="1535"/>
                    <a:pt x="1435" y="1235"/>
                  </a:cubicBezTo>
                  <a:cubicBezTo>
                    <a:pt x="1268" y="1035"/>
                    <a:pt x="1035" y="901"/>
                    <a:pt x="801" y="901"/>
                  </a:cubicBezTo>
                  <a:cubicBezTo>
                    <a:pt x="968" y="568"/>
                    <a:pt x="1335" y="334"/>
                    <a:pt x="1702" y="334"/>
                  </a:cubicBezTo>
                  <a:cubicBezTo>
                    <a:pt x="1902" y="334"/>
                    <a:pt x="2135" y="367"/>
                    <a:pt x="2336" y="501"/>
                  </a:cubicBezTo>
                  <a:cubicBezTo>
                    <a:pt x="2402" y="568"/>
                    <a:pt x="2502" y="634"/>
                    <a:pt x="2569" y="701"/>
                  </a:cubicBezTo>
                  <a:cubicBezTo>
                    <a:pt x="2602" y="801"/>
                    <a:pt x="2669" y="868"/>
                    <a:pt x="2703" y="968"/>
                  </a:cubicBezTo>
                  <a:cubicBezTo>
                    <a:pt x="2703" y="701"/>
                    <a:pt x="2602" y="467"/>
                    <a:pt x="2402" y="301"/>
                  </a:cubicBezTo>
                  <a:cubicBezTo>
                    <a:pt x="2169" y="101"/>
                    <a:pt x="1869" y="0"/>
                    <a:pt x="1568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53"/>
            <p:cNvSpPr/>
            <p:nvPr/>
          </p:nvSpPr>
          <p:spPr>
            <a:xfrm>
              <a:off x="2251775" y="960750"/>
              <a:ext cx="488700" cy="239225"/>
            </a:xfrm>
            <a:custGeom>
              <a:rect b="b" l="l" r="r" t="t"/>
              <a:pathLst>
                <a:path extrusionOk="0" h="9569" w="19548">
                  <a:moveTo>
                    <a:pt x="10247" y="1"/>
                  </a:moveTo>
                  <a:cubicBezTo>
                    <a:pt x="6587" y="1"/>
                    <a:pt x="2700" y="1434"/>
                    <a:pt x="801" y="4719"/>
                  </a:cubicBezTo>
                  <a:cubicBezTo>
                    <a:pt x="668" y="4953"/>
                    <a:pt x="568" y="5186"/>
                    <a:pt x="434" y="5453"/>
                  </a:cubicBezTo>
                  <a:cubicBezTo>
                    <a:pt x="368" y="5586"/>
                    <a:pt x="334" y="5753"/>
                    <a:pt x="268" y="5887"/>
                  </a:cubicBezTo>
                  <a:cubicBezTo>
                    <a:pt x="34" y="6354"/>
                    <a:pt x="1" y="6887"/>
                    <a:pt x="201" y="7388"/>
                  </a:cubicBezTo>
                  <a:cubicBezTo>
                    <a:pt x="501" y="7855"/>
                    <a:pt x="1035" y="8155"/>
                    <a:pt x="1602" y="8155"/>
                  </a:cubicBezTo>
                  <a:cubicBezTo>
                    <a:pt x="1762" y="8171"/>
                    <a:pt x="1922" y="8180"/>
                    <a:pt x="2083" y="8180"/>
                  </a:cubicBezTo>
                  <a:cubicBezTo>
                    <a:pt x="2895" y="8180"/>
                    <a:pt x="3708" y="7967"/>
                    <a:pt x="4404" y="7521"/>
                  </a:cubicBezTo>
                  <a:lnTo>
                    <a:pt x="4404" y="7521"/>
                  </a:lnTo>
                  <a:cubicBezTo>
                    <a:pt x="4170" y="8021"/>
                    <a:pt x="4037" y="8622"/>
                    <a:pt x="4337" y="9022"/>
                  </a:cubicBezTo>
                  <a:cubicBezTo>
                    <a:pt x="4537" y="9289"/>
                    <a:pt x="4871" y="9378"/>
                    <a:pt x="5209" y="9378"/>
                  </a:cubicBezTo>
                  <a:cubicBezTo>
                    <a:pt x="5379" y="9378"/>
                    <a:pt x="5549" y="9356"/>
                    <a:pt x="5705" y="9322"/>
                  </a:cubicBezTo>
                  <a:cubicBezTo>
                    <a:pt x="6806" y="9122"/>
                    <a:pt x="7806" y="8655"/>
                    <a:pt x="8674" y="7921"/>
                  </a:cubicBezTo>
                  <a:lnTo>
                    <a:pt x="8674" y="7921"/>
                  </a:lnTo>
                  <a:cubicBezTo>
                    <a:pt x="8440" y="8355"/>
                    <a:pt x="8207" y="8922"/>
                    <a:pt x="8507" y="9322"/>
                  </a:cubicBezTo>
                  <a:cubicBezTo>
                    <a:pt x="8652" y="9500"/>
                    <a:pt x="8877" y="9569"/>
                    <a:pt x="9119" y="9569"/>
                  </a:cubicBezTo>
                  <a:cubicBezTo>
                    <a:pt x="9375" y="9569"/>
                    <a:pt x="9651" y="9492"/>
                    <a:pt x="9874" y="9389"/>
                  </a:cubicBezTo>
                  <a:cubicBezTo>
                    <a:pt x="10842" y="8889"/>
                    <a:pt x="11742" y="8322"/>
                    <a:pt x="12610" y="7688"/>
                  </a:cubicBezTo>
                  <a:cubicBezTo>
                    <a:pt x="13310" y="7221"/>
                    <a:pt x="14077" y="6887"/>
                    <a:pt x="14911" y="6721"/>
                  </a:cubicBezTo>
                  <a:cubicBezTo>
                    <a:pt x="15101" y="6685"/>
                    <a:pt x="15290" y="6675"/>
                    <a:pt x="15478" y="6675"/>
                  </a:cubicBezTo>
                  <a:cubicBezTo>
                    <a:pt x="15738" y="6675"/>
                    <a:pt x="15994" y="6694"/>
                    <a:pt x="16244" y="6694"/>
                  </a:cubicBezTo>
                  <a:cubicBezTo>
                    <a:pt x="16323" y="6694"/>
                    <a:pt x="16402" y="6692"/>
                    <a:pt x="16479" y="6687"/>
                  </a:cubicBezTo>
                  <a:lnTo>
                    <a:pt x="19048" y="6520"/>
                  </a:lnTo>
                  <a:cubicBezTo>
                    <a:pt x="19548" y="3118"/>
                    <a:pt x="16346" y="483"/>
                    <a:pt x="11409" y="49"/>
                  </a:cubicBezTo>
                  <a:cubicBezTo>
                    <a:pt x="11026" y="17"/>
                    <a:pt x="10638" y="1"/>
                    <a:pt x="10247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53"/>
            <p:cNvSpPr/>
            <p:nvPr/>
          </p:nvSpPr>
          <p:spPr>
            <a:xfrm>
              <a:off x="2495275" y="1254600"/>
              <a:ext cx="36725" cy="36025"/>
            </a:xfrm>
            <a:custGeom>
              <a:rect b="b" l="l" r="r" t="t"/>
              <a:pathLst>
                <a:path extrusionOk="0" h="1441" w="1469">
                  <a:moveTo>
                    <a:pt x="703" y="1"/>
                  </a:moveTo>
                  <a:cubicBezTo>
                    <a:pt x="302" y="1"/>
                    <a:pt x="1" y="292"/>
                    <a:pt x="1" y="704"/>
                  </a:cubicBezTo>
                  <a:cubicBezTo>
                    <a:pt x="1" y="1104"/>
                    <a:pt x="301" y="1438"/>
                    <a:pt x="701" y="1438"/>
                  </a:cubicBezTo>
                  <a:cubicBezTo>
                    <a:pt x="720" y="1439"/>
                    <a:pt x="738" y="1440"/>
                    <a:pt x="757" y="1440"/>
                  </a:cubicBezTo>
                  <a:cubicBezTo>
                    <a:pt x="1135" y="1440"/>
                    <a:pt x="1469" y="1119"/>
                    <a:pt x="1469" y="737"/>
                  </a:cubicBezTo>
                  <a:cubicBezTo>
                    <a:pt x="1469" y="337"/>
                    <a:pt x="1168" y="3"/>
                    <a:pt x="768" y="3"/>
                  </a:cubicBezTo>
                  <a:cubicBezTo>
                    <a:pt x="746" y="2"/>
                    <a:pt x="724" y="1"/>
                    <a:pt x="70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53"/>
            <p:cNvSpPr/>
            <p:nvPr/>
          </p:nvSpPr>
          <p:spPr>
            <a:xfrm>
              <a:off x="2322675" y="1205550"/>
              <a:ext cx="40050" cy="38300"/>
            </a:xfrm>
            <a:custGeom>
              <a:rect b="b" l="l" r="r" t="t"/>
              <a:pathLst>
                <a:path extrusionOk="0" h="1532" w="1602">
                  <a:moveTo>
                    <a:pt x="936" y="0"/>
                  </a:moveTo>
                  <a:cubicBezTo>
                    <a:pt x="727" y="0"/>
                    <a:pt x="522" y="76"/>
                    <a:pt x="367" y="231"/>
                  </a:cubicBezTo>
                  <a:cubicBezTo>
                    <a:pt x="0" y="598"/>
                    <a:pt x="0" y="1165"/>
                    <a:pt x="334" y="1532"/>
                  </a:cubicBezTo>
                  <a:lnTo>
                    <a:pt x="1601" y="298"/>
                  </a:lnTo>
                  <a:cubicBezTo>
                    <a:pt x="1422" y="101"/>
                    <a:pt x="1177" y="0"/>
                    <a:pt x="9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53"/>
            <p:cNvSpPr/>
            <p:nvPr/>
          </p:nvSpPr>
          <p:spPr>
            <a:xfrm>
              <a:off x="2347675" y="1257100"/>
              <a:ext cx="36725" cy="36025"/>
            </a:xfrm>
            <a:custGeom>
              <a:rect b="b" l="l" r="r" t="t"/>
              <a:pathLst>
                <a:path extrusionOk="0" h="1441" w="1469">
                  <a:moveTo>
                    <a:pt x="674" y="1"/>
                  </a:moveTo>
                  <a:cubicBezTo>
                    <a:pt x="301" y="1"/>
                    <a:pt x="1" y="292"/>
                    <a:pt x="1" y="704"/>
                  </a:cubicBezTo>
                  <a:cubicBezTo>
                    <a:pt x="1" y="1104"/>
                    <a:pt x="301" y="1438"/>
                    <a:pt x="701" y="1438"/>
                  </a:cubicBezTo>
                  <a:cubicBezTo>
                    <a:pt x="720" y="1439"/>
                    <a:pt x="738" y="1440"/>
                    <a:pt x="757" y="1440"/>
                  </a:cubicBezTo>
                  <a:cubicBezTo>
                    <a:pt x="1135" y="1440"/>
                    <a:pt x="1468" y="1119"/>
                    <a:pt x="1468" y="737"/>
                  </a:cubicBezTo>
                  <a:cubicBezTo>
                    <a:pt x="1468" y="337"/>
                    <a:pt x="1135" y="4"/>
                    <a:pt x="735" y="4"/>
                  </a:cubicBezTo>
                  <a:cubicBezTo>
                    <a:pt x="714" y="2"/>
                    <a:pt x="694" y="1"/>
                    <a:pt x="6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53"/>
            <p:cNvSpPr/>
            <p:nvPr/>
          </p:nvSpPr>
          <p:spPr>
            <a:xfrm>
              <a:off x="2509475" y="1200275"/>
              <a:ext cx="43375" cy="34400"/>
            </a:xfrm>
            <a:custGeom>
              <a:rect b="b" l="l" r="r" t="t"/>
              <a:pathLst>
                <a:path extrusionOk="0" h="1376" w="1735">
                  <a:moveTo>
                    <a:pt x="721" y="0"/>
                  </a:moveTo>
                  <a:cubicBezTo>
                    <a:pt x="449" y="0"/>
                    <a:pt x="182" y="133"/>
                    <a:pt x="0" y="375"/>
                  </a:cubicBezTo>
                  <a:lnTo>
                    <a:pt x="1434" y="1376"/>
                  </a:lnTo>
                  <a:cubicBezTo>
                    <a:pt x="1735" y="976"/>
                    <a:pt x="1635" y="442"/>
                    <a:pt x="1234" y="175"/>
                  </a:cubicBezTo>
                  <a:cubicBezTo>
                    <a:pt x="1076" y="57"/>
                    <a:pt x="898" y="0"/>
                    <a:pt x="7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53"/>
            <p:cNvSpPr/>
            <p:nvPr/>
          </p:nvSpPr>
          <p:spPr>
            <a:xfrm>
              <a:off x="2380200" y="1233000"/>
              <a:ext cx="65075" cy="125100"/>
            </a:xfrm>
            <a:custGeom>
              <a:rect b="b" l="l" r="r" t="t"/>
              <a:pathLst>
                <a:path extrusionOk="0" h="5004" w="2603">
                  <a:moveTo>
                    <a:pt x="2603" y="0"/>
                  </a:moveTo>
                  <a:lnTo>
                    <a:pt x="1" y="4470"/>
                  </a:lnTo>
                  <a:lnTo>
                    <a:pt x="2502" y="5004"/>
                  </a:lnTo>
                  <a:lnTo>
                    <a:pt x="2603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53"/>
            <p:cNvSpPr/>
            <p:nvPr/>
          </p:nvSpPr>
          <p:spPr>
            <a:xfrm>
              <a:off x="2465275" y="1430625"/>
              <a:ext cx="153450" cy="90100"/>
            </a:xfrm>
            <a:custGeom>
              <a:rect b="b" l="l" r="r" t="t"/>
              <a:pathLst>
                <a:path extrusionOk="0" h="3604" w="6138">
                  <a:moveTo>
                    <a:pt x="6138" y="1"/>
                  </a:moveTo>
                  <a:lnTo>
                    <a:pt x="6138" y="1"/>
                  </a:lnTo>
                  <a:cubicBezTo>
                    <a:pt x="5504" y="1402"/>
                    <a:pt x="1768" y="2336"/>
                    <a:pt x="0" y="2603"/>
                  </a:cubicBezTo>
                  <a:lnTo>
                    <a:pt x="0" y="3603"/>
                  </a:lnTo>
                  <a:cubicBezTo>
                    <a:pt x="0" y="3603"/>
                    <a:pt x="3569" y="2836"/>
                    <a:pt x="4703" y="2002"/>
                  </a:cubicBezTo>
                  <a:cubicBezTo>
                    <a:pt x="5371" y="1502"/>
                    <a:pt x="5871" y="801"/>
                    <a:pt x="6138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53"/>
            <p:cNvSpPr/>
            <p:nvPr/>
          </p:nvSpPr>
          <p:spPr>
            <a:xfrm>
              <a:off x="2457750" y="1373925"/>
              <a:ext cx="54250" cy="46675"/>
            </a:xfrm>
            <a:custGeom>
              <a:rect b="b" l="l" r="r" t="t"/>
              <a:pathLst>
                <a:path extrusionOk="0" h="1867" w="2170">
                  <a:moveTo>
                    <a:pt x="1235" y="1"/>
                  </a:moveTo>
                  <a:cubicBezTo>
                    <a:pt x="401" y="1"/>
                    <a:pt x="1" y="1001"/>
                    <a:pt x="568" y="1602"/>
                  </a:cubicBezTo>
                  <a:cubicBezTo>
                    <a:pt x="761" y="1784"/>
                    <a:pt x="996" y="1866"/>
                    <a:pt x="1225" y="1866"/>
                  </a:cubicBezTo>
                  <a:cubicBezTo>
                    <a:pt x="1709" y="1866"/>
                    <a:pt x="2169" y="1500"/>
                    <a:pt x="2169" y="935"/>
                  </a:cubicBezTo>
                  <a:cubicBezTo>
                    <a:pt x="2169" y="434"/>
                    <a:pt x="1735" y="1"/>
                    <a:pt x="1235" y="1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53"/>
            <p:cNvSpPr/>
            <p:nvPr/>
          </p:nvSpPr>
          <p:spPr>
            <a:xfrm>
              <a:off x="2485275" y="1394725"/>
              <a:ext cx="25875" cy="25100"/>
            </a:xfrm>
            <a:custGeom>
              <a:rect b="b" l="l" r="r" t="t"/>
              <a:pathLst>
                <a:path extrusionOk="0" h="1004" w="1035">
                  <a:moveTo>
                    <a:pt x="880" y="1"/>
                  </a:moveTo>
                  <a:cubicBezTo>
                    <a:pt x="403" y="1"/>
                    <a:pt x="1" y="421"/>
                    <a:pt x="1" y="903"/>
                  </a:cubicBezTo>
                  <a:cubicBezTo>
                    <a:pt x="1" y="936"/>
                    <a:pt x="1" y="970"/>
                    <a:pt x="1" y="1003"/>
                  </a:cubicBezTo>
                  <a:lnTo>
                    <a:pt x="134" y="1003"/>
                  </a:lnTo>
                  <a:cubicBezTo>
                    <a:pt x="634" y="1003"/>
                    <a:pt x="1035" y="603"/>
                    <a:pt x="1035" y="103"/>
                  </a:cubicBezTo>
                  <a:cubicBezTo>
                    <a:pt x="1035" y="69"/>
                    <a:pt x="1035" y="36"/>
                    <a:pt x="1035" y="2"/>
                  </a:cubicBezTo>
                  <a:lnTo>
                    <a:pt x="935" y="2"/>
                  </a:lnTo>
                  <a:cubicBezTo>
                    <a:pt x="917" y="1"/>
                    <a:pt x="898" y="1"/>
                    <a:pt x="880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53"/>
            <p:cNvSpPr/>
            <p:nvPr/>
          </p:nvSpPr>
          <p:spPr>
            <a:xfrm>
              <a:off x="2753800" y="1240250"/>
              <a:ext cx="176000" cy="318825"/>
            </a:xfrm>
            <a:custGeom>
              <a:rect b="b" l="l" r="r" t="t"/>
              <a:pathLst>
                <a:path extrusionOk="0" h="12753" w="7040">
                  <a:moveTo>
                    <a:pt x="2961" y="1"/>
                  </a:moveTo>
                  <a:cubicBezTo>
                    <a:pt x="2666" y="1"/>
                    <a:pt x="2333" y="489"/>
                    <a:pt x="2436" y="978"/>
                  </a:cubicBezTo>
                  <a:cubicBezTo>
                    <a:pt x="2669" y="1745"/>
                    <a:pt x="3003" y="2445"/>
                    <a:pt x="3436" y="3113"/>
                  </a:cubicBezTo>
                  <a:cubicBezTo>
                    <a:pt x="3770" y="3646"/>
                    <a:pt x="4004" y="5548"/>
                    <a:pt x="3837" y="6682"/>
                  </a:cubicBezTo>
                  <a:cubicBezTo>
                    <a:pt x="3756" y="7168"/>
                    <a:pt x="3499" y="7589"/>
                    <a:pt x="3174" y="7589"/>
                  </a:cubicBezTo>
                  <a:cubicBezTo>
                    <a:pt x="3098" y="7589"/>
                    <a:pt x="3018" y="7566"/>
                    <a:pt x="2936" y="7516"/>
                  </a:cubicBezTo>
                  <a:cubicBezTo>
                    <a:pt x="2502" y="7282"/>
                    <a:pt x="1935" y="6115"/>
                    <a:pt x="1402" y="5848"/>
                  </a:cubicBezTo>
                  <a:cubicBezTo>
                    <a:pt x="1194" y="5750"/>
                    <a:pt x="981" y="5706"/>
                    <a:pt x="789" y="5706"/>
                  </a:cubicBezTo>
                  <a:cubicBezTo>
                    <a:pt x="457" y="5706"/>
                    <a:pt x="185" y="5837"/>
                    <a:pt x="101" y="6048"/>
                  </a:cubicBezTo>
                  <a:cubicBezTo>
                    <a:pt x="1" y="6348"/>
                    <a:pt x="568" y="6882"/>
                    <a:pt x="801" y="7516"/>
                  </a:cubicBezTo>
                  <a:cubicBezTo>
                    <a:pt x="1035" y="8150"/>
                    <a:pt x="1202" y="9917"/>
                    <a:pt x="1635" y="10718"/>
                  </a:cubicBezTo>
                  <a:cubicBezTo>
                    <a:pt x="2169" y="11452"/>
                    <a:pt x="2769" y="12152"/>
                    <a:pt x="3436" y="12753"/>
                  </a:cubicBezTo>
                  <a:cubicBezTo>
                    <a:pt x="4471" y="12186"/>
                    <a:pt x="5338" y="11352"/>
                    <a:pt x="6005" y="10384"/>
                  </a:cubicBezTo>
                  <a:cubicBezTo>
                    <a:pt x="7039" y="8717"/>
                    <a:pt x="6739" y="3846"/>
                    <a:pt x="4237" y="1478"/>
                  </a:cubicBezTo>
                  <a:cubicBezTo>
                    <a:pt x="3870" y="978"/>
                    <a:pt x="3336" y="344"/>
                    <a:pt x="3203" y="144"/>
                  </a:cubicBezTo>
                  <a:cubicBezTo>
                    <a:pt x="3134" y="44"/>
                    <a:pt x="3049" y="1"/>
                    <a:pt x="2961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53"/>
            <p:cNvSpPr/>
            <p:nvPr/>
          </p:nvSpPr>
          <p:spPr>
            <a:xfrm>
              <a:off x="2839700" y="1252175"/>
              <a:ext cx="76750" cy="200175"/>
            </a:xfrm>
            <a:custGeom>
              <a:rect b="b" l="l" r="r" t="t"/>
              <a:pathLst>
                <a:path extrusionOk="0" h="8007" w="3070">
                  <a:moveTo>
                    <a:pt x="0" y="0"/>
                  </a:moveTo>
                  <a:cubicBezTo>
                    <a:pt x="67" y="501"/>
                    <a:pt x="234" y="1001"/>
                    <a:pt x="501" y="1435"/>
                  </a:cubicBezTo>
                  <a:cubicBezTo>
                    <a:pt x="834" y="2035"/>
                    <a:pt x="1101" y="2636"/>
                    <a:pt x="1301" y="3269"/>
                  </a:cubicBezTo>
                  <a:cubicBezTo>
                    <a:pt x="1435" y="3703"/>
                    <a:pt x="1568" y="4537"/>
                    <a:pt x="1735" y="5271"/>
                  </a:cubicBezTo>
                  <a:cubicBezTo>
                    <a:pt x="1902" y="6171"/>
                    <a:pt x="2002" y="7072"/>
                    <a:pt x="2035" y="8006"/>
                  </a:cubicBezTo>
                  <a:cubicBezTo>
                    <a:pt x="2035" y="8006"/>
                    <a:pt x="2536" y="8006"/>
                    <a:pt x="2836" y="7072"/>
                  </a:cubicBezTo>
                  <a:cubicBezTo>
                    <a:pt x="2903" y="6839"/>
                    <a:pt x="3003" y="6538"/>
                    <a:pt x="3069" y="6205"/>
                  </a:cubicBezTo>
                  <a:cubicBezTo>
                    <a:pt x="2869" y="4337"/>
                    <a:pt x="2169" y="2302"/>
                    <a:pt x="801" y="1001"/>
                  </a:cubicBezTo>
                  <a:cubicBezTo>
                    <a:pt x="568" y="668"/>
                    <a:pt x="234" y="267"/>
                    <a:pt x="0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53"/>
            <p:cNvSpPr/>
            <p:nvPr/>
          </p:nvSpPr>
          <p:spPr>
            <a:xfrm>
              <a:off x="2842200" y="1217075"/>
              <a:ext cx="107600" cy="254450"/>
            </a:xfrm>
            <a:custGeom>
              <a:rect b="b" l="l" r="r" t="t"/>
              <a:pathLst>
                <a:path extrusionOk="0" h="10178" w="4304">
                  <a:moveTo>
                    <a:pt x="664" y="0"/>
                  </a:moveTo>
                  <a:cubicBezTo>
                    <a:pt x="654" y="0"/>
                    <a:pt x="644" y="1"/>
                    <a:pt x="634" y="3"/>
                  </a:cubicBezTo>
                  <a:cubicBezTo>
                    <a:pt x="1" y="103"/>
                    <a:pt x="134" y="1838"/>
                    <a:pt x="601" y="2639"/>
                  </a:cubicBezTo>
                  <a:cubicBezTo>
                    <a:pt x="1001" y="3306"/>
                    <a:pt x="1301" y="4040"/>
                    <a:pt x="1468" y="4807"/>
                  </a:cubicBezTo>
                  <a:cubicBezTo>
                    <a:pt x="1568" y="5407"/>
                    <a:pt x="1635" y="6041"/>
                    <a:pt x="1635" y="6675"/>
                  </a:cubicBezTo>
                  <a:cubicBezTo>
                    <a:pt x="1635" y="6675"/>
                    <a:pt x="1035" y="9343"/>
                    <a:pt x="868" y="10177"/>
                  </a:cubicBezTo>
                  <a:cubicBezTo>
                    <a:pt x="868" y="10177"/>
                    <a:pt x="2736" y="9177"/>
                    <a:pt x="3003" y="8209"/>
                  </a:cubicBezTo>
                  <a:cubicBezTo>
                    <a:pt x="3270" y="7275"/>
                    <a:pt x="4304" y="5107"/>
                    <a:pt x="1902" y="1304"/>
                  </a:cubicBezTo>
                  <a:cubicBezTo>
                    <a:pt x="1085" y="268"/>
                    <a:pt x="831" y="0"/>
                    <a:pt x="664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53"/>
            <p:cNvSpPr/>
            <p:nvPr/>
          </p:nvSpPr>
          <p:spPr>
            <a:xfrm>
              <a:off x="2874725" y="1237150"/>
              <a:ext cx="66750" cy="174325"/>
            </a:xfrm>
            <a:custGeom>
              <a:rect b="b" l="l" r="r" t="t"/>
              <a:pathLst>
                <a:path extrusionOk="0" h="6973" w="2670">
                  <a:moveTo>
                    <a:pt x="234" y="1"/>
                  </a:moveTo>
                  <a:cubicBezTo>
                    <a:pt x="34" y="301"/>
                    <a:pt x="0" y="635"/>
                    <a:pt x="67" y="935"/>
                  </a:cubicBezTo>
                  <a:cubicBezTo>
                    <a:pt x="167" y="1702"/>
                    <a:pt x="801" y="2870"/>
                    <a:pt x="934" y="3437"/>
                  </a:cubicBezTo>
                  <a:cubicBezTo>
                    <a:pt x="1101" y="4071"/>
                    <a:pt x="1201" y="4738"/>
                    <a:pt x="1268" y="5371"/>
                  </a:cubicBezTo>
                  <a:lnTo>
                    <a:pt x="1835" y="6973"/>
                  </a:lnTo>
                  <a:cubicBezTo>
                    <a:pt x="2169" y="5838"/>
                    <a:pt x="2669" y="3804"/>
                    <a:pt x="601" y="468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53"/>
            <p:cNvSpPr/>
            <p:nvPr/>
          </p:nvSpPr>
          <p:spPr>
            <a:xfrm>
              <a:off x="2880900" y="1224875"/>
              <a:ext cx="73075" cy="187350"/>
            </a:xfrm>
            <a:custGeom>
              <a:rect b="b" l="l" r="r" t="t"/>
              <a:pathLst>
                <a:path extrusionOk="0" h="7494" w="2923">
                  <a:moveTo>
                    <a:pt x="748" y="0"/>
                  </a:moveTo>
                  <a:cubicBezTo>
                    <a:pt x="501" y="0"/>
                    <a:pt x="0" y="636"/>
                    <a:pt x="120" y="1326"/>
                  </a:cubicBezTo>
                  <a:cubicBezTo>
                    <a:pt x="321" y="2227"/>
                    <a:pt x="587" y="3127"/>
                    <a:pt x="954" y="3994"/>
                  </a:cubicBezTo>
                  <a:cubicBezTo>
                    <a:pt x="1121" y="4795"/>
                    <a:pt x="1088" y="6796"/>
                    <a:pt x="788" y="7464"/>
                  </a:cubicBezTo>
                  <a:cubicBezTo>
                    <a:pt x="788" y="7464"/>
                    <a:pt x="942" y="7494"/>
                    <a:pt x="1162" y="7494"/>
                  </a:cubicBezTo>
                  <a:cubicBezTo>
                    <a:pt x="1555" y="7494"/>
                    <a:pt x="2156" y="7398"/>
                    <a:pt x="2455" y="6863"/>
                  </a:cubicBezTo>
                  <a:cubicBezTo>
                    <a:pt x="2922" y="6063"/>
                    <a:pt x="2856" y="3828"/>
                    <a:pt x="1655" y="1559"/>
                  </a:cubicBezTo>
                  <a:cubicBezTo>
                    <a:pt x="1121" y="692"/>
                    <a:pt x="1021" y="192"/>
                    <a:pt x="821" y="25"/>
                  </a:cubicBezTo>
                  <a:cubicBezTo>
                    <a:pt x="801" y="8"/>
                    <a:pt x="776" y="0"/>
                    <a:pt x="748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53"/>
            <p:cNvSpPr/>
            <p:nvPr/>
          </p:nvSpPr>
          <p:spPr>
            <a:xfrm>
              <a:off x="2906425" y="1253000"/>
              <a:ext cx="41700" cy="112600"/>
            </a:xfrm>
            <a:custGeom>
              <a:rect b="b" l="l" r="r" t="t"/>
              <a:pathLst>
                <a:path extrusionOk="0" h="4504" w="1668">
                  <a:moveTo>
                    <a:pt x="400" y="1"/>
                  </a:moveTo>
                  <a:cubicBezTo>
                    <a:pt x="67" y="368"/>
                    <a:pt x="0" y="668"/>
                    <a:pt x="234" y="1569"/>
                  </a:cubicBezTo>
                  <a:cubicBezTo>
                    <a:pt x="500" y="2636"/>
                    <a:pt x="967" y="3637"/>
                    <a:pt x="901" y="4504"/>
                  </a:cubicBezTo>
                  <a:cubicBezTo>
                    <a:pt x="1134" y="4304"/>
                    <a:pt x="1401" y="4170"/>
                    <a:pt x="1668" y="4070"/>
                  </a:cubicBezTo>
                  <a:cubicBezTo>
                    <a:pt x="1601" y="2803"/>
                    <a:pt x="1234" y="1535"/>
                    <a:pt x="634" y="434"/>
                  </a:cubicBezTo>
                  <a:lnTo>
                    <a:pt x="400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53"/>
            <p:cNvSpPr/>
            <p:nvPr/>
          </p:nvSpPr>
          <p:spPr>
            <a:xfrm>
              <a:off x="2812175" y="1254600"/>
              <a:ext cx="199350" cy="407050"/>
            </a:xfrm>
            <a:custGeom>
              <a:rect b="b" l="l" r="r" t="t"/>
              <a:pathLst>
                <a:path extrusionOk="0" h="16282" w="7974">
                  <a:moveTo>
                    <a:pt x="4598" y="1"/>
                  </a:moveTo>
                  <a:cubicBezTo>
                    <a:pt x="4589" y="1"/>
                    <a:pt x="4580" y="2"/>
                    <a:pt x="4571" y="3"/>
                  </a:cubicBezTo>
                  <a:cubicBezTo>
                    <a:pt x="4237" y="104"/>
                    <a:pt x="3937" y="404"/>
                    <a:pt x="4370" y="2105"/>
                  </a:cubicBezTo>
                  <a:cubicBezTo>
                    <a:pt x="4571" y="2872"/>
                    <a:pt x="4837" y="3706"/>
                    <a:pt x="4737" y="4273"/>
                  </a:cubicBezTo>
                  <a:cubicBezTo>
                    <a:pt x="4637" y="4707"/>
                    <a:pt x="4471" y="5107"/>
                    <a:pt x="4204" y="5441"/>
                  </a:cubicBezTo>
                  <a:cubicBezTo>
                    <a:pt x="3870" y="6008"/>
                    <a:pt x="2236" y="7742"/>
                    <a:pt x="1535" y="8843"/>
                  </a:cubicBezTo>
                  <a:cubicBezTo>
                    <a:pt x="1035" y="9644"/>
                    <a:pt x="1" y="10845"/>
                    <a:pt x="1101" y="12145"/>
                  </a:cubicBezTo>
                  <a:cubicBezTo>
                    <a:pt x="1902" y="13480"/>
                    <a:pt x="2636" y="14847"/>
                    <a:pt x="3236" y="16282"/>
                  </a:cubicBezTo>
                  <a:lnTo>
                    <a:pt x="7973" y="13013"/>
                  </a:lnTo>
                  <a:cubicBezTo>
                    <a:pt x="7973" y="13013"/>
                    <a:pt x="5638" y="10044"/>
                    <a:pt x="5938" y="8876"/>
                  </a:cubicBezTo>
                  <a:cubicBezTo>
                    <a:pt x="6305" y="7542"/>
                    <a:pt x="6539" y="6175"/>
                    <a:pt x="6639" y="4774"/>
                  </a:cubicBezTo>
                  <a:cubicBezTo>
                    <a:pt x="6639" y="4106"/>
                    <a:pt x="5838" y="2238"/>
                    <a:pt x="5571" y="1671"/>
                  </a:cubicBezTo>
                  <a:cubicBezTo>
                    <a:pt x="5312" y="1120"/>
                    <a:pt x="4926" y="1"/>
                    <a:pt x="4598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53"/>
            <p:cNvSpPr/>
            <p:nvPr/>
          </p:nvSpPr>
          <p:spPr>
            <a:xfrm>
              <a:off x="2836375" y="1392275"/>
              <a:ext cx="76725" cy="113425"/>
            </a:xfrm>
            <a:custGeom>
              <a:rect b="b" l="l" r="r" t="t"/>
              <a:pathLst>
                <a:path extrusionOk="0" h="4537" w="3069">
                  <a:moveTo>
                    <a:pt x="3069" y="0"/>
                  </a:moveTo>
                  <a:lnTo>
                    <a:pt x="3069" y="0"/>
                  </a:lnTo>
                  <a:cubicBezTo>
                    <a:pt x="2569" y="734"/>
                    <a:pt x="1968" y="1401"/>
                    <a:pt x="1268" y="2002"/>
                  </a:cubicBezTo>
                  <a:cubicBezTo>
                    <a:pt x="567" y="2669"/>
                    <a:pt x="0" y="3836"/>
                    <a:pt x="0" y="4537"/>
                  </a:cubicBezTo>
                  <a:cubicBezTo>
                    <a:pt x="267" y="3636"/>
                    <a:pt x="801" y="2802"/>
                    <a:pt x="1534" y="2202"/>
                  </a:cubicBezTo>
                  <a:cubicBezTo>
                    <a:pt x="2235" y="1635"/>
                    <a:pt x="2802" y="868"/>
                    <a:pt x="3069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53"/>
            <p:cNvSpPr/>
            <p:nvPr/>
          </p:nvSpPr>
          <p:spPr>
            <a:xfrm>
              <a:off x="2870550" y="1534050"/>
              <a:ext cx="323600" cy="467200"/>
            </a:xfrm>
            <a:custGeom>
              <a:rect b="b" l="l" r="r" t="t"/>
              <a:pathLst>
                <a:path extrusionOk="0" h="18688" w="12944">
                  <a:moveTo>
                    <a:pt x="4370" y="0"/>
                  </a:moveTo>
                  <a:lnTo>
                    <a:pt x="1" y="3169"/>
                  </a:lnTo>
                  <a:cubicBezTo>
                    <a:pt x="1135" y="5771"/>
                    <a:pt x="3603" y="12809"/>
                    <a:pt x="4504" y="14544"/>
                  </a:cubicBezTo>
                  <a:cubicBezTo>
                    <a:pt x="5726" y="16846"/>
                    <a:pt x="8497" y="18688"/>
                    <a:pt x="10178" y="18688"/>
                  </a:cubicBezTo>
                  <a:cubicBezTo>
                    <a:pt x="10470" y="18688"/>
                    <a:pt x="10729" y="18632"/>
                    <a:pt x="10942" y="18513"/>
                  </a:cubicBezTo>
                  <a:cubicBezTo>
                    <a:pt x="12343" y="17746"/>
                    <a:pt x="12943" y="14544"/>
                    <a:pt x="12043" y="11675"/>
                  </a:cubicBezTo>
                  <a:cubicBezTo>
                    <a:pt x="10975" y="8306"/>
                    <a:pt x="5571" y="2068"/>
                    <a:pt x="437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53"/>
            <p:cNvSpPr/>
            <p:nvPr/>
          </p:nvSpPr>
          <p:spPr>
            <a:xfrm>
              <a:off x="1535350" y="1564050"/>
              <a:ext cx="866550" cy="1136525"/>
            </a:xfrm>
            <a:custGeom>
              <a:rect b="b" l="l" r="r" t="t"/>
              <a:pathLst>
                <a:path extrusionOk="0" h="45461" w="34662">
                  <a:moveTo>
                    <a:pt x="32694" y="1"/>
                  </a:moveTo>
                  <a:cubicBezTo>
                    <a:pt x="27524" y="1"/>
                    <a:pt x="26123" y="2303"/>
                    <a:pt x="24588" y="6105"/>
                  </a:cubicBezTo>
                  <a:cubicBezTo>
                    <a:pt x="23020" y="9908"/>
                    <a:pt x="19551" y="20015"/>
                    <a:pt x="19551" y="20015"/>
                  </a:cubicBezTo>
                  <a:cubicBezTo>
                    <a:pt x="18484" y="21850"/>
                    <a:pt x="17616" y="23751"/>
                    <a:pt x="16883" y="25719"/>
                  </a:cubicBezTo>
                  <a:cubicBezTo>
                    <a:pt x="16049" y="28088"/>
                    <a:pt x="13447" y="37494"/>
                    <a:pt x="12413" y="37961"/>
                  </a:cubicBezTo>
                  <a:cubicBezTo>
                    <a:pt x="11412" y="38462"/>
                    <a:pt x="6909" y="38395"/>
                    <a:pt x="5241" y="38829"/>
                  </a:cubicBezTo>
                  <a:cubicBezTo>
                    <a:pt x="3540" y="39262"/>
                    <a:pt x="1305" y="40797"/>
                    <a:pt x="137" y="41764"/>
                  </a:cubicBezTo>
                  <a:cubicBezTo>
                    <a:pt x="0" y="42230"/>
                    <a:pt x="515" y="42425"/>
                    <a:pt x="1017" y="42425"/>
                  </a:cubicBezTo>
                  <a:cubicBezTo>
                    <a:pt x="1127" y="42425"/>
                    <a:pt x="1236" y="42416"/>
                    <a:pt x="1338" y="42398"/>
                  </a:cubicBezTo>
                  <a:cubicBezTo>
                    <a:pt x="2372" y="42265"/>
                    <a:pt x="4007" y="41397"/>
                    <a:pt x="5141" y="41364"/>
                  </a:cubicBezTo>
                  <a:cubicBezTo>
                    <a:pt x="5441" y="41351"/>
                    <a:pt x="5740" y="41344"/>
                    <a:pt x="6038" y="41344"/>
                  </a:cubicBezTo>
                  <a:cubicBezTo>
                    <a:pt x="7229" y="41344"/>
                    <a:pt x="8403" y="41451"/>
                    <a:pt x="9577" y="41664"/>
                  </a:cubicBezTo>
                  <a:cubicBezTo>
                    <a:pt x="10044" y="41798"/>
                    <a:pt x="9911" y="42198"/>
                    <a:pt x="8343" y="43032"/>
                  </a:cubicBezTo>
                  <a:cubicBezTo>
                    <a:pt x="6775" y="43866"/>
                    <a:pt x="6509" y="44800"/>
                    <a:pt x="6642" y="45267"/>
                  </a:cubicBezTo>
                  <a:cubicBezTo>
                    <a:pt x="6681" y="45403"/>
                    <a:pt x="6760" y="45460"/>
                    <a:pt x="6880" y="45460"/>
                  </a:cubicBezTo>
                  <a:cubicBezTo>
                    <a:pt x="7170" y="45460"/>
                    <a:pt x="7698" y="45130"/>
                    <a:pt x="8477" y="44800"/>
                  </a:cubicBezTo>
                  <a:cubicBezTo>
                    <a:pt x="9577" y="44333"/>
                    <a:pt x="11479" y="43766"/>
                    <a:pt x="13180" y="43032"/>
                  </a:cubicBezTo>
                  <a:cubicBezTo>
                    <a:pt x="14881" y="42265"/>
                    <a:pt x="15882" y="42198"/>
                    <a:pt x="16816" y="41130"/>
                  </a:cubicBezTo>
                  <a:cubicBezTo>
                    <a:pt x="17783" y="40030"/>
                    <a:pt x="18050" y="38895"/>
                    <a:pt x="19218" y="36661"/>
                  </a:cubicBezTo>
                  <a:cubicBezTo>
                    <a:pt x="20352" y="34426"/>
                    <a:pt x="22787" y="30623"/>
                    <a:pt x="23754" y="28688"/>
                  </a:cubicBezTo>
                  <a:cubicBezTo>
                    <a:pt x="25122" y="26053"/>
                    <a:pt x="25722" y="23885"/>
                    <a:pt x="27123" y="20983"/>
                  </a:cubicBezTo>
                  <a:cubicBezTo>
                    <a:pt x="28824" y="17580"/>
                    <a:pt x="32427" y="10075"/>
                    <a:pt x="32427" y="10075"/>
                  </a:cubicBezTo>
                  <a:cubicBezTo>
                    <a:pt x="32427" y="10075"/>
                    <a:pt x="34662" y="3403"/>
                    <a:pt x="32694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53"/>
            <p:cNvSpPr/>
            <p:nvPr/>
          </p:nvSpPr>
          <p:spPr>
            <a:xfrm>
              <a:off x="2969800" y="1145225"/>
              <a:ext cx="82575" cy="76950"/>
            </a:xfrm>
            <a:custGeom>
              <a:rect b="b" l="l" r="r" t="t"/>
              <a:pathLst>
                <a:path extrusionOk="0" h="3078" w="3303">
                  <a:moveTo>
                    <a:pt x="3073" y="0"/>
                  </a:moveTo>
                  <a:cubicBezTo>
                    <a:pt x="3019" y="0"/>
                    <a:pt x="2969" y="25"/>
                    <a:pt x="2936" y="75"/>
                  </a:cubicBezTo>
                  <a:lnTo>
                    <a:pt x="100" y="2744"/>
                  </a:lnTo>
                  <a:cubicBezTo>
                    <a:pt x="0" y="2811"/>
                    <a:pt x="0" y="2944"/>
                    <a:pt x="100" y="3011"/>
                  </a:cubicBezTo>
                  <a:cubicBezTo>
                    <a:pt x="134" y="3044"/>
                    <a:pt x="167" y="3078"/>
                    <a:pt x="234" y="3078"/>
                  </a:cubicBezTo>
                  <a:cubicBezTo>
                    <a:pt x="267" y="3078"/>
                    <a:pt x="334" y="3044"/>
                    <a:pt x="367" y="3011"/>
                  </a:cubicBezTo>
                  <a:lnTo>
                    <a:pt x="3236" y="342"/>
                  </a:lnTo>
                  <a:cubicBezTo>
                    <a:pt x="3303" y="276"/>
                    <a:pt x="3303" y="142"/>
                    <a:pt x="3236" y="75"/>
                  </a:cubicBezTo>
                  <a:cubicBezTo>
                    <a:pt x="3186" y="25"/>
                    <a:pt x="3127" y="0"/>
                    <a:pt x="307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53"/>
            <p:cNvSpPr/>
            <p:nvPr/>
          </p:nvSpPr>
          <p:spPr>
            <a:xfrm>
              <a:off x="2987300" y="1221850"/>
              <a:ext cx="104275" cy="37025"/>
            </a:xfrm>
            <a:custGeom>
              <a:rect b="b" l="l" r="r" t="t"/>
              <a:pathLst>
                <a:path extrusionOk="0" h="1481" w="4171">
                  <a:moveTo>
                    <a:pt x="3973" y="0"/>
                  </a:moveTo>
                  <a:cubicBezTo>
                    <a:pt x="3951" y="0"/>
                    <a:pt x="3927" y="5"/>
                    <a:pt x="3903" y="13"/>
                  </a:cubicBezTo>
                  <a:lnTo>
                    <a:pt x="167" y="1080"/>
                  </a:lnTo>
                  <a:cubicBezTo>
                    <a:pt x="67" y="1113"/>
                    <a:pt x="1" y="1213"/>
                    <a:pt x="34" y="1313"/>
                  </a:cubicBezTo>
                  <a:cubicBezTo>
                    <a:pt x="34" y="1414"/>
                    <a:pt x="134" y="1480"/>
                    <a:pt x="201" y="1480"/>
                  </a:cubicBezTo>
                  <a:lnTo>
                    <a:pt x="268" y="1447"/>
                  </a:lnTo>
                  <a:lnTo>
                    <a:pt x="4004" y="379"/>
                  </a:lnTo>
                  <a:cubicBezTo>
                    <a:pt x="4104" y="346"/>
                    <a:pt x="4170" y="246"/>
                    <a:pt x="4137" y="146"/>
                  </a:cubicBezTo>
                  <a:cubicBezTo>
                    <a:pt x="4111" y="44"/>
                    <a:pt x="4047" y="0"/>
                    <a:pt x="397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53"/>
            <p:cNvSpPr/>
            <p:nvPr/>
          </p:nvSpPr>
          <p:spPr>
            <a:xfrm>
              <a:off x="2996475" y="1291375"/>
              <a:ext cx="107600" cy="22525"/>
            </a:xfrm>
            <a:custGeom>
              <a:rect b="b" l="l" r="r" t="t"/>
              <a:pathLst>
                <a:path extrusionOk="0" h="901" w="4304">
                  <a:moveTo>
                    <a:pt x="234" y="0"/>
                  </a:moveTo>
                  <a:cubicBezTo>
                    <a:pt x="134" y="0"/>
                    <a:pt x="34" y="67"/>
                    <a:pt x="1" y="167"/>
                  </a:cubicBezTo>
                  <a:cubicBezTo>
                    <a:pt x="1" y="300"/>
                    <a:pt x="67" y="400"/>
                    <a:pt x="167" y="400"/>
                  </a:cubicBezTo>
                  <a:lnTo>
                    <a:pt x="4070" y="901"/>
                  </a:lnTo>
                  <a:lnTo>
                    <a:pt x="4104" y="901"/>
                  </a:lnTo>
                  <a:cubicBezTo>
                    <a:pt x="4204" y="901"/>
                    <a:pt x="4270" y="801"/>
                    <a:pt x="4304" y="734"/>
                  </a:cubicBezTo>
                  <a:cubicBezTo>
                    <a:pt x="4304" y="601"/>
                    <a:pt x="4237" y="501"/>
                    <a:pt x="4104" y="501"/>
                  </a:cubicBezTo>
                  <a:lnTo>
                    <a:pt x="234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2" name="Google Shape;772;p53"/>
          <p:cNvSpPr/>
          <p:nvPr/>
        </p:nvSpPr>
        <p:spPr>
          <a:xfrm>
            <a:off x="7085857" y="2527309"/>
            <a:ext cx="619659" cy="839583"/>
          </a:xfrm>
          <a:custGeom>
            <a:rect b="b" l="l" r="r" t="t"/>
            <a:pathLst>
              <a:path extrusionOk="0" h="64447" w="47602">
                <a:moveTo>
                  <a:pt x="10909" y="0"/>
                </a:moveTo>
                <a:cubicBezTo>
                  <a:pt x="4070" y="34"/>
                  <a:pt x="1" y="5838"/>
                  <a:pt x="1" y="15545"/>
                </a:cubicBezTo>
                <a:cubicBezTo>
                  <a:pt x="1" y="23484"/>
                  <a:pt x="2769" y="32424"/>
                  <a:pt x="7239" y="40496"/>
                </a:cubicBezTo>
                <a:cubicBezTo>
                  <a:pt x="12076" y="49202"/>
                  <a:pt x="18914" y="56908"/>
                  <a:pt x="26320" y="61178"/>
                </a:cubicBezTo>
                <a:cubicBezTo>
                  <a:pt x="30022" y="63312"/>
                  <a:pt x="33625" y="64447"/>
                  <a:pt x="36694" y="64447"/>
                </a:cubicBezTo>
                <a:cubicBezTo>
                  <a:pt x="39863" y="64447"/>
                  <a:pt x="42398" y="63279"/>
                  <a:pt x="44266" y="60944"/>
                </a:cubicBezTo>
                <a:cubicBezTo>
                  <a:pt x="46434" y="58242"/>
                  <a:pt x="47601" y="54072"/>
                  <a:pt x="47601" y="48902"/>
                </a:cubicBezTo>
                <a:cubicBezTo>
                  <a:pt x="47568" y="45099"/>
                  <a:pt x="47001" y="41297"/>
                  <a:pt x="45967" y="37627"/>
                </a:cubicBezTo>
                <a:cubicBezTo>
                  <a:pt x="45533" y="36160"/>
                  <a:pt x="45100" y="34725"/>
                  <a:pt x="44566" y="33258"/>
                </a:cubicBezTo>
                <a:cubicBezTo>
                  <a:pt x="43632" y="30656"/>
                  <a:pt x="42498" y="28154"/>
                  <a:pt x="41230" y="25719"/>
                </a:cubicBezTo>
                <a:cubicBezTo>
                  <a:pt x="40963" y="25218"/>
                  <a:pt x="40697" y="24718"/>
                  <a:pt x="40430" y="24218"/>
                </a:cubicBezTo>
                <a:cubicBezTo>
                  <a:pt x="39963" y="23384"/>
                  <a:pt x="39496" y="22550"/>
                  <a:pt x="39029" y="21749"/>
                </a:cubicBezTo>
                <a:cubicBezTo>
                  <a:pt x="37361" y="19014"/>
                  <a:pt x="35526" y="16412"/>
                  <a:pt x="33491" y="13944"/>
                </a:cubicBezTo>
                <a:cubicBezTo>
                  <a:pt x="33458" y="13944"/>
                  <a:pt x="33458" y="13910"/>
                  <a:pt x="33425" y="13877"/>
                </a:cubicBezTo>
                <a:cubicBezTo>
                  <a:pt x="32090" y="12309"/>
                  <a:pt x="30689" y="10775"/>
                  <a:pt x="29222" y="9374"/>
                </a:cubicBezTo>
                <a:cubicBezTo>
                  <a:pt x="28188" y="8373"/>
                  <a:pt x="27120" y="7439"/>
                  <a:pt x="26019" y="6538"/>
                </a:cubicBezTo>
                <a:cubicBezTo>
                  <a:pt x="25552" y="6172"/>
                  <a:pt x="25085" y="5838"/>
                  <a:pt x="24618" y="5504"/>
                </a:cubicBezTo>
                <a:cubicBezTo>
                  <a:pt x="24085" y="5071"/>
                  <a:pt x="23518" y="4704"/>
                  <a:pt x="22951" y="4304"/>
                </a:cubicBezTo>
                <a:cubicBezTo>
                  <a:pt x="22383" y="3937"/>
                  <a:pt x="21816" y="3603"/>
                  <a:pt x="21283" y="3269"/>
                </a:cubicBezTo>
                <a:cubicBezTo>
                  <a:pt x="17547" y="1135"/>
                  <a:pt x="13977" y="34"/>
                  <a:pt x="10909" y="0"/>
                </a:cubicBezTo>
                <a:close/>
              </a:path>
            </a:pathLst>
          </a:custGeom>
          <a:solidFill>
            <a:srgbClr val="FFC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53"/>
          <p:cNvSpPr/>
          <p:nvPr/>
        </p:nvSpPr>
        <p:spPr>
          <a:xfrm>
            <a:off x="7085857" y="2527309"/>
            <a:ext cx="619659" cy="839583"/>
          </a:xfrm>
          <a:custGeom>
            <a:rect b="b" l="l" r="r" t="t"/>
            <a:pathLst>
              <a:path extrusionOk="0" h="64447" w="47602">
                <a:moveTo>
                  <a:pt x="10909" y="0"/>
                </a:moveTo>
                <a:cubicBezTo>
                  <a:pt x="4070" y="34"/>
                  <a:pt x="1" y="5838"/>
                  <a:pt x="1" y="15545"/>
                </a:cubicBezTo>
                <a:cubicBezTo>
                  <a:pt x="1" y="23484"/>
                  <a:pt x="2769" y="32424"/>
                  <a:pt x="7239" y="40496"/>
                </a:cubicBezTo>
                <a:cubicBezTo>
                  <a:pt x="12076" y="49202"/>
                  <a:pt x="18914" y="56908"/>
                  <a:pt x="26320" y="61178"/>
                </a:cubicBezTo>
                <a:cubicBezTo>
                  <a:pt x="30022" y="63312"/>
                  <a:pt x="33625" y="64447"/>
                  <a:pt x="36694" y="64447"/>
                </a:cubicBezTo>
                <a:cubicBezTo>
                  <a:pt x="39863" y="64447"/>
                  <a:pt x="42398" y="63279"/>
                  <a:pt x="44266" y="60944"/>
                </a:cubicBezTo>
                <a:cubicBezTo>
                  <a:pt x="46434" y="58242"/>
                  <a:pt x="47601" y="54072"/>
                  <a:pt x="47601" y="48902"/>
                </a:cubicBezTo>
                <a:cubicBezTo>
                  <a:pt x="47568" y="45099"/>
                  <a:pt x="47001" y="41297"/>
                  <a:pt x="45967" y="37627"/>
                </a:cubicBezTo>
                <a:cubicBezTo>
                  <a:pt x="45533" y="36160"/>
                  <a:pt x="45100" y="34725"/>
                  <a:pt x="44566" y="33258"/>
                </a:cubicBezTo>
                <a:cubicBezTo>
                  <a:pt x="43632" y="30656"/>
                  <a:pt x="42498" y="28154"/>
                  <a:pt x="41230" y="25719"/>
                </a:cubicBezTo>
                <a:cubicBezTo>
                  <a:pt x="40963" y="25218"/>
                  <a:pt x="40697" y="24718"/>
                  <a:pt x="40430" y="24218"/>
                </a:cubicBezTo>
                <a:cubicBezTo>
                  <a:pt x="39963" y="23384"/>
                  <a:pt x="39496" y="22550"/>
                  <a:pt x="39029" y="21749"/>
                </a:cubicBezTo>
                <a:cubicBezTo>
                  <a:pt x="37361" y="19014"/>
                  <a:pt x="35526" y="16412"/>
                  <a:pt x="33491" y="13944"/>
                </a:cubicBezTo>
                <a:cubicBezTo>
                  <a:pt x="33458" y="13944"/>
                  <a:pt x="33458" y="13910"/>
                  <a:pt x="33425" y="13877"/>
                </a:cubicBezTo>
                <a:cubicBezTo>
                  <a:pt x="32090" y="12309"/>
                  <a:pt x="30689" y="10775"/>
                  <a:pt x="29222" y="9374"/>
                </a:cubicBezTo>
                <a:cubicBezTo>
                  <a:pt x="28188" y="8373"/>
                  <a:pt x="27120" y="7439"/>
                  <a:pt x="26019" y="6538"/>
                </a:cubicBezTo>
                <a:cubicBezTo>
                  <a:pt x="25552" y="6172"/>
                  <a:pt x="25085" y="5838"/>
                  <a:pt x="24618" y="5504"/>
                </a:cubicBezTo>
                <a:cubicBezTo>
                  <a:pt x="24085" y="5071"/>
                  <a:pt x="23518" y="4704"/>
                  <a:pt x="22951" y="4304"/>
                </a:cubicBezTo>
                <a:cubicBezTo>
                  <a:pt x="22383" y="3937"/>
                  <a:pt x="21816" y="3603"/>
                  <a:pt x="21283" y="3269"/>
                </a:cubicBezTo>
                <a:cubicBezTo>
                  <a:pt x="17547" y="1135"/>
                  <a:pt x="13977" y="34"/>
                  <a:pt x="10909" y="0"/>
                </a:cubicBez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53"/>
          <p:cNvSpPr/>
          <p:nvPr/>
        </p:nvSpPr>
        <p:spPr>
          <a:xfrm>
            <a:off x="7356437" y="2695028"/>
            <a:ext cx="321780" cy="345919"/>
          </a:xfrm>
          <a:custGeom>
            <a:rect b="b" l="l" r="r" t="t"/>
            <a:pathLst>
              <a:path extrusionOk="0" h="26553" w="24719">
                <a:moveTo>
                  <a:pt x="12176" y="1"/>
                </a:moveTo>
                <a:cubicBezTo>
                  <a:pt x="9074" y="5505"/>
                  <a:pt x="1" y="9574"/>
                  <a:pt x="1" y="9574"/>
                </a:cubicBezTo>
                <a:lnTo>
                  <a:pt x="9574" y="26553"/>
                </a:lnTo>
                <a:cubicBezTo>
                  <a:pt x="13513" y="24470"/>
                  <a:pt x="18278" y="21878"/>
                  <a:pt x="24271" y="21878"/>
                </a:cubicBezTo>
                <a:cubicBezTo>
                  <a:pt x="24419" y="21878"/>
                  <a:pt x="24568" y="21880"/>
                  <a:pt x="24718" y="21883"/>
                </a:cubicBezTo>
                <a:cubicBezTo>
                  <a:pt x="24552" y="21416"/>
                  <a:pt x="24385" y="20916"/>
                  <a:pt x="24218" y="20449"/>
                </a:cubicBezTo>
                <a:cubicBezTo>
                  <a:pt x="23251" y="17847"/>
                  <a:pt x="22150" y="15345"/>
                  <a:pt x="20882" y="12910"/>
                </a:cubicBezTo>
                <a:cubicBezTo>
                  <a:pt x="20615" y="12409"/>
                  <a:pt x="20349" y="11909"/>
                  <a:pt x="20082" y="11409"/>
                </a:cubicBezTo>
                <a:cubicBezTo>
                  <a:pt x="19615" y="10575"/>
                  <a:pt x="19148" y="9741"/>
                  <a:pt x="18647" y="8940"/>
                </a:cubicBezTo>
                <a:cubicBezTo>
                  <a:pt x="17013" y="6205"/>
                  <a:pt x="15178" y="3603"/>
                  <a:pt x="13143" y="1135"/>
                </a:cubicBezTo>
                <a:cubicBezTo>
                  <a:pt x="13143" y="1135"/>
                  <a:pt x="13110" y="1101"/>
                  <a:pt x="13077" y="1068"/>
                </a:cubicBezTo>
                <a:cubicBezTo>
                  <a:pt x="12776" y="701"/>
                  <a:pt x="12476" y="368"/>
                  <a:pt x="12176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5" name="Google Shape;775;p53"/>
          <p:cNvPicPr preferRelativeResize="0"/>
          <p:nvPr/>
        </p:nvPicPr>
        <p:blipFill>
          <a:blip r:embed="rId3">
            <a:alphaModFix amt="58000"/>
          </a:blip>
          <a:stretch>
            <a:fillRect/>
          </a:stretch>
        </p:blipFill>
        <p:spPr>
          <a:xfrm>
            <a:off x="1307838" y="2603500"/>
            <a:ext cx="1854935" cy="149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sometric SEO Strategy by Slidesgo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F3F3F3"/>
      </a:lt2>
      <a:accent1>
        <a:srgbClr val="FFC100"/>
      </a:accent1>
      <a:accent2>
        <a:srgbClr val="000000"/>
      </a:accent2>
      <a:accent3>
        <a:srgbClr val="434343"/>
      </a:accent3>
      <a:accent4>
        <a:srgbClr val="F3F3F3"/>
      </a:accent4>
      <a:accent5>
        <a:srgbClr val="FFC100"/>
      </a:accent5>
      <a:accent6>
        <a:srgbClr val="000000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